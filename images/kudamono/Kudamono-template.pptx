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5" r:id="rId3"/>
    <p:sldId id="271" r:id="rId4"/>
    <p:sldId id="258" r:id="rId5"/>
    <p:sldId id="272" r:id="rId6"/>
    <p:sldId id="273" r:id="rId7"/>
    <p:sldId id="276" r:id="rId8"/>
    <p:sldId id="274" r:id="rId9"/>
    <p:sldId id="259" r:id="rId10"/>
    <p:sldId id="261" r:id="rId11"/>
    <p:sldId id="256" r:id="rId12"/>
    <p:sldId id="262" r:id="rId13"/>
    <p:sldId id="263" r:id="rId14"/>
    <p:sldId id="260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380" userDrawn="1">
          <p15:clr>
            <a:srgbClr val="A4A3A4"/>
          </p15:clr>
        </p15:guide>
        <p15:guide id="3" orient="horz" pos="21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660066"/>
    <a:srgbClr val="385723"/>
    <a:srgbClr val="FFC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356" y="364"/>
      </p:cViewPr>
      <p:guideLst>
        <p:guide pos="6380"/>
        <p:guide orient="horz" pos="21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3786-D428-4F48-941F-309901B29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70B57-DF33-4D86-B48E-7DAEE7957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C8963-B873-4F3D-9825-9BF988DE3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2116C-2555-46E0-9885-301E0EDE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8B79D-FE46-4208-B6BD-CC50EB2B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3243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7A560-5493-4D29-943F-0041C8DC7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265C2-C150-466C-A37B-4CDC6B52B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81EFA-0BA8-4B7A-83CE-BA27B25A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33B91-CAFD-454D-AF6D-E3599114D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11F48-5D54-4FCE-8883-365C61C6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999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CBCB3-00F4-40AC-A18F-5DAA869D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2BE7A-0461-468F-8848-B7255FB44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62A62-E2CF-4BA3-96B4-2955E9191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53A07-C541-4707-B5C5-DF4B1C555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A593-8695-46B4-8FE0-F7F8B6AA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75687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CA8DF-7848-4286-AF0A-4D1222C2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A6B73-346D-4F11-9A55-4643C7A51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13784-5C34-4184-A49A-D926C6922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C2C2C-5545-4E15-88E7-D29E3585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732F3-01E4-4C37-A30D-D93D28F76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B09D0-A145-48E9-869A-40BCEA16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147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5E43-6616-421A-A5D7-5DF0B5AE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4B9B5-B7A4-4990-B36E-43006B32A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D7294-9FE9-451A-B195-9DA6A7316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E286C1-8613-4260-BC2E-C639E9961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1C5C0-32CF-45D9-A4FE-1763CB0D7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C3C3C-7909-486A-B280-44B0B73BB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C1BFD-0FE4-4743-9709-6B1CF595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F02EC-099F-4867-A6A7-D65CF51E1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279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5972A-53F9-46FB-BC8C-9E14E5079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DA58FF-274F-41EB-B662-DB29E438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BC8E53-2C91-495C-9EC8-8C6E0F29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FC1E8-191D-4124-8BA9-A93DA7B8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342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C7400-BCD5-4D19-A514-09668560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6EDDB-62A1-4A16-8D2B-C9958E92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F1373-D4FE-4ECC-9423-BE24D088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751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4C0F-3FAF-4181-B2D4-717A2500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8C778-3DC6-4C25-B97D-FB677B830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906C8-BA2B-414C-BE34-E3CA43F8D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0B07A-28B8-4EF0-818D-4E483BE13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2AC8F-C10E-4564-843E-D21D7F0F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3AA02-E921-49BB-8746-E1B0227A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3589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4420-08CC-49D9-9FA9-32C143D13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6D7CC0-FF91-421B-8653-EDF5CF848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02486-5747-4100-B7AA-74B08656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83377-CEFF-407B-92A8-C799C4242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0AEFA-6530-4A33-8F01-42A2CBDD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6DBA7-D448-489A-86A6-6411820C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3113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B236-50FF-4B0E-83A7-D85789E9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AF51B-3554-4CD2-A6FF-933664015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ACCF2-4039-4304-B33D-8DA7CB2B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9F76B-524A-4204-8631-AA03B275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8012C-2B1F-43EB-8ECA-AB3CBE1F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3153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013BE-B7CB-48AD-9C07-DE9280EF64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DFAE9-6C8C-42C1-8855-69618AA26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DB4AF-AA47-45BA-BED3-BAF20B76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B2DC0-5810-4B30-BE7F-31D7CA65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F2787-0AF7-4DE5-8F9C-0FA65E9A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7012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E0506C-C1AE-4514-BEC6-090FE382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14C9A-F601-4C13-8EBB-D6664729E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B31F-F321-4D1F-8F1C-6D9C8FE19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51C4C-8A42-4A74-B53C-6BFFBDE77309}" type="datetimeFigureOut">
              <a:rPr lang="pt-PT" smtClean="0"/>
              <a:t>19/12/2020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E0C3D-D4A1-435F-ACEB-DD055845B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43230-6C5F-45DA-A0E4-22BBCC600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C12E2-DF0A-4817-BB71-64898FC18B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5543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BE1C-8797-4743-B6CA-772A2AD78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800" y="1122363"/>
            <a:ext cx="10312400" cy="2387600"/>
          </a:xfrm>
        </p:spPr>
        <p:txBody>
          <a:bodyPr>
            <a:normAutofit/>
          </a:bodyPr>
          <a:lstStyle/>
          <a:p>
            <a:r>
              <a:rPr lang="pt-PT" sz="6600" b="1" dirty="0" err="1">
                <a:latin typeface="Arial" panose="020B0604020202020204" pitchFamily="34" charset="0"/>
                <a:cs typeface="Arial" panose="020B0604020202020204" pitchFamily="34" charset="0"/>
              </a:rPr>
              <a:t>Kudamono</a:t>
            </a:r>
            <a:br>
              <a:rPr lang="pt-PT" sz="6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4800" i="1" dirty="0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B58EB-31D0-4626-96E2-8B63616D7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experimental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paper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puzzle</a:t>
            </a:r>
          </a:p>
          <a:p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Pedro PSI 2020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207E298-A4E6-48FF-BE05-4CD20890B3B9}"/>
              </a:ext>
            </a:extLst>
          </p:cNvPr>
          <p:cNvSpPr txBox="1">
            <a:spLocks/>
          </p:cNvSpPr>
          <p:nvPr/>
        </p:nvSpPr>
        <p:spPr>
          <a:xfrm>
            <a:off x="1524000" y="5477668"/>
            <a:ext cx="9144000" cy="1059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Feel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free to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make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puzzles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ruleset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b="1" dirty="0" err="1">
                <a:latin typeface="Arial" panose="020B0604020202020204" pitchFamily="34" charset="0"/>
                <a:cs typeface="Arial" panose="020B0604020202020204" pitchFamily="34" charset="0"/>
              </a:rPr>
              <a:t>Applicable</a:t>
            </a: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b="1" dirty="0" err="1">
                <a:latin typeface="Arial" panose="020B0604020202020204" pitchFamily="34" charset="0"/>
                <a:cs typeface="Arial" panose="020B0604020202020204" pitchFamily="34" charset="0"/>
              </a:rPr>
              <a:t>license</a:t>
            </a: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: MIT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033B1A-E238-41B7-B541-99323E577022}"/>
              </a:ext>
            </a:extLst>
          </p:cNvPr>
          <p:cNvGrpSpPr/>
          <p:nvPr/>
        </p:nvGrpSpPr>
        <p:grpSpPr>
          <a:xfrm>
            <a:off x="176361" y="214313"/>
            <a:ext cx="3251200" cy="3251200"/>
            <a:chOff x="-5805339" y="-137685"/>
            <a:chExt cx="2552768" cy="254370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6B60529-DE61-4473-9618-152BE7D26BA5}"/>
                </a:ext>
              </a:extLst>
            </p:cNvPr>
            <p:cNvGrpSpPr/>
            <p:nvPr/>
          </p:nvGrpSpPr>
          <p:grpSpPr>
            <a:xfrm>
              <a:off x="-5805339" y="-137685"/>
              <a:ext cx="2552768" cy="2543707"/>
              <a:chOff x="-5805339" y="-137685"/>
              <a:chExt cx="2552768" cy="254370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40D523A6-F92A-4ED8-B6AA-B29451383F43}"/>
                  </a:ext>
                </a:extLst>
              </p:cNvPr>
              <p:cNvGrpSpPr/>
              <p:nvPr/>
            </p:nvGrpSpPr>
            <p:grpSpPr>
              <a:xfrm>
                <a:off x="-5805339" y="710729"/>
                <a:ext cx="1696828" cy="1695293"/>
                <a:chOff x="-5751956" y="602945"/>
                <a:chExt cx="1696828" cy="1695293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FF778B0-BA0F-4B66-B791-FF5D61BBBFCE}"/>
                    </a:ext>
                  </a:extLst>
                </p:cNvPr>
                <p:cNvSpPr/>
                <p:nvPr/>
              </p:nvSpPr>
              <p:spPr>
                <a:xfrm>
                  <a:off x="-5751956" y="602945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CA2EE0EB-EA6A-4FEC-8245-31866266E67A}"/>
                    </a:ext>
                  </a:extLst>
                </p:cNvPr>
                <p:cNvSpPr/>
                <p:nvPr/>
              </p:nvSpPr>
              <p:spPr>
                <a:xfrm>
                  <a:off x="-4903542" y="602945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0BF10983-0629-40E1-8BED-43FD1BCF0537}"/>
                    </a:ext>
                  </a:extLst>
                </p:cNvPr>
                <p:cNvSpPr/>
                <p:nvPr/>
              </p:nvSpPr>
              <p:spPr>
                <a:xfrm>
                  <a:off x="-5751956" y="1449824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57736BE-120E-4354-AA59-73E8E9EF21C9}"/>
                    </a:ext>
                  </a:extLst>
                </p:cNvPr>
                <p:cNvSpPr/>
                <p:nvPr/>
              </p:nvSpPr>
              <p:spPr>
                <a:xfrm>
                  <a:off x="-4903542" y="1449824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734B2DA-54E0-4A6D-94C4-B67B451686D9}"/>
                  </a:ext>
                </a:extLst>
              </p:cNvPr>
              <p:cNvSpPr/>
              <p:nvPr/>
            </p:nvSpPr>
            <p:spPr>
              <a:xfrm>
                <a:off x="-4100985" y="71072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5412915-6C6C-44AA-BEF7-273068626830}"/>
                  </a:ext>
                </a:extLst>
              </p:cNvPr>
              <p:cNvSpPr/>
              <p:nvPr/>
            </p:nvSpPr>
            <p:spPr>
              <a:xfrm>
                <a:off x="-4100985" y="1557608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1FA8027-B959-4521-985D-9FC8993AE8CF}"/>
                  </a:ext>
                </a:extLst>
              </p:cNvPr>
              <p:cNvSpPr/>
              <p:nvPr/>
            </p:nvSpPr>
            <p:spPr>
              <a:xfrm>
                <a:off x="-4100985" y="-137685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0D98424-9550-4F38-9F48-56328ABBB336}"/>
                  </a:ext>
                </a:extLst>
              </p:cNvPr>
              <p:cNvSpPr/>
              <p:nvPr/>
            </p:nvSpPr>
            <p:spPr>
              <a:xfrm>
                <a:off x="-5797813" y="-137685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2D65A8A-A1D3-4C75-98E4-FD566BF3E1C2}"/>
                  </a:ext>
                </a:extLst>
              </p:cNvPr>
              <p:cNvSpPr/>
              <p:nvPr/>
            </p:nvSpPr>
            <p:spPr>
              <a:xfrm>
                <a:off x="-4949399" y="-137685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63412C7-834C-423B-817F-8C224414C5B1}"/>
                </a:ext>
              </a:extLst>
            </p:cNvPr>
            <p:cNvSpPr/>
            <p:nvPr/>
          </p:nvSpPr>
          <p:spPr>
            <a:xfrm rot="2750059">
              <a:off x="-5195067" y="1303907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28C25D4-EDC3-482C-80CB-D5A1AAC594D2}"/>
                </a:ext>
              </a:extLst>
            </p:cNvPr>
            <p:cNvSpPr/>
            <p:nvPr/>
          </p:nvSpPr>
          <p:spPr>
            <a:xfrm rot="19185010">
              <a:off x="-5310885" y="570857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B18788-F94D-4593-8CD3-AA24351C7BE1}"/>
                </a:ext>
              </a:extLst>
            </p:cNvPr>
            <p:cNvSpPr/>
            <p:nvPr/>
          </p:nvSpPr>
          <p:spPr>
            <a:xfrm rot="7313666">
              <a:off x="-4442745" y="457048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95D8E10-52BC-442B-A1E6-B250FBC69E03}"/>
                </a:ext>
              </a:extLst>
            </p:cNvPr>
            <p:cNvSpPr/>
            <p:nvPr/>
          </p:nvSpPr>
          <p:spPr>
            <a:xfrm>
              <a:off x="-4506592" y="1298704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CE2CFE-1D2D-4C43-89B8-19E75CD64619}"/>
              </a:ext>
            </a:extLst>
          </p:cNvPr>
          <p:cNvGrpSpPr>
            <a:grpSpLocks noChangeAspect="1"/>
          </p:cNvGrpSpPr>
          <p:nvPr/>
        </p:nvGrpSpPr>
        <p:grpSpPr>
          <a:xfrm>
            <a:off x="8574088" y="214313"/>
            <a:ext cx="1143000" cy="1143000"/>
            <a:chOff x="-5805339" y="-137685"/>
            <a:chExt cx="2552768" cy="254370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97CBB2C-5E5A-4138-960E-A2822CE1A746}"/>
                </a:ext>
              </a:extLst>
            </p:cNvPr>
            <p:cNvGrpSpPr/>
            <p:nvPr/>
          </p:nvGrpSpPr>
          <p:grpSpPr>
            <a:xfrm>
              <a:off x="-5805339" y="-137685"/>
              <a:ext cx="2552768" cy="2543707"/>
              <a:chOff x="-5805339" y="-137685"/>
              <a:chExt cx="2552768" cy="2543707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064CEF0-0911-43FE-9EA3-FD407307BDC4}"/>
                  </a:ext>
                </a:extLst>
              </p:cNvPr>
              <p:cNvGrpSpPr/>
              <p:nvPr/>
            </p:nvGrpSpPr>
            <p:grpSpPr>
              <a:xfrm>
                <a:off x="-5805339" y="710729"/>
                <a:ext cx="1696828" cy="1695293"/>
                <a:chOff x="-5751956" y="602945"/>
                <a:chExt cx="1696828" cy="1695293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9811996A-F3A6-4D27-849F-9805AB4472E6}"/>
                    </a:ext>
                  </a:extLst>
                </p:cNvPr>
                <p:cNvSpPr/>
                <p:nvPr/>
              </p:nvSpPr>
              <p:spPr>
                <a:xfrm>
                  <a:off x="-5751956" y="602945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5E1CB1F4-43FF-4731-9392-BC667E54A2E0}"/>
                    </a:ext>
                  </a:extLst>
                </p:cNvPr>
                <p:cNvSpPr/>
                <p:nvPr/>
              </p:nvSpPr>
              <p:spPr>
                <a:xfrm>
                  <a:off x="-4903542" y="602945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8EFFCC9B-F3B0-44AE-BF91-67DF36013FD8}"/>
                    </a:ext>
                  </a:extLst>
                </p:cNvPr>
                <p:cNvSpPr/>
                <p:nvPr/>
              </p:nvSpPr>
              <p:spPr>
                <a:xfrm>
                  <a:off x="-5751956" y="1449824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83E9293-8DC9-41C3-A819-4D98C317921D}"/>
                    </a:ext>
                  </a:extLst>
                </p:cNvPr>
                <p:cNvSpPr/>
                <p:nvPr/>
              </p:nvSpPr>
              <p:spPr>
                <a:xfrm>
                  <a:off x="-4903542" y="1449824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46E47DA-2C8E-4E5B-B963-617FA7FBFAA9}"/>
                  </a:ext>
                </a:extLst>
              </p:cNvPr>
              <p:cNvSpPr/>
              <p:nvPr/>
            </p:nvSpPr>
            <p:spPr>
              <a:xfrm>
                <a:off x="-4100985" y="71072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67B84D1-494B-4F54-B41D-E13F4D714D1E}"/>
                  </a:ext>
                </a:extLst>
              </p:cNvPr>
              <p:cNvSpPr/>
              <p:nvPr/>
            </p:nvSpPr>
            <p:spPr>
              <a:xfrm>
                <a:off x="-4100985" y="1557608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198921-35F6-40BC-9AB5-C09F3C274687}"/>
                  </a:ext>
                </a:extLst>
              </p:cNvPr>
              <p:cNvSpPr/>
              <p:nvPr/>
            </p:nvSpPr>
            <p:spPr>
              <a:xfrm>
                <a:off x="-4100985" y="-137685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702F465-7423-45A0-A752-3DBC4A24F994}"/>
                  </a:ext>
                </a:extLst>
              </p:cNvPr>
              <p:cNvSpPr/>
              <p:nvPr/>
            </p:nvSpPr>
            <p:spPr>
              <a:xfrm>
                <a:off x="-5797813" y="-137685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3E76936-5E83-4343-9831-869A9FBA3519}"/>
                  </a:ext>
                </a:extLst>
              </p:cNvPr>
              <p:cNvSpPr/>
              <p:nvPr/>
            </p:nvSpPr>
            <p:spPr>
              <a:xfrm>
                <a:off x="-4949399" y="-137685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F8171CB-7B71-4DFD-A438-5A61A327FD74}"/>
                </a:ext>
              </a:extLst>
            </p:cNvPr>
            <p:cNvSpPr/>
            <p:nvPr/>
          </p:nvSpPr>
          <p:spPr>
            <a:xfrm rot="2750059">
              <a:off x="-5195067" y="1303907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310DA4C-6772-481C-9331-DEBE2D0723B6}"/>
                </a:ext>
              </a:extLst>
            </p:cNvPr>
            <p:cNvSpPr/>
            <p:nvPr/>
          </p:nvSpPr>
          <p:spPr>
            <a:xfrm rot="19185010">
              <a:off x="-5310885" y="570857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ABD9F72-E9E8-4F42-AD3A-5BA21374D696}"/>
                </a:ext>
              </a:extLst>
            </p:cNvPr>
            <p:cNvSpPr/>
            <p:nvPr/>
          </p:nvSpPr>
          <p:spPr>
            <a:xfrm rot="7313666">
              <a:off x="-4462686" y="457048"/>
              <a:ext cx="690110" cy="493910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0047131-EB53-49B2-A8C5-3CC23347DE9C}"/>
                </a:ext>
              </a:extLst>
            </p:cNvPr>
            <p:cNvSpPr/>
            <p:nvPr/>
          </p:nvSpPr>
          <p:spPr>
            <a:xfrm>
              <a:off x="-4506592" y="1298704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6627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B7A7704A-ADD7-4FB1-AA77-BC9FC459993B}"/>
              </a:ext>
            </a:extLst>
          </p:cNvPr>
          <p:cNvSpPr/>
          <p:nvPr/>
        </p:nvSpPr>
        <p:spPr>
          <a:xfrm rot="19185010">
            <a:off x="13160573" y="716542"/>
            <a:ext cx="585042" cy="39398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0BDAFFFA-928E-4EC1-9F3B-E511F294CE3D}"/>
              </a:ext>
            </a:extLst>
          </p:cNvPr>
          <p:cNvSpPr/>
          <p:nvPr/>
        </p:nvSpPr>
        <p:spPr>
          <a:xfrm rot="7313666">
            <a:off x="13980817" y="-694557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A5718424-3F13-4917-94A4-F02A0804D624}"/>
              </a:ext>
            </a:extLst>
          </p:cNvPr>
          <p:cNvSpPr/>
          <p:nvPr/>
        </p:nvSpPr>
        <p:spPr>
          <a:xfrm>
            <a:off x="13803637" y="1275533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0B54444D-7BC5-4F0B-89DF-A395C0A181D3}"/>
              </a:ext>
            </a:extLst>
          </p:cNvPr>
          <p:cNvSpPr/>
          <p:nvPr/>
        </p:nvSpPr>
        <p:spPr>
          <a:xfrm rot="2750059">
            <a:off x="14689932" y="326185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88D87181-9FFC-42C2-8096-856A2B617AD0}"/>
              </a:ext>
            </a:extLst>
          </p:cNvPr>
          <p:cNvGrpSpPr/>
          <p:nvPr/>
        </p:nvGrpSpPr>
        <p:grpSpPr>
          <a:xfrm>
            <a:off x="1335761" y="-1104906"/>
            <a:ext cx="9801243" cy="9723185"/>
            <a:chOff x="1335761" y="-1104906"/>
            <a:chExt cx="9801243" cy="972318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615AE5-76AD-47DD-A7F8-E807713F6745}"/>
                </a:ext>
              </a:extLst>
            </p:cNvPr>
            <p:cNvSpPr/>
            <p:nvPr/>
          </p:nvSpPr>
          <p:spPr>
            <a:xfrm>
              <a:off x="1335761" y="-1104906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6C172A4-583A-4A22-9A6D-95AF84D41FFF}"/>
                </a:ext>
              </a:extLst>
            </p:cNvPr>
            <p:cNvSpPr/>
            <p:nvPr/>
          </p:nvSpPr>
          <p:spPr>
            <a:xfrm>
              <a:off x="1335761" y="-12676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436398-47D7-4949-89C5-8E825A6C9758}"/>
                </a:ext>
              </a:extLst>
            </p:cNvPr>
            <p:cNvSpPr/>
            <p:nvPr/>
          </p:nvSpPr>
          <p:spPr>
            <a:xfrm>
              <a:off x="2313905" y="-1104906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D7208E-316A-4D48-86AD-474BEA32FA99}"/>
                </a:ext>
              </a:extLst>
            </p:cNvPr>
            <p:cNvSpPr/>
            <p:nvPr/>
          </p:nvSpPr>
          <p:spPr>
            <a:xfrm>
              <a:off x="3292049" y="-1104906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944DC0-BE1D-4E44-8D00-8156909E0A58}"/>
                </a:ext>
              </a:extLst>
            </p:cNvPr>
            <p:cNvSpPr/>
            <p:nvPr/>
          </p:nvSpPr>
          <p:spPr>
            <a:xfrm>
              <a:off x="2313905" y="-12676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C83D9A-BDCF-4322-B557-1AD102989A61}"/>
                </a:ext>
              </a:extLst>
            </p:cNvPr>
            <p:cNvSpPr/>
            <p:nvPr/>
          </p:nvSpPr>
          <p:spPr>
            <a:xfrm>
              <a:off x="3292049" y="-12676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BB3D6F-BD03-42BD-AA80-9D0B1A7BE153}"/>
                </a:ext>
              </a:extLst>
            </p:cNvPr>
            <p:cNvSpPr/>
            <p:nvPr/>
          </p:nvSpPr>
          <p:spPr>
            <a:xfrm>
              <a:off x="1335761" y="85138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2FA30-E2A7-4356-A8C1-015D86DDC04D}"/>
                </a:ext>
              </a:extLst>
            </p:cNvPr>
            <p:cNvSpPr/>
            <p:nvPr/>
          </p:nvSpPr>
          <p:spPr>
            <a:xfrm>
              <a:off x="1335761" y="182952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87C983-E32C-48F9-B576-F5F5F4B5E61C}"/>
                </a:ext>
              </a:extLst>
            </p:cNvPr>
            <p:cNvSpPr/>
            <p:nvPr/>
          </p:nvSpPr>
          <p:spPr>
            <a:xfrm>
              <a:off x="2313905" y="85138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818448-3476-43DF-87C6-677AB5DFDFFF}"/>
                </a:ext>
              </a:extLst>
            </p:cNvPr>
            <p:cNvSpPr/>
            <p:nvPr/>
          </p:nvSpPr>
          <p:spPr>
            <a:xfrm>
              <a:off x="3292049" y="85138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7C4764-3885-4DA7-9321-8012B8C98E21}"/>
                </a:ext>
              </a:extLst>
            </p:cNvPr>
            <p:cNvSpPr/>
            <p:nvPr/>
          </p:nvSpPr>
          <p:spPr>
            <a:xfrm>
              <a:off x="2313905" y="182952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FF1F063-66A3-439A-A0E0-52C8612FD08C}"/>
                </a:ext>
              </a:extLst>
            </p:cNvPr>
            <p:cNvSpPr/>
            <p:nvPr/>
          </p:nvSpPr>
          <p:spPr>
            <a:xfrm>
              <a:off x="3292049" y="182952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3BA6675-1C96-4A8E-82AC-CC5BAE6678B1}"/>
                </a:ext>
              </a:extLst>
            </p:cNvPr>
            <p:cNvSpPr/>
            <p:nvPr/>
          </p:nvSpPr>
          <p:spPr>
            <a:xfrm>
              <a:off x="4270193" y="-1104906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59F3925-5E9D-4F8C-AF34-9E1ADFE85A00}"/>
                </a:ext>
              </a:extLst>
            </p:cNvPr>
            <p:cNvSpPr/>
            <p:nvPr/>
          </p:nvSpPr>
          <p:spPr>
            <a:xfrm>
              <a:off x="5248337" y="-1104906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A66EB44-92C9-491A-8ACF-09300D31B7B5}"/>
                </a:ext>
              </a:extLst>
            </p:cNvPr>
            <p:cNvSpPr/>
            <p:nvPr/>
          </p:nvSpPr>
          <p:spPr>
            <a:xfrm>
              <a:off x="4270193" y="-12676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FAD8305-E78F-46F8-AFE5-3D9EA89E6266}"/>
                </a:ext>
              </a:extLst>
            </p:cNvPr>
            <p:cNvSpPr/>
            <p:nvPr/>
          </p:nvSpPr>
          <p:spPr>
            <a:xfrm>
              <a:off x="5248337" y="-12676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C50C5A1-E5A6-44AE-9EF0-33ACE599F0B8}"/>
                </a:ext>
              </a:extLst>
            </p:cNvPr>
            <p:cNvSpPr/>
            <p:nvPr/>
          </p:nvSpPr>
          <p:spPr>
            <a:xfrm>
              <a:off x="6226481" y="-1104906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51226DA-33E7-4553-8C3F-593EC9BB4C98}"/>
                </a:ext>
              </a:extLst>
            </p:cNvPr>
            <p:cNvSpPr/>
            <p:nvPr/>
          </p:nvSpPr>
          <p:spPr>
            <a:xfrm>
              <a:off x="6226481" y="-12676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485A28-70A8-458D-A8B7-39B5715455E3}"/>
                </a:ext>
              </a:extLst>
            </p:cNvPr>
            <p:cNvSpPr/>
            <p:nvPr/>
          </p:nvSpPr>
          <p:spPr>
            <a:xfrm>
              <a:off x="4270193" y="85138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42D0AB2-68A6-437F-8A22-B22D1B528FAE}"/>
                </a:ext>
              </a:extLst>
            </p:cNvPr>
            <p:cNvSpPr/>
            <p:nvPr/>
          </p:nvSpPr>
          <p:spPr>
            <a:xfrm>
              <a:off x="5248337" y="85138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4C7CE40-6ACB-4949-AA9C-0053D7AB4DC1}"/>
                </a:ext>
              </a:extLst>
            </p:cNvPr>
            <p:cNvSpPr/>
            <p:nvPr/>
          </p:nvSpPr>
          <p:spPr>
            <a:xfrm>
              <a:off x="4270193" y="182952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479CD5A-D388-49F6-B2A0-ED63C6991E7D}"/>
                </a:ext>
              </a:extLst>
            </p:cNvPr>
            <p:cNvSpPr/>
            <p:nvPr/>
          </p:nvSpPr>
          <p:spPr>
            <a:xfrm>
              <a:off x="5248337" y="182952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D842E9E-735E-4704-8887-F72D78C5B8D7}"/>
                </a:ext>
              </a:extLst>
            </p:cNvPr>
            <p:cNvSpPr/>
            <p:nvPr/>
          </p:nvSpPr>
          <p:spPr>
            <a:xfrm>
              <a:off x="6226481" y="85138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C971821-8964-44AD-9347-5B059EC9F0D1}"/>
                </a:ext>
              </a:extLst>
            </p:cNvPr>
            <p:cNvSpPr/>
            <p:nvPr/>
          </p:nvSpPr>
          <p:spPr>
            <a:xfrm>
              <a:off x="6226481" y="182952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AF117E-E8CB-465F-BEF4-B9E10354782C}"/>
                </a:ext>
              </a:extLst>
            </p:cNvPr>
            <p:cNvSpPr/>
            <p:nvPr/>
          </p:nvSpPr>
          <p:spPr>
            <a:xfrm>
              <a:off x="1335761" y="2778543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05E7E21-D836-4A0B-92FC-15F627203C31}"/>
                </a:ext>
              </a:extLst>
            </p:cNvPr>
            <p:cNvSpPr/>
            <p:nvPr/>
          </p:nvSpPr>
          <p:spPr>
            <a:xfrm>
              <a:off x="1335761" y="375668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2BCCC00-CCD6-419E-A422-F9F95C7755D6}"/>
                </a:ext>
              </a:extLst>
            </p:cNvPr>
            <p:cNvSpPr/>
            <p:nvPr/>
          </p:nvSpPr>
          <p:spPr>
            <a:xfrm>
              <a:off x="2313905" y="2778543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B4A53FA-C0A0-4A1D-AC44-8133979C9368}"/>
                </a:ext>
              </a:extLst>
            </p:cNvPr>
            <p:cNvSpPr/>
            <p:nvPr/>
          </p:nvSpPr>
          <p:spPr>
            <a:xfrm>
              <a:off x="3292049" y="2778543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7329213-BD92-4DA8-BB35-2DF8E9462E70}"/>
                </a:ext>
              </a:extLst>
            </p:cNvPr>
            <p:cNvSpPr/>
            <p:nvPr/>
          </p:nvSpPr>
          <p:spPr>
            <a:xfrm>
              <a:off x="2313905" y="375668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BDED33-C004-4F9E-9A8F-CDCE6647E23E}"/>
                </a:ext>
              </a:extLst>
            </p:cNvPr>
            <p:cNvSpPr/>
            <p:nvPr/>
          </p:nvSpPr>
          <p:spPr>
            <a:xfrm>
              <a:off x="3292049" y="375668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1EEA351-2799-4D1A-B82C-8A0FE6DCC7DC}"/>
                </a:ext>
              </a:extLst>
            </p:cNvPr>
            <p:cNvSpPr/>
            <p:nvPr/>
          </p:nvSpPr>
          <p:spPr>
            <a:xfrm>
              <a:off x="1335761" y="4734831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35C234-C756-458D-A587-3B2D73B884E5}"/>
                </a:ext>
              </a:extLst>
            </p:cNvPr>
            <p:cNvSpPr/>
            <p:nvPr/>
          </p:nvSpPr>
          <p:spPr>
            <a:xfrm>
              <a:off x="2313905" y="4734831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7E2E9D8-7137-48D8-8864-5F0C06EF51E7}"/>
                </a:ext>
              </a:extLst>
            </p:cNvPr>
            <p:cNvSpPr/>
            <p:nvPr/>
          </p:nvSpPr>
          <p:spPr>
            <a:xfrm>
              <a:off x="3292049" y="4734831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990DF6F-4C5F-46E0-8A7B-1FFA707748E3}"/>
                </a:ext>
              </a:extLst>
            </p:cNvPr>
            <p:cNvSpPr/>
            <p:nvPr/>
          </p:nvSpPr>
          <p:spPr>
            <a:xfrm>
              <a:off x="4270193" y="2778543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F9A5D33-1427-428D-B480-662A24C5C9E6}"/>
                </a:ext>
              </a:extLst>
            </p:cNvPr>
            <p:cNvSpPr/>
            <p:nvPr/>
          </p:nvSpPr>
          <p:spPr>
            <a:xfrm>
              <a:off x="5248337" y="2778543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655F7A-807B-400D-96DD-4A02431CA5A0}"/>
                </a:ext>
              </a:extLst>
            </p:cNvPr>
            <p:cNvSpPr/>
            <p:nvPr/>
          </p:nvSpPr>
          <p:spPr>
            <a:xfrm>
              <a:off x="4270193" y="375668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FE141EF-7430-4FF9-BC73-788AFE9805C3}"/>
                </a:ext>
              </a:extLst>
            </p:cNvPr>
            <p:cNvSpPr/>
            <p:nvPr/>
          </p:nvSpPr>
          <p:spPr>
            <a:xfrm>
              <a:off x="5248337" y="375668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88A1B89-5718-477E-8186-82C872A0B968}"/>
                </a:ext>
              </a:extLst>
            </p:cNvPr>
            <p:cNvSpPr/>
            <p:nvPr/>
          </p:nvSpPr>
          <p:spPr>
            <a:xfrm>
              <a:off x="6226481" y="2778543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24FC7E6-0565-4D6F-909A-054763CD280A}"/>
                </a:ext>
              </a:extLst>
            </p:cNvPr>
            <p:cNvSpPr/>
            <p:nvPr/>
          </p:nvSpPr>
          <p:spPr>
            <a:xfrm>
              <a:off x="6226481" y="375668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03D15B5-CB7D-46B5-B146-B0A7BE6E3A7E}"/>
                </a:ext>
              </a:extLst>
            </p:cNvPr>
            <p:cNvSpPr/>
            <p:nvPr/>
          </p:nvSpPr>
          <p:spPr>
            <a:xfrm>
              <a:off x="4270193" y="4734831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1ED0087-0EA3-4120-8B0F-57860E927298}"/>
                </a:ext>
              </a:extLst>
            </p:cNvPr>
            <p:cNvSpPr/>
            <p:nvPr/>
          </p:nvSpPr>
          <p:spPr>
            <a:xfrm>
              <a:off x="5248337" y="4734831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184A4BB-2A46-47B1-B15D-62CC3EB0EFB5}"/>
                </a:ext>
              </a:extLst>
            </p:cNvPr>
            <p:cNvSpPr/>
            <p:nvPr/>
          </p:nvSpPr>
          <p:spPr>
            <a:xfrm>
              <a:off x="6226481" y="4734831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E658B0E-E80B-40D1-949B-080CAB4A57E8}"/>
                </a:ext>
              </a:extLst>
            </p:cNvPr>
            <p:cNvSpPr/>
            <p:nvPr/>
          </p:nvSpPr>
          <p:spPr>
            <a:xfrm>
              <a:off x="1335761" y="571297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03CA8A3-459B-4469-9F24-CB3A80EEADEA}"/>
                </a:ext>
              </a:extLst>
            </p:cNvPr>
            <p:cNvSpPr/>
            <p:nvPr/>
          </p:nvSpPr>
          <p:spPr>
            <a:xfrm>
              <a:off x="2313905" y="571297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BC37B07-111E-4D1A-9CD3-9A66FA99DAFA}"/>
                </a:ext>
              </a:extLst>
            </p:cNvPr>
            <p:cNvSpPr/>
            <p:nvPr/>
          </p:nvSpPr>
          <p:spPr>
            <a:xfrm>
              <a:off x="3292049" y="571297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273014E-E18E-486A-A0CB-BF4D66D87D81}"/>
                </a:ext>
              </a:extLst>
            </p:cNvPr>
            <p:cNvSpPr/>
            <p:nvPr/>
          </p:nvSpPr>
          <p:spPr>
            <a:xfrm>
              <a:off x="4270193" y="571297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F8FC132-187D-482D-A682-06417A81991F}"/>
                </a:ext>
              </a:extLst>
            </p:cNvPr>
            <p:cNvSpPr/>
            <p:nvPr/>
          </p:nvSpPr>
          <p:spPr>
            <a:xfrm>
              <a:off x="5248337" y="571297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270D3EF-725C-4DE4-9DCC-4732DC56B5F6}"/>
                </a:ext>
              </a:extLst>
            </p:cNvPr>
            <p:cNvSpPr/>
            <p:nvPr/>
          </p:nvSpPr>
          <p:spPr>
            <a:xfrm>
              <a:off x="6226481" y="571297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A794E3A-3DAE-4AD4-8482-D51BF5DE78F6}"/>
                </a:ext>
              </a:extLst>
            </p:cNvPr>
            <p:cNvSpPr/>
            <p:nvPr/>
          </p:nvSpPr>
          <p:spPr>
            <a:xfrm>
              <a:off x="7210109" y="-1104906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085E03E-6979-4E1B-9F19-CC88A99FACFF}"/>
                </a:ext>
              </a:extLst>
            </p:cNvPr>
            <p:cNvSpPr/>
            <p:nvPr/>
          </p:nvSpPr>
          <p:spPr>
            <a:xfrm>
              <a:off x="7210109" y="-12676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3C20F01-F9B7-48B1-8106-4BD40AB5FC7E}"/>
                </a:ext>
              </a:extLst>
            </p:cNvPr>
            <p:cNvSpPr/>
            <p:nvPr/>
          </p:nvSpPr>
          <p:spPr>
            <a:xfrm>
              <a:off x="7210109" y="85138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E129CA2-B779-4C4B-BF44-D52B3626F3E6}"/>
                </a:ext>
              </a:extLst>
            </p:cNvPr>
            <p:cNvSpPr/>
            <p:nvPr/>
          </p:nvSpPr>
          <p:spPr>
            <a:xfrm>
              <a:off x="7210109" y="182952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BF2AC03-17D5-49D3-8BE8-501352527D7B}"/>
                </a:ext>
              </a:extLst>
            </p:cNvPr>
            <p:cNvSpPr/>
            <p:nvPr/>
          </p:nvSpPr>
          <p:spPr>
            <a:xfrm>
              <a:off x="7210109" y="2778543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EDD651D-D1E6-4057-8A54-A203075CF512}"/>
                </a:ext>
              </a:extLst>
            </p:cNvPr>
            <p:cNvSpPr/>
            <p:nvPr/>
          </p:nvSpPr>
          <p:spPr>
            <a:xfrm>
              <a:off x="7210109" y="375668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46BE253-6F10-49E0-BF89-AE28FBEE6B35}"/>
                </a:ext>
              </a:extLst>
            </p:cNvPr>
            <p:cNvSpPr/>
            <p:nvPr/>
          </p:nvSpPr>
          <p:spPr>
            <a:xfrm>
              <a:off x="7210109" y="4734831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DBD52DA-3BC0-4328-9A55-55F4689F9BE3}"/>
                </a:ext>
              </a:extLst>
            </p:cNvPr>
            <p:cNvSpPr/>
            <p:nvPr/>
          </p:nvSpPr>
          <p:spPr>
            <a:xfrm>
              <a:off x="7210109" y="571297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41D9860-070E-4658-9093-E9D1D5CF78BF}"/>
                </a:ext>
              </a:extLst>
            </p:cNvPr>
            <p:cNvSpPr/>
            <p:nvPr/>
          </p:nvSpPr>
          <p:spPr>
            <a:xfrm>
              <a:off x="1335761" y="6691120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F2B750B-B1A4-4811-B526-EF9F6E7CFB98}"/>
                </a:ext>
              </a:extLst>
            </p:cNvPr>
            <p:cNvSpPr/>
            <p:nvPr/>
          </p:nvSpPr>
          <p:spPr>
            <a:xfrm>
              <a:off x="2313905" y="6691120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0995394-6320-4E0B-A6C0-C569097D368F}"/>
                </a:ext>
              </a:extLst>
            </p:cNvPr>
            <p:cNvSpPr/>
            <p:nvPr/>
          </p:nvSpPr>
          <p:spPr>
            <a:xfrm>
              <a:off x="3292049" y="6691120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41F6CB7-AFC2-4386-9B76-855BFE7854F1}"/>
                </a:ext>
              </a:extLst>
            </p:cNvPr>
            <p:cNvSpPr/>
            <p:nvPr/>
          </p:nvSpPr>
          <p:spPr>
            <a:xfrm>
              <a:off x="4270193" y="6691120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1DB7297-38A0-4FF3-8F1B-5C4D8B3650ED}"/>
                </a:ext>
              </a:extLst>
            </p:cNvPr>
            <p:cNvSpPr/>
            <p:nvPr/>
          </p:nvSpPr>
          <p:spPr>
            <a:xfrm>
              <a:off x="5248337" y="6691120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1A657CD-9EFA-43D9-8C4F-65237E0CF3C4}"/>
                </a:ext>
              </a:extLst>
            </p:cNvPr>
            <p:cNvSpPr/>
            <p:nvPr/>
          </p:nvSpPr>
          <p:spPr>
            <a:xfrm>
              <a:off x="6226481" y="6691120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AB52E0C-089C-439A-B4E5-AF8083FE7F2F}"/>
                </a:ext>
              </a:extLst>
            </p:cNvPr>
            <p:cNvSpPr/>
            <p:nvPr/>
          </p:nvSpPr>
          <p:spPr>
            <a:xfrm>
              <a:off x="7210109" y="6691120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7AE1643-633D-4A8E-B990-ED544C39F6F9}"/>
                </a:ext>
              </a:extLst>
            </p:cNvPr>
            <p:cNvSpPr/>
            <p:nvPr/>
          </p:nvSpPr>
          <p:spPr>
            <a:xfrm>
              <a:off x="8202992" y="-1104906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9AC8DD8-C3B6-4D2C-857D-2D6DE83B0E27}"/>
                </a:ext>
              </a:extLst>
            </p:cNvPr>
            <p:cNvSpPr/>
            <p:nvPr/>
          </p:nvSpPr>
          <p:spPr>
            <a:xfrm>
              <a:off x="8202992" y="-12676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176BA71-88AC-4376-B2AA-DA955240EAA1}"/>
                </a:ext>
              </a:extLst>
            </p:cNvPr>
            <p:cNvSpPr/>
            <p:nvPr/>
          </p:nvSpPr>
          <p:spPr>
            <a:xfrm>
              <a:off x="8202992" y="85138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B26819E-830C-4962-B5D6-BD006BA6DAE4}"/>
                </a:ext>
              </a:extLst>
            </p:cNvPr>
            <p:cNvSpPr/>
            <p:nvPr/>
          </p:nvSpPr>
          <p:spPr>
            <a:xfrm>
              <a:off x="8202992" y="182952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85AE06A-49CA-4FAB-B2AD-7EB149A11C82}"/>
                </a:ext>
              </a:extLst>
            </p:cNvPr>
            <p:cNvSpPr/>
            <p:nvPr/>
          </p:nvSpPr>
          <p:spPr>
            <a:xfrm>
              <a:off x="8202992" y="2778543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9E6830A-4867-4B40-8997-9B6A21B353D7}"/>
                </a:ext>
              </a:extLst>
            </p:cNvPr>
            <p:cNvSpPr/>
            <p:nvPr/>
          </p:nvSpPr>
          <p:spPr>
            <a:xfrm>
              <a:off x="8202992" y="375668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41CECBD-8500-4A5F-96DB-9E4A6C551840}"/>
                </a:ext>
              </a:extLst>
            </p:cNvPr>
            <p:cNvSpPr/>
            <p:nvPr/>
          </p:nvSpPr>
          <p:spPr>
            <a:xfrm>
              <a:off x="8202992" y="4734831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5E2234E-01C3-4834-B6FF-E1F953E96D8B}"/>
                </a:ext>
              </a:extLst>
            </p:cNvPr>
            <p:cNvSpPr/>
            <p:nvPr/>
          </p:nvSpPr>
          <p:spPr>
            <a:xfrm>
              <a:off x="8202992" y="571297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5599E1B-1028-479A-AC4A-F2584A2FE858}"/>
                </a:ext>
              </a:extLst>
            </p:cNvPr>
            <p:cNvSpPr/>
            <p:nvPr/>
          </p:nvSpPr>
          <p:spPr>
            <a:xfrm>
              <a:off x="9186619" y="-1104906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862131B-FBCA-41EB-B22D-585F8494E6B5}"/>
                </a:ext>
              </a:extLst>
            </p:cNvPr>
            <p:cNvSpPr/>
            <p:nvPr/>
          </p:nvSpPr>
          <p:spPr>
            <a:xfrm>
              <a:off x="9186619" y="-12676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B17C4CE-60BA-4E64-AF4A-ECB27482CDEF}"/>
                </a:ext>
              </a:extLst>
            </p:cNvPr>
            <p:cNvSpPr/>
            <p:nvPr/>
          </p:nvSpPr>
          <p:spPr>
            <a:xfrm>
              <a:off x="9186619" y="85138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ED7654F-3A60-4A9B-959F-CF24B2E2D891}"/>
                </a:ext>
              </a:extLst>
            </p:cNvPr>
            <p:cNvSpPr/>
            <p:nvPr/>
          </p:nvSpPr>
          <p:spPr>
            <a:xfrm>
              <a:off x="9186619" y="182952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A5910AE-BBE9-4441-97FC-883D7AEB5604}"/>
                </a:ext>
              </a:extLst>
            </p:cNvPr>
            <p:cNvSpPr/>
            <p:nvPr/>
          </p:nvSpPr>
          <p:spPr>
            <a:xfrm>
              <a:off x="9186619" y="2778543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FC24772-FEEB-4E0C-B458-31E574A24FFE}"/>
                </a:ext>
              </a:extLst>
            </p:cNvPr>
            <p:cNvSpPr/>
            <p:nvPr/>
          </p:nvSpPr>
          <p:spPr>
            <a:xfrm>
              <a:off x="9186619" y="375668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2670556-0F84-41EE-B5AB-E890029B8E68}"/>
                </a:ext>
              </a:extLst>
            </p:cNvPr>
            <p:cNvSpPr/>
            <p:nvPr/>
          </p:nvSpPr>
          <p:spPr>
            <a:xfrm>
              <a:off x="9186619" y="4734831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9F9D05C-7A09-4A03-AF0D-44BFA2B6DE1B}"/>
                </a:ext>
              </a:extLst>
            </p:cNvPr>
            <p:cNvSpPr/>
            <p:nvPr/>
          </p:nvSpPr>
          <p:spPr>
            <a:xfrm>
              <a:off x="9186619" y="571297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C8DA6EB-9E76-4930-ABD5-189C7F4CB8CF}"/>
                </a:ext>
              </a:extLst>
            </p:cNvPr>
            <p:cNvSpPr/>
            <p:nvPr/>
          </p:nvSpPr>
          <p:spPr>
            <a:xfrm>
              <a:off x="8202992" y="6691120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ED56CF0-7EDF-4F04-B1B7-8BF6144C6BD5}"/>
                </a:ext>
              </a:extLst>
            </p:cNvPr>
            <p:cNvSpPr/>
            <p:nvPr/>
          </p:nvSpPr>
          <p:spPr>
            <a:xfrm>
              <a:off x="9186619" y="6691120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C33A40A2-6E7A-4889-AD37-5C02BC5C87BE}"/>
                </a:ext>
              </a:extLst>
            </p:cNvPr>
            <p:cNvSpPr/>
            <p:nvPr/>
          </p:nvSpPr>
          <p:spPr>
            <a:xfrm>
              <a:off x="10158860" y="-1104906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6630AE6-1DB4-407A-8FA6-91C7F5D49174}"/>
                </a:ext>
              </a:extLst>
            </p:cNvPr>
            <p:cNvSpPr/>
            <p:nvPr/>
          </p:nvSpPr>
          <p:spPr>
            <a:xfrm>
              <a:off x="10158860" y="-12676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459DAEE8-4027-4880-85D4-F724165F0693}"/>
                </a:ext>
              </a:extLst>
            </p:cNvPr>
            <p:cNvSpPr/>
            <p:nvPr/>
          </p:nvSpPr>
          <p:spPr>
            <a:xfrm>
              <a:off x="10158860" y="851382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1C9DCA54-C15A-47A5-A9A5-603E160D215B}"/>
                </a:ext>
              </a:extLst>
            </p:cNvPr>
            <p:cNvSpPr/>
            <p:nvPr/>
          </p:nvSpPr>
          <p:spPr>
            <a:xfrm>
              <a:off x="10158860" y="182952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375FC84-E3DA-4EF3-8D50-008507F5896B}"/>
                </a:ext>
              </a:extLst>
            </p:cNvPr>
            <p:cNvSpPr/>
            <p:nvPr/>
          </p:nvSpPr>
          <p:spPr>
            <a:xfrm>
              <a:off x="10158860" y="2778543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A82DE8FD-8BCC-4CFA-8E77-C8E154F9EC41}"/>
                </a:ext>
              </a:extLst>
            </p:cNvPr>
            <p:cNvSpPr/>
            <p:nvPr/>
          </p:nvSpPr>
          <p:spPr>
            <a:xfrm>
              <a:off x="10158860" y="3756687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55501547-E65A-410F-BFA8-BF4E694CA2E6}"/>
                </a:ext>
              </a:extLst>
            </p:cNvPr>
            <p:cNvSpPr/>
            <p:nvPr/>
          </p:nvSpPr>
          <p:spPr>
            <a:xfrm>
              <a:off x="10158860" y="4734831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AEE7C70-FD19-472B-9FFE-58B06DFB350C}"/>
                </a:ext>
              </a:extLst>
            </p:cNvPr>
            <p:cNvSpPr/>
            <p:nvPr/>
          </p:nvSpPr>
          <p:spPr>
            <a:xfrm>
              <a:off x="10158860" y="571297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B1FAB5ED-A7B0-4C65-8A06-97A9B63FD825}"/>
                </a:ext>
              </a:extLst>
            </p:cNvPr>
            <p:cNvSpPr/>
            <p:nvPr/>
          </p:nvSpPr>
          <p:spPr>
            <a:xfrm>
              <a:off x="10158860" y="6691120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944C5CE-056B-408D-A3FC-63498E5C6B28}"/>
                </a:ext>
              </a:extLst>
            </p:cNvPr>
            <p:cNvSpPr/>
            <p:nvPr/>
          </p:nvSpPr>
          <p:spPr>
            <a:xfrm>
              <a:off x="1335761" y="764013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A35C9DC-FF93-4B1A-8230-45E08B769061}"/>
                </a:ext>
              </a:extLst>
            </p:cNvPr>
            <p:cNvSpPr/>
            <p:nvPr/>
          </p:nvSpPr>
          <p:spPr>
            <a:xfrm>
              <a:off x="2313905" y="764013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AAE7579E-B427-4E08-B1E9-0471805AA599}"/>
                </a:ext>
              </a:extLst>
            </p:cNvPr>
            <p:cNvSpPr/>
            <p:nvPr/>
          </p:nvSpPr>
          <p:spPr>
            <a:xfrm>
              <a:off x="3292049" y="764013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8455EB26-6F87-416A-A911-75E1F8B0672F}"/>
                </a:ext>
              </a:extLst>
            </p:cNvPr>
            <p:cNvSpPr/>
            <p:nvPr/>
          </p:nvSpPr>
          <p:spPr>
            <a:xfrm>
              <a:off x="4270193" y="764013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8C33C34-BF20-468E-ABD5-15907BE50C57}"/>
                </a:ext>
              </a:extLst>
            </p:cNvPr>
            <p:cNvSpPr/>
            <p:nvPr/>
          </p:nvSpPr>
          <p:spPr>
            <a:xfrm>
              <a:off x="5248337" y="764013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BE24CE60-4021-4A4D-BE1F-C00D5D24D9CE}"/>
                </a:ext>
              </a:extLst>
            </p:cNvPr>
            <p:cNvSpPr/>
            <p:nvPr/>
          </p:nvSpPr>
          <p:spPr>
            <a:xfrm>
              <a:off x="6226481" y="764013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01DB499-A206-4C34-BF0F-9A8ED35006D4}"/>
                </a:ext>
              </a:extLst>
            </p:cNvPr>
            <p:cNvSpPr/>
            <p:nvPr/>
          </p:nvSpPr>
          <p:spPr>
            <a:xfrm>
              <a:off x="7210109" y="764013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43AC372-8EE3-4792-AA1E-CDE78228F41D}"/>
                </a:ext>
              </a:extLst>
            </p:cNvPr>
            <p:cNvSpPr/>
            <p:nvPr/>
          </p:nvSpPr>
          <p:spPr>
            <a:xfrm>
              <a:off x="8202992" y="764013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37F6D93-CDC4-424E-A2D2-020CA069FFC4}"/>
                </a:ext>
              </a:extLst>
            </p:cNvPr>
            <p:cNvSpPr/>
            <p:nvPr/>
          </p:nvSpPr>
          <p:spPr>
            <a:xfrm>
              <a:off x="9186619" y="764013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C2DBFDD-E4C8-4BC3-97E9-95DD43E388AA}"/>
                </a:ext>
              </a:extLst>
            </p:cNvPr>
            <p:cNvSpPr/>
            <p:nvPr/>
          </p:nvSpPr>
          <p:spPr>
            <a:xfrm>
              <a:off x="10158860" y="7640135"/>
              <a:ext cx="978144" cy="97814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159" name="Freeform: Shape 158">
            <a:extLst>
              <a:ext uri="{FF2B5EF4-FFF2-40B4-BE49-F238E27FC236}">
                <a16:creationId xmlns:a16="http://schemas.microsoft.com/office/drawing/2014/main" id="{81FABF19-216B-4579-81BC-FAF296D123E1}"/>
              </a:ext>
            </a:extLst>
          </p:cNvPr>
          <p:cNvSpPr/>
          <p:nvPr/>
        </p:nvSpPr>
        <p:spPr>
          <a:xfrm rot="2750059">
            <a:off x="5077937" y="-309899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7ECCE9CD-B919-4718-9812-9DB9B2C5E599}"/>
              </a:ext>
            </a:extLst>
          </p:cNvPr>
          <p:cNvSpPr/>
          <p:nvPr/>
        </p:nvSpPr>
        <p:spPr>
          <a:xfrm>
            <a:off x="2929246" y="547220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7D9B6975-CED9-4C09-BD61-E82D715E67CB}"/>
              </a:ext>
            </a:extLst>
          </p:cNvPr>
          <p:cNvSpPr/>
          <p:nvPr/>
        </p:nvSpPr>
        <p:spPr>
          <a:xfrm rot="2750059">
            <a:off x="2032731" y="2578068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0B1FD75C-2222-49E9-A36F-2E9CF576D56C}"/>
              </a:ext>
            </a:extLst>
          </p:cNvPr>
          <p:cNvSpPr/>
          <p:nvPr/>
        </p:nvSpPr>
        <p:spPr>
          <a:xfrm rot="2750059">
            <a:off x="4113141" y="2606078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81668DEE-D156-4D37-9D24-FDC1F61B440D}"/>
              </a:ext>
            </a:extLst>
          </p:cNvPr>
          <p:cNvSpPr/>
          <p:nvPr/>
        </p:nvSpPr>
        <p:spPr>
          <a:xfrm rot="2750059">
            <a:off x="2068063" y="-277403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A5C9295-BD1B-4EFC-8637-1F8D5204EF11}"/>
              </a:ext>
            </a:extLst>
          </p:cNvPr>
          <p:cNvSpPr/>
          <p:nvPr/>
        </p:nvSpPr>
        <p:spPr>
          <a:xfrm>
            <a:off x="2909880" y="6419782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A57F7129-D61D-4687-89E9-91D19CEE3F1A}"/>
              </a:ext>
            </a:extLst>
          </p:cNvPr>
          <p:cNvSpPr/>
          <p:nvPr/>
        </p:nvSpPr>
        <p:spPr>
          <a:xfrm rot="7313666">
            <a:off x="1969489" y="4522221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640B6CDB-E0C9-4B12-9E2B-71527B239D38}"/>
              </a:ext>
            </a:extLst>
          </p:cNvPr>
          <p:cNvSpPr/>
          <p:nvPr/>
        </p:nvSpPr>
        <p:spPr>
          <a:xfrm rot="7313666">
            <a:off x="5073583" y="5423144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84ED4101-B0BA-4108-8F77-CF010FF2E82F}"/>
              </a:ext>
            </a:extLst>
          </p:cNvPr>
          <p:cNvSpPr/>
          <p:nvPr/>
        </p:nvSpPr>
        <p:spPr>
          <a:xfrm rot="7313666">
            <a:off x="5034918" y="7422307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7F11ED0B-F09A-44C1-A22F-6401DCF14598}"/>
              </a:ext>
            </a:extLst>
          </p:cNvPr>
          <p:cNvSpPr/>
          <p:nvPr/>
        </p:nvSpPr>
        <p:spPr>
          <a:xfrm rot="7313666">
            <a:off x="2003883" y="7422308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760C44F2-817E-4619-AFF8-493DF744FF39}"/>
              </a:ext>
            </a:extLst>
          </p:cNvPr>
          <p:cNvSpPr/>
          <p:nvPr/>
        </p:nvSpPr>
        <p:spPr>
          <a:xfrm rot="2750059">
            <a:off x="10099978" y="4424280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2224CF4B-FF78-40EB-9577-D524B5539037}"/>
              </a:ext>
            </a:extLst>
          </p:cNvPr>
          <p:cNvSpPr/>
          <p:nvPr/>
        </p:nvSpPr>
        <p:spPr>
          <a:xfrm>
            <a:off x="8743575" y="6442970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598418E3-0009-4B53-B155-44EFA1A7ED13}"/>
              </a:ext>
            </a:extLst>
          </p:cNvPr>
          <p:cNvSpPr/>
          <p:nvPr/>
        </p:nvSpPr>
        <p:spPr>
          <a:xfrm rot="2750059">
            <a:off x="7054772" y="7312247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8A1E40A5-425F-4806-AA90-4C140AAF75A3}"/>
              </a:ext>
            </a:extLst>
          </p:cNvPr>
          <p:cNvSpPr/>
          <p:nvPr/>
        </p:nvSpPr>
        <p:spPr>
          <a:xfrm rot="2750059">
            <a:off x="10162678" y="7340257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2B579F06-B312-4EB6-88EC-2564B65E1C3F}"/>
              </a:ext>
            </a:extLst>
          </p:cNvPr>
          <p:cNvSpPr/>
          <p:nvPr/>
        </p:nvSpPr>
        <p:spPr>
          <a:xfrm rot="2750059">
            <a:off x="7957753" y="4456776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4660852A-8C74-4343-9891-69F2CCF7A708}"/>
              </a:ext>
            </a:extLst>
          </p:cNvPr>
          <p:cNvSpPr/>
          <p:nvPr/>
        </p:nvSpPr>
        <p:spPr>
          <a:xfrm>
            <a:off x="8856696" y="585502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33BDB9C4-BAE1-4299-8765-C4A3BCC48F99}"/>
              </a:ext>
            </a:extLst>
          </p:cNvPr>
          <p:cNvSpPr/>
          <p:nvPr/>
        </p:nvSpPr>
        <p:spPr>
          <a:xfrm rot="7313666">
            <a:off x="6859893" y="-378352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503AA9B7-B64E-4B40-B4A0-64CB1CEA5F97}"/>
              </a:ext>
            </a:extLst>
          </p:cNvPr>
          <p:cNvSpPr/>
          <p:nvPr/>
        </p:nvSpPr>
        <p:spPr>
          <a:xfrm rot="7313666">
            <a:off x="9963987" y="-369880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49C4C84E-E9D7-4F01-8AB4-A6500BC99933}"/>
              </a:ext>
            </a:extLst>
          </p:cNvPr>
          <p:cNvSpPr/>
          <p:nvPr/>
        </p:nvSpPr>
        <p:spPr>
          <a:xfrm rot="7313666">
            <a:off x="9925322" y="2521734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38E59736-3D67-491E-BEAE-860280A40E45}"/>
              </a:ext>
            </a:extLst>
          </p:cNvPr>
          <p:cNvSpPr/>
          <p:nvPr/>
        </p:nvSpPr>
        <p:spPr>
          <a:xfrm rot="7313666">
            <a:off x="6894287" y="1626433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AD08F0D9-CACF-4D61-AF66-282BAFBB336F}"/>
              </a:ext>
            </a:extLst>
          </p:cNvPr>
          <p:cNvSpPr/>
          <p:nvPr/>
        </p:nvSpPr>
        <p:spPr>
          <a:xfrm>
            <a:off x="5875013" y="3507656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D0185071-5797-46A9-91DE-C9C5646876FE}"/>
              </a:ext>
            </a:extLst>
          </p:cNvPr>
          <p:cNvSpPr/>
          <p:nvPr/>
        </p:nvSpPr>
        <p:spPr>
          <a:xfrm rot="19185010">
            <a:off x="7964933" y="5585344"/>
            <a:ext cx="585042" cy="39398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7FA1B47F-1665-4BE1-A3F1-BD4099F91DF9}"/>
              </a:ext>
            </a:extLst>
          </p:cNvPr>
          <p:cNvSpPr/>
          <p:nvPr/>
        </p:nvSpPr>
        <p:spPr>
          <a:xfrm rot="19185010">
            <a:off x="6932458" y="5541065"/>
            <a:ext cx="585042" cy="39398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0CC574C2-45A7-4F44-9F40-AD2C8B9D43DB}"/>
              </a:ext>
            </a:extLst>
          </p:cNvPr>
          <p:cNvSpPr/>
          <p:nvPr/>
        </p:nvSpPr>
        <p:spPr>
          <a:xfrm rot="19185010">
            <a:off x="4059046" y="5516617"/>
            <a:ext cx="585042" cy="39398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40C543BB-7699-4278-B1D4-F0C493B24E9F}"/>
              </a:ext>
            </a:extLst>
          </p:cNvPr>
          <p:cNvSpPr/>
          <p:nvPr/>
        </p:nvSpPr>
        <p:spPr>
          <a:xfrm rot="19185010">
            <a:off x="4036105" y="1567596"/>
            <a:ext cx="585042" cy="39398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F0C6ACA0-B9ED-4137-BF21-FD99B2BDACE5}"/>
              </a:ext>
            </a:extLst>
          </p:cNvPr>
          <p:cNvSpPr/>
          <p:nvPr/>
        </p:nvSpPr>
        <p:spPr>
          <a:xfrm rot="19185010">
            <a:off x="7951740" y="1604841"/>
            <a:ext cx="585042" cy="39398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1BFBDAD9-AEBF-40DA-9743-99988219B212}"/>
              </a:ext>
            </a:extLst>
          </p:cNvPr>
          <p:cNvSpPr/>
          <p:nvPr/>
        </p:nvSpPr>
        <p:spPr>
          <a:xfrm rot="19185010">
            <a:off x="2055584" y="-1329359"/>
            <a:ext cx="585042" cy="39398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C24BF852-37E0-441A-8EB2-5B5185CFB5D6}"/>
              </a:ext>
            </a:extLst>
          </p:cNvPr>
          <p:cNvSpPr/>
          <p:nvPr/>
        </p:nvSpPr>
        <p:spPr>
          <a:xfrm rot="19185010">
            <a:off x="4003360" y="-1329358"/>
            <a:ext cx="585042" cy="39398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2E7DBD3A-8185-45DE-A417-591FE9FAF56B}"/>
              </a:ext>
            </a:extLst>
          </p:cNvPr>
          <p:cNvSpPr/>
          <p:nvPr/>
        </p:nvSpPr>
        <p:spPr>
          <a:xfrm rot="19185010">
            <a:off x="3027216" y="4537324"/>
            <a:ext cx="585042" cy="39398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529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E9C123D-6DCB-4658-A179-211B50B09958}"/>
              </a:ext>
            </a:extLst>
          </p:cNvPr>
          <p:cNvGrpSpPr/>
          <p:nvPr/>
        </p:nvGrpSpPr>
        <p:grpSpPr>
          <a:xfrm>
            <a:off x="-919119" y="944082"/>
            <a:ext cx="15168519" cy="4969836"/>
            <a:chOff x="-919119" y="-1223336"/>
            <a:chExt cx="15168519" cy="496983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E4EAD64-1090-46CC-8017-B7905456A46B}"/>
                </a:ext>
              </a:extLst>
            </p:cNvPr>
            <p:cNvGrpSpPr/>
            <p:nvPr/>
          </p:nvGrpSpPr>
          <p:grpSpPr>
            <a:xfrm rot="16200000">
              <a:off x="4252027" y="-6250873"/>
              <a:ext cx="4969836" cy="15024910"/>
              <a:chOff x="-2620523" y="-2917017"/>
              <a:chExt cx="13847238" cy="689604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8C4EF3A-6787-433D-BCDA-48C88426C661}"/>
                  </a:ext>
                </a:extLst>
              </p:cNvPr>
              <p:cNvSpPr/>
              <p:nvPr/>
            </p:nvSpPr>
            <p:spPr>
              <a:xfrm>
                <a:off x="-2620522" y="-2917017"/>
                <a:ext cx="13847236" cy="1784102"/>
              </a:xfrm>
              <a:prstGeom prst="rect">
                <a:avLst/>
              </a:pr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7DF3E78D-50D9-494A-A1EE-168A7D4DFE39}"/>
                  </a:ext>
                </a:extLst>
              </p:cNvPr>
              <p:cNvSpPr/>
              <p:nvPr/>
            </p:nvSpPr>
            <p:spPr>
              <a:xfrm>
                <a:off x="-2620522" y="-1187264"/>
                <a:ext cx="13847236" cy="1784102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FD90EDED-CB2A-4AC2-B6AC-D68D8DE3E282}"/>
                  </a:ext>
                </a:extLst>
              </p:cNvPr>
              <p:cNvSpPr/>
              <p:nvPr/>
            </p:nvSpPr>
            <p:spPr>
              <a:xfrm>
                <a:off x="-2620522" y="545481"/>
                <a:ext cx="13847236" cy="178410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457F5BA3-A1CF-43F4-A6E1-504C75909577}"/>
                  </a:ext>
                </a:extLst>
              </p:cNvPr>
              <p:cNvSpPr/>
              <p:nvPr/>
            </p:nvSpPr>
            <p:spPr>
              <a:xfrm>
                <a:off x="-2620523" y="2296797"/>
                <a:ext cx="13847238" cy="1682226"/>
              </a:xfrm>
              <a:prstGeom prst="rect">
                <a:avLst/>
              </a:prstGeom>
              <a:solidFill>
                <a:srgbClr val="3857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224DF6A-190B-4FFD-883C-D56E28634E8A}"/>
                </a:ext>
              </a:extLst>
            </p:cNvPr>
            <p:cNvSpPr/>
            <p:nvPr/>
          </p:nvSpPr>
          <p:spPr>
            <a:xfrm>
              <a:off x="-646350" y="-1113043"/>
              <a:ext cx="14768749" cy="47694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D2A04D9-5718-405D-942B-BBBF4694E6E2}"/>
                </a:ext>
              </a:extLst>
            </p:cNvPr>
            <p:cNvGrpSpPr/>
            <p:nvPr/>
          </p:nvGrpSpPr>
          <p:grpSpPr>
            <a:xfrm>
              <a:off x="-919119" y="1003185"/>
              <a:ext cx="14521670" cy="2374233"/>
              <a:chOff x="-919119" y="1003185"/>
              <a:chExt cx="14521670" cy="237423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2DF483E-1169-4EF7-A486-B1B0CFA8FD2E}"/>
                  </a:ext>
                </a:extLst>
              </p:cNvPr>
              <p:cNvSpPr/>
              <p:nvPr/>
            </p:nvSpPr>
            <p:spPr>
              <a:xfrm>
                <a:off x="-101601" y="1003185"/>
                <a:ext cx="13704152" cy="2374233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895AA8FF-20EA-4C74-A2F6-D2D0EAC8E7D1}"/>
                  </a:ext>
                </a:extLst>
              </p:cNvPr>
              <p:cNvSpPr/>
              <p:nvPr/>
            </p:nvSpPr>
            <p:spPr>
              <a:xfrm rot="2750059">
                <a:off x="3973197" y="1709829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69CB218-5710-49F2-97AF-CAC78973E853}"/>
                  </a:ext>
                </a:extLst>
              </p:cNvPr>
              <p:cNvSpPr/>
              <p:nvPr/>
            </p:nvSpPr>
            <p:spPr>
              <a:xfrm rot="19185010">
                <a:off x="3844155" y="2703774"/>
                <a:ext cx="585042" cy="39398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A6127D10-681B-4627-8A25-D123AA521CF7}"/>
                  </a:ext>
                </a:extLst>
              </p:cNvPr>
              <p:cNvSpPr/>
              <p:nvPr/>
            </p:nvSpPr>
            <p:spPr>
              <a:xfrm rot="7313666">
                <a:off x="4664399" y="1292675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EFF29FD-D3A6-46C6-9692-C71F150AA3DF}"/>
                  </a:ext>
                </a:extLst>
              </p:cNvPr>
              <p:cNvSpPr/>
              <p:nvPr/>
            </p:nvSpPr>
            <p:spPr>
              <a:xfrm>
                <a:off x="4522310" y="2122666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4E2E1B4A-F70D-4A2C-8464-276010A8B213}"/>
                  </a:ext>
                </a:extLst>
              </p:cNvPr>
              <p:cNvSpPr/>
              <p:nvPr/>
            </p:nvSpPr>
            <p:spPr>
              <a:xfrm>
                <a:off x="5498710" y="1287650"/>
                <a:ext cx="7747390" cy="18004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All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connected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single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only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pairs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b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belong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closed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over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1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melon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passes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through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b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164" name="Subtitle 2">
                <a:extLst>
                  <a:ext uri="{FF2B5EF4-FFF2-40B4-BE49-F238E27FC236}">
                    <a16:creationId xmlns:a16="http://schemas.microsoft.com/office/drawing/2014/main" id="{5F281D40-796E-48EE-BC1E-FD6BCEBE9D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919119" y="1351213"/>
                <a:ext cx="4572000" cy="16557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share a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bunch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seek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their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pair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600" b="1" i="1" dirty="0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stay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unbroken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6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b="1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sour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alone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F8D95BD-E060-4C27-9EE6-383304492B10}"/>
                </a:ext>
              </a:extLst>
            </p:cNvPr>
            <p:cNvSpPr/>
            <p:nvPr/>
          </p:nvSpPr>
          <p:spPr>
            <a:xfrm>
              <a:off x="-101600" y="-880379"/>
              <a:ext cx="6077305" cy="1446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8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Kudamono</a:t>
              </a:r>
              <a:endParaRPr lang="pt-PT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038BB6A6-BB37-48AF-B5D6-904EBE0C017D}"/>
                </a:ext>
              </a:extLst>
            </p:cNvPr>
            <p:cNvSpPr/>
            <p:nvPr/>
          </p:nvSpPr>
          <p:spPr>
            <a:xfrm>
              <a:off x="-141975" y="330254"/>
              <a:ext cx="138706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Draw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single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fruit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type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along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don’t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cross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branch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823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roup 368">
            <a:extLst>
              <a:ext uri="{FF2B5EF4-FFF2-40B4-BE49-F238E27FC236}">
                <a16:creationId xmlns:a16="http://schemas.microsoft.com/office/drawing/2014/main" id="{03B78E89-0CE4-4D6C-9317-C6A492036C1D}"/>
              </a:ext>
            </a:extLst>
          </p:cNvPr>
          <p:cNvGrpSpPr/>
          <p:nvPr/>
        </p:nvGrpSpPr>
        <p:grpSpPr>
          <a:xfrm rot="5400000">
            <a:off x="-543920" y="-4845698"/>
            <a:ext cx="16103604" cy="17768599"/>
            <a:chOff x="-2620522" y="-2917017"/>
            <a:chExt cx="13847236" cy="6997914"/>
          </a:xfrm>
        </p:grpSpPr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B151E9B8-D68A-45AF-A7E7-B069EAC3D833}"/>
                </a:ext>
              </a:extLst>
            </p:cNvPr>
            <p:cNvSpPr/>
            <p:nvPr/>
          </p:nvSpPr>
          <p:spPr>
            <a:xfrm>
              <a:off x="-2620522" y="-2917017"/>
              <a:ext cx="13847236" cy="1784102"/>
            </a:xfrm>
            <a:prstGeom prst="rect">
              <a:avLst/>
            </a:pr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C832E3C3-8307-41D9-81C4-2CEE135C079D}"/>
                </a:ext>
              </a:extLst>
            </p:cNvPr>
            <p:cNvSpPr/>
            <p:nvPr/>
          </p:nvSpPr>
          <p:spPr>
            <a:xfrm>
              <a:off x="-2620522" y="-1187264"/>
              <a:ext cx="13847236" cy="178410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714FF1CC-159A-4ACC-9C9D-5179C3DEFCBD}"/>
                </a:ext>
              </a:extLst>
            </p:cNvPr>
            <p:cNvSpPr/>
            <p:nvPr/>
          </p:nvSpPr>
          <p:spPr>
            <a:xfrm>
              <a:off x="-2620522" y="545481"/>
              <a:ext cx="13847236" cy="178410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1B9A0697-05E1-429C-AE7D-4261895D048D}"/>
                </a:ext>
              </a:extLst>
            </p:cNvPr>
            <p:cNvSpPr/>
            <p:nvPr/>
          </p:nvSpPr>
          <p:spPr>
            <a:xfrm>
              <a:off x="-2620522" y="2296795"/>
              <a:ext cx="13847236" cy="1784102"/>
            </a:xfrm>
            <a:prstGeom prst="rect">
              <a:avLst/>
            </a:pr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402" name="Rectangle 401">
            <a:extLst>
              <a:ext uri="{FF2B5EF4-FFF2-40B4-BE49-F238E27FC236}">
                <a16:creationId xmlns:a16="http://schemas.microsoft.com/office/drawing/2014/main" id="{F5AC8F00-B30C-4204-9439-26C39CD7E0AE}"/>
              </a:ext>
            </a:extLst>
          </p:cNvPr>
          <p:cNvSpPr/>
          <p:nvPr/>
        </p:nvSpPr>
        <p:spPr>
          <a:xfrm>
            <a:off x="-1258963" y="-3911600"/>
            <a:ext cx="17514963" cy="159258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7938B9A8-FB6D-484C-B087-5BA93D08120F}"/>
              </a:ext>
            </a:extLst>
          </p:cNvPr>
          <p:cNvSpPr/>
          <p:nvPr/>
        </p:nvSpPr>
        <p:spPr>
          <a:xfrm>
            <a:off x="10132109" y="5130299"/>
            <a:ext cx="5615890" cy="6641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936C729D-F85A-4957-B42D-DC8EDB6EE94E}"/>
              </a:ext>
            </a:extLst>
          </p:cNvPr>
          <p:cNvSpPr/>
          <p:nvPr/>
        </p:nvSpPr>
        <p:spPr>
          <a:xfrm>
            <a:off x="0" y="-3233073"/>
            <a:ext cx="14547572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Kudamono</a:t>
            </a:r>
            <a:r>
              <a:rPr lang="pt-PT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pt-PT" sz="8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88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r>
              <a:rPr lang="pt-PT" sz="8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88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lang="pt-PT" sz="8800" i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3BA4272D-04A6-4FD0-9FE9-5CE3464ECEC9}"/>
              </a:ext>
            </a:extLst>
          </p:cNvPr>
          <p:cNvGrpSpPr/>
          <p:nvPr/>
        </p:nvGrpSpPr>
        <p:grpSpPr>
          <a:xfrm>
            <a:off x="-477130" y="-1107415"/>
            <a:ext cx="15493927" cy="12000059"/>
            <a:chOff x="-477130" y="-1107415"/>
            <a:chExt cx="15493927" cy="12000059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D833651-2C3F-4FE6-B96F-2665EEA1A244}"/>
                </a:ext>
              </a:extLst>
            </p:cNvPr>
            <p:cNvGrpSpPr/>
            <p:nvPr/>
          </p:nvGrpSpPr>
          <p:grpSpPr>
            <a:xfrm>
              <a:off x="-48660" y="-1107415"/>
              <a:ext cx="5144357" cy="5726843"/>
              <a:chOff x="-48660" y="-1107415"/>
              <a:chExt cx="5144357" cy="5726843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0A3A3BE7-1FB2-4654-8B4A-C9847E08B606}"/>
                  </a:ext>
                </a:extLst>
              </p:cNvPr>
              <p:cNvGrpSpPr/>
              <p:nvPr/>
            </p:nvGrpSpPr>
            <p:grpSpPr>
              <a:xfrm>
                <a:off x="259534" y="187664"/>
                <a:ext cx="4242070" cy="4216805"/>
                <a:chOff x="1831632" y="-207902"/>
                <a:chExt cx="4242070" cy="4216805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23B0F8FA-BBDF-4C00-836F-AAC91DEF1ED6}"/>
                    </a:ext>
                  </a:extLst>
                </p:cNvPr>
                <p:cNvSpPr/>
                <p:nvPr/>
              </p:nvSpPr>
              <p:spPr>
                <a:xfrm>
                  <a:off x="1831632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1B7D76AA-6749-4A48-BC3C-AE39832725FB}"/>
                    </a:ext>
                  </a:extLst>
                </p:cNvPr>
                <p:cNvSpPr/>
                <p:nvPr/>
              </p:nvSpPr>
              <p:spPr>
                <a:xfrm>
                  <a:off x="2680046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36EE6F30-682E-4AC1-B501-22B20ACFFAA3}"/>
                    </a:ext>
                  </a:extLst>
                </p:cNvPr>
                <p:cNvSpPr/>
                <p:nvPr/>
              </p:nvSpPr>
              <p:spPr>
                <a:xfrm>
                  <a:off x="1831632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564A4516-7D9C-497D-B10A-3C7A8937E5E3}"/>
                    </a:ext>
                  </a:extLst>
                </p:cNvPr>
                <p:cNvSpPr/>
                <p:nvPr/>
              </p:nvSpPr>
              <p:spPr>
                <a:xfrm>
                  <a:off x="2680046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0207A09A-CA1E-4E6A-A223-C14BC96CFAAE}"/>
                    </a:ext>
                  </a:extLst>
                </p:cNvPr>
                <p:cNvSpPr/>
                <p:nvPr/>
              </p:nvSpPr>
              <p:spPr>
                <a:xfrm>
                  <a:off x="3528460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36FB485B-2BD2-42E3-A818-6B3EF91780F9}"/>
                    </a:ext>
                  </a:extLst>
                </p:cNvPr>
                <p:cNvSpPr/>
                <p:nvPr/>
              </p:nvSpPr>
              <p:spPr>
                <a:xfrm>
                  <a:off x="4376874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BF958281-AB79-4A42-9D4F-84A2ADBC8927}"/>
                    </a:ext>
                  </a:extLst>
                </p:cNvPr>
                <p:cNvSpPr/>
                <p:nvPr/>
              </p:nvSpPr>
              <p:spPr>
                <a:xfrm>
                  <a:off x="3528460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9C23E05E-8A16-4B30-B9F7-5F7D1789C3CA}"/>
                    </a:ext>
                  </a:extLst>
                </p:cNvPr>
                <p:cNvSpPr/>
                <p:nvPr/>
              </p:nvSpPr>
              <p:spPr>
                <a:xfrm>
                  <a:off x="4376874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9DCE42C2-2B70-4683-9A88-4E612FF0F6E9}"/>
                    </a:ext>
                  </a:extLst>
                </p:cNvPr>
                <p:cNvSpPr/>
                <p:nvPr/>
              </p:nvSpPr>
              <p:spPr>
                <a:xfrm>
                  <a:off x="1831632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D1D3A54A-E47C-4FC5-91A8-B6834EEC8C77}"/>
                    </a:ext>
                  </a:extLst>
                </p:cNvPr>
                <p:cNvSpPr/>
                <p:nvPr/>
              </p:nvSpPr>
              <p:spPr>
                <a:xfrm>
                  <a:off x="2680046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6130478D-D2B1-4589-9580-781BBC4799DC}"/>
                    </a:ext>
                  </a:extLst>
                </p:cNvPr>
                <p:cNvSpPr/>
                <p:nvPr/>
              </p:nvSpPr>
              <p:spPr>
                <a:xfrm>
                  <a:off x="1831632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DC55EC37-0D67-446C-9118-F4C35F78D3CE}"/>
                    </a:ext>
                  </a:extLst>
                </p:cNvPr>
                <p:cNvSpPr/>
                <p:nvPr/>
              </p:nvSpPr>
              <p:spPr>
                <a:xfrm>
                  <a:off x="2680046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41A8E5C4-AC55-4823-8C53-B941A883D2CF}"/>
                    </a:ext>
                  </a:extLst>
                </p:cNvPr>
                <p:cNvSpPr/>
                <p:nvPr/>
              </p:nvSpPr>
              <p:spPr>
                <a:xfrm>
                  <a:off x="3528460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5C67D4C9-7AE6-4C9B-90D5-749769D1B965}"/>
                    </a:ext>
                  </a:extLst>
                </p:cNvPr>
                <p:cNvSpPr/>
                <p:nvPr/>
              </p:nvSpPr>
              <p:spPr>
                <a:xfrm>
                  <a:off x="4376874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190F77AB-DCAD-4E78-A8A3-4FE4E63AA42F}"/>
                    </a:ext>
                  </a:extLst>
                </p:cNvPr>
                <p:cNvSpPr/>
                <p:nvPr/>
              </p:nvSpPr>
              <p:spPr>
                <a:xfrm>
                  <a:off x="3528460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4091B173-D51E-466C-9567-B8A72055E2F0}"/>
                    </a:ext>
                  </a:extLst>
                </p:cNvPr>
                <p:cNvSpPr/>
                <p:nvPr/>
              </p:nvSpPr>
              <p:spPr>
                <a:xfrm>
                  <a:off x="4376874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E15EB669-1719-4E60-AE75-5AB98E0E2084}"/>
                    </a:ext>
                  </a:extLst>
                </p:cNvPr>
                <p:cNvSpPr/>
                <p:nvPr/>
              </p:nvSpPr>
              <p:spPr>
                <a:xfrm>
                  <a:off x="5225288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359728A2-C925-4AB3-A23C-F99E5EF36A32}"/>
                    </a:ext>
                  </a:extLst>
                </p:cNvPr>
                <p:cNvSpPr/>
                <p:nvPr/>
              </p:nvSpPr>
              <p:spPr>
                <a:xfrm>
                  <a:off x="5225288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C11B636E-D76E-48E3-B03B-49B0FBD8B14F}"/>
                    </a:ext>
                  </a:extLst>
                </p:cNvPr>
                <p:cNvSpPr/>
                <p:nvPr/>
              </p:nvSpPr>
              <p:spPr>
                <a:xfrm>
                  <a:off x="5225288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C6F1A3D6-8141-4DE1-95C0-E6AA43722606}"/>
                    </a:ext>
                  </a:extLst>
                </p:cNvPr>
                <p:cNvSpPr/>
                <p:nvPr/>
              </p:nvSpPr>
              <p:spPr>
                <a:xfrm>
                  <a:off x="5225288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5DCBC419-B908-4E85-B7A7-F6EB1DC627FC}"/>
                    </a:ext>
                  </a:extLst>
                </p:cNvPr>
                <p:cNvSpPr/>
                <p:nvPr/>
              </p:nvSpPr>
              <p:spPr>
                <a:xfrm>
                  <a:off x="1831632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EE1FA136-DF9B-4B6E-898F-48E47095413B}"/>
                    </a:ext>
                  </a:extLst>
                </p:cNvPr>
                <p:cNvSpPr/>
                <p:nvPr/>
              </p:nvSpPr>
              <p:spPr>
                <a:xfrm>
                  <a:off x="2680046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0D53D4A3-9EB7-471B-A5E3-A0A0C9503E03}"/>
                    </a:ext>
                  </a:extLst>
                </p:cNvPr>
                <p:cNvSpPr/>
                <p:nvPr/>
              </p:nvSpPr>
              <p:spPr>
                <a:xfrm>
                  <a:off x="3528460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981C8AEC-3CFB-4686-A5AF-9CCA27BF1283}"/>
                    </a:ext>
                  </a:extLst>
                </p:cNvPr>
                <p:cNvSpPr/>
                <p:nvPr/>
              </p:nvSpPr>
              <p:spPr>
                <a:xfrm>
                  <a:off x="4376874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47CBE527-BBDF-4AA7-A60C-65780E4846C7}"/>
                    </a:ext>
                  </a:extLst>
                </p:cNvPr>
                <p:cNvSpPr/>
                <p:nvPr/>
              </p:nvSpPr>
              <p:spPr>
                <a:xfrm>
                  <a:off x="5225288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F46EFCD-D525-435A-91BA-CEE2F56B971A}"/>
                  </a:ext>
                </a:extLst>
              </p:cNvPr>
              <p:cNvGrpSpPr/>
              <p:nvPr/>
            </p:nvGrpSpPr>
            <p:grpSpPr>
              <a:xfrm>
                <a:off x="752095" y="-23159"/>
                <a:ext cx="3325301" cy="4642587"/>
                <a:chOff x="752095" y="-23159"/>
                <a:chExt cx="3325301" cy="4642587"/>
              </a:xfrm>
            </p:grpSpPr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77BFB324-82A5-4EEC-869C-06B0A780D38C}"/>
                    </a:ext>
                  </a:extLst>
                </p:cNvPr>
                <p:cNvSpPr/>
                <p:nvPr/>
              </p:nvSpPr>
              <p:spPr>
                <a:xfrm rot="2750059">
                  <a:off x="858212" y="813820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28B5B18B-ED1C-4C5E-A0E0-52EAAFB29D23}"/>
                    </a:ext>
                  </a:extLst>
                </p:cNvPr>
                <p:cNvSpPr/>
                <p:nvPr/>
              </p:nvSpPr>
              <p:spPr>
                <a:xfrm rot="2750059">
                  <a:off x="851386" y="1585991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A2AA4BB3-1085-46EA-98F9-2DD18AD2935D}"/>
                    </a:ext>
                  </a:extLst>
                </p:cNvPr>
                <p:cNvSpPr/>
                <p:nvPr/>
              </p:nvSpPr>
              <p:spPr>
                <a:xfrm rot="2750059">
                  <a:off x="2629754" y="1617207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72A4DC65-DDD1-47B4-AC9B-FAF4757BE35B}"/>
                    </a:ext>
                  </a:extLst>
                </p:cNvPr>
                <p:cNvSpPr/>
                <p:nvPr/>
              </p:nvSpPr>
              <p:spPr>
                <a:xfrm rot="2750059">
                  <a:off x="3425043" y="3310853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49B27FF0-9FAA-4D5E-A94C-A2A9D093C911}"/>
                    </a:ext>
                  </a:extLst>
                </p:cNvPr>
                <p:cNvSpPr/>
                <p:nvPr/>
              </p:nvSpPr>
              <p:spPr>
                <a:xfrm rot="7313666">
                  <a:off x="745137" y="2490438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918A07BA-421A-4BD5-AAED-26A0118207E1}"/>
                    </a:ext>
                  </a:extLst>
                </p:cNvPr>
                <p:cNvSpPr/>
                <p:nvPr/>
              </p:nvSpPr>
              <p:spPr>
                <a:xfrm rot="7313666">
                  <a:off x="3392450" y="2460249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76E43C4D-5472-4D99-B079-77868285C98E}"/>
                    </a:ext>
                  </a:extLst>
                </p:cNvPr>
                <p:cNvSpPr/>
                <p:nvPr/>
              </p:nvSpPr>
              <p:spPr>
                <a:xfrm>
                  <a:off x="758756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742E698E-6E94-43AA-8DC1-3A5D9DB91A6F}"/>
                    </a:ext>
                  </a:extLst>
                </p:cNvPr>
                <p:cNvSpPr/>
                <p:nvPr/>
              </p:nvSpPr>
              <p:spPr>
                <a:xfrm rot="7313666">
                  <a:off x="1661254" y="796081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EF11A7B8-0BF4-4A60-B031-38C2B6E12352}"/>
                    </a:ext>
                  </a:extLst>
                </p:cNvPr>
                <p:cNvSpPr/>
                <p:nvPr/>
              </p:nvSpPr>
              <p:spPr>
                <a:xfrm>
                  <a:off x="3310067" y="-23159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2439A8DD-A58E-4C19-A3DD-19E330CAE2A7}"/>
                    </a:ext>
                  </a:extLst>
                </p:cNvPr>
                <p:cNvSpPr/>
                <p:nvPr/>
              </p:nvSpPr>
              <p:spPr>
                <a:xfrm rot="19185010">
                  <a:off x="752095" y="3315060"/>
                  <a:ext cx="728206" cy="490394"/>
                </a:xfrm>
                <a:custGeom>
                  <a:avLst/>
                  <a:gdLst>
                    <a:gd name="connsiteX0" fmla="*/ 3922602 w 3922602"/>
                    <a:gd name="connsiteY0" fmla="*/ 1025189 h 2641584"/>
                    <a:gd name="connsiteX1" fmla="*/ 3922602 w 3922602"/>
                    <a:gd name="connsiteY1" fmla="*/ 1270868 h 2641584"/>
                    <a:gd name="connsiteX2" fmla="*/ 3570130 w 3922602"/>
                    <a:gd name="connsiteY2" fmla="*/ 1270868 h 2641584"/>
                    <a:gd name="connsiteX3" fmla="*/ 3570042 w 3922602"/>
                    <a:gd name="connsiteY3" fmla="*/ 1293605 h 2641584"/>
                    <a:gd name="connsiteX4" fmla="*/ 3341106 w 3922602"/>
                    <a:gd name="connsiteY4" fmla="*/ 1762875 h 2641584"/>
                    <a:gd name="connsiteX5" fmla="*/ 3271845 w 3922602"/>
                    <a:gd name="connsiteY5" fmla="*/ 1830987 h 2641584"/>
                    <a:gd name="connsiteX6" fmla="*/ 3271612 w 3922602"/>
                    <a:gd name="connsiteY6" fmla="*/ 1831476 h 2641584"/>
                    <a:gd name="connsiteX7" fmla="*/ 1936347 w 3922602"/>
                    <a:gd name="connsiteY7" fmla="*/ 2634914 h 2641584"/>
                    <a:gd name="connsiteX8" fmla="*/ 674674 w 3922602"/>
                    <a:gd name="connsiteY8" fmla="*/ 2258234 h 2641584"/>
                    <a:gd name="connsiteX9" fmla="*/ 580813 w 3922602"/>
                    <a:gd name="connsiteY9" fmla="*/ 2170007 h 2641584"/>
                    <a:gd name="connsiteX10" fmla="*/ 464286 w 3922602"/>
                    <a:gd name="connsiteY10" fmla="*/ 2108513 h 2641584"/>
                    <a:gd name="connsiteX11" fmla="*/ 2113 w 3922602"/>
                    <a:gd name="connsiteY11" fmla="*/ 1483441 h 2641584"/>
                    <a:gd name="connsiteX12" fmla="*/ 354776 w 3922602"/>
                    <a:gd name="connsiteY12" fmla="*/ 790659 h 2641584"/>
                    <a:gd name="connsiteX13" fmla="*/ 429374 w 3922602"/>
                    <a:gd name="connsiteY13" fmla="*/ 733787 h 2641584"/>
                    <a:gd name="connsiteX14" fmla="*/ 452999 w 3922602"/>
                    <a:gd name="connsiteY14" fmla="*/ 695168 h 2641584"/>
                    <a:gd name="connsiteX15" fmla="*/ 1717949 w 3922602"/>
                    <a:gd name="connsiteY15" fmla="*/ 6670 h 2641584"/>
                    <a:gd name="connsiteX16" fmla="*/ 3167511 w 3922602"/>
                    <a:gd name="connsiteY16" fmla="*/ 578699 h 2641584"/>
                    <a:gd name="connsiteX17" fmla="*/ 3194785 w 3922602"/>
                    <a:gd name="connsiteY17" fmla="*/ 617817 h 2641584"/>
                    <a:gd name="connsiteX18" fmla="*/ 3267517 w 3922602"/>
                    <a:gd name="connsiteY18" fmla="*/ 671238 h 2641584"/>
                    <a:gd name="connsiteX19" fmla="*/ 3516857 w 3922602"/>
                    <a:gd name="connsiteY19" fmla="*/ 981168 h 2641584"/>
                    <a:gd name="connsiteX20" fmla="*/ 3532427 w 3922602"/>
                    <a:gd name="connsiteY20" fmla="*/ 1025189 h 264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922602" h="2641584">
                      <a:moveTo>
                        <a:pt x="3922602" y="1025189"/>
                      </a:moveTo>
                      <a:lnTo>
                        <a:pt x="3922602" y="1270868"/>
                      </a:lnTo>
                      <a:lnTo>
                        <a:pt x="3570130" y="1270868"/>
                      </a:lnTo>
                      <a:lnTo>
                        <a:pt x="3570042" y="1293605"/>
                      </a:lnTo>
                      <a:cubicBezTo>
                        <a:pt x="3555055" y="1459214"/>
                        <a:pt x="3473858" y="1619043"/>
                        <a:pt x="3341106" y="1762875"/>
                      </a:cubicBezTo>
                      <a:lnTo>
                        <a:pt x="3271845" y="1830987"/>
                      </a:lnTo>
                      <a:lnTo>
                        <a:pt x="3271612" y="1831476"/>
                      </a:lnTo>
                      <a:cubicBezTo>
                        <a:pt x="3037497" y="2263404"/>
                        <a:pt x="2537610" y="2584951"/>
                        <a:pt x="1936347" y="2634914"/>
                      </a:cubicBezTo>
                      <a:cubicBezTo>
                        <a:pt x="1444405" y="2675793"/>
                        <a:pt x="989387" y="2526159"/>
                        <a:pt x="674674" y="2258234"/>
                      </a:cubicBezTo>
                      <a:lnTo>
                        <a:pt x="580813" y="2170007"/>
                      </a:lnTo>
                      <a:lnTo>
                        <a:pt x="464286" y="2108513"/>
                      </a:lnTo>
                      <a:cubicBezTo>
                        <a:pt x="194884" y="1950599"/>
                        <a:pt x="22912" y="1733740"/>
                        <a:pt x="2113" y="1483441"/>
                      </a:cubicBezTo>
                      <a:cubicBezTo>
                        <a:pt x="-18686" y="1233143"/>
                        <a:pt x="115134" y="990874"/>
                        <a:pt x="354776" y="790659"/>
                      </a:cubicBezTo>
                      <a:lnTo>
                        <a:pt x="429374" y="733787"/>
                      </a:lnTo>
                      <a:lnTo>
                        <a:pt x="452999" y="695168"/>
                      </a:lnTo>
                      <a:cubicBezTo>
                        <a:pt x="708525" y="321962"/>
                        <a:pt x="1171347" y="52091"/>
                        <a:pt x="1717949" y="6670"/>
                      </a:cubicBezTo>
                      <a:cubicBezTo>
                        <a:pt x="2319212" y="-43292"/>
                        <a:pt x="2865316" y="191337"/>
                        <a:pt x="3167511" y="578699"/>
                      </a:cubicBezTo>
                      <a:lnTo>
                        <a:pt x="3194785" y="617817"/>
                      </a:lnTo>
                      <a:lnTo>
                        <a:pt x="3267517" y="671238"/>
                      </a:lnTo>
                      <a:cubicBezTo>
                        <a:pt x="3380106" y="762241"/>
                        <a:pt x="3465459" y="866614"/>
                        <a:pt x="3516857" y="981168"/>
                      </a:cubicBezTo>
                      <a:lnTo>
                        <a:pt x="3532427" y="1025189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7" name="Freeform: Shape 376">
                  <a:extLst>
                    <a:ext uri="{FF2B5EF4-FFF2-40B4-BE49-F238E27FC236}">
                      <a16:creationId xmlns:a16="http://schemas.microsoft.com/office/drawing/2014/main" id="{E13E405B-15C7-4995-805A-44DF3255B602}"/>
                    </a:ext>
                  </a:extLst>
                </p:cNvPr>
                <p:cNvSpPr/>
                <p:nvPr/>
              </p:nvSpPr>
              <p:spPr>
                <a:xfrm>
                  <a:off x="2422519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0E3DE539-EA65-499D-B202-6012938D444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32477" y="1362258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C35F97B-069D-4D04-8A9E-381EDE05A648}"/>
                  </a:ext>
                </a:extLst>
              </p:cNvPr>
              <p:cNvSpPr/>
              <p:nvPr/>
            </p:nvSpPr>
            <p:spPr>
              <a:xfrm>
                <a:off x="-48660" y="-1107415"/>
                <a:ext cx="51443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Some </a:t>
                </a:r>
                <a:r>
                  <a:rPr lang="pt-PT" sz="2400" b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part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D2742DFC-1724-4641-8437-CCC80FDEC42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1042937" y="1499450"/>
                <a:ext cx="2645493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7930DC1-48BB-4B79-8980-4B4E5B8D83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157" y="187664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DE0533F7-C99D-42B3-ADA1-654F181FD7E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47396" y="635167"/>
                <a:ext cx="862987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23C716E-6CA7-4FEC-9225-B638820A1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8617" y="3509343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69C422C-1C2A-4B4E-B9BF-6B533DF1011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570299" y="198980"/>
                <a:ext cx="862987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38098335-85BE-4825-A0A0-AC2A0CEB77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785" y="2802011"/>
                <a:ext cx="862987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89429EDE-B6FA-4BFF-8BB1-92136CBE8E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2236" y="4404469"/>
                <a:ext cx="1740460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Multiplication Sign 73">
                <a:extLst>
                  <a:ext uri="{FF2B5EF4-FFF2-40B4-BE49-F238E27FC236}">
                    <a16:creationId xmlns:a16="http://schemas.microsoft.com/office/drawing/2014/main" id="{5F15D63F-37DF-40BB-969D-E16071E640D3}"/>
                  </a:ext>
                </a:extLst>
              </p:cNvPr>
              <p:cNvSpPr/>
              <p:nvPr/>
            </p:nvSpPr>
            <p:spPr>
              <a:xfrm>
                <a:off x="2723366" y="-79504"/>
                <a:ext cx="696868" cy="696868"/>
              </a:xfrm>
              <a:prstGeom prst="mathMultiply">
                <a:avLst>
                  <a:gd name="adj1" fmla="val 1343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Multiplication Sign 74">
                <a:extLst>
                  <a:ext uri="{FF2B5EF4-FFF2-40B4-BE49-F238E27FC236}">
                    <a16:creationId xmlns:a16="http://schemas.microsoft.com/office/drawing/2014/main" id="{5D11DCF3-2881-4550-B5CE-6FC19F10766A}"/>
                  </a:ext>
                </a:extLst>
              </p:cNvPr>
              <p:cNvSpPr/>
              <p:nvPr/>
            </p:nvSpPr>
            <p:spPr>
              <a:xfrm>
                <a:off x="1531219" y="3686994"/>
                <a:ext cx="696868" cy="696868"/>
              </a:xfrm>
              <a:prstGeom prst="mathMultiply">
                <a:avLst>
                  <a:gd name="adj1" fmla="val 1343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49AF5D0B-D1BF-47E1-8825-72C305CAA3D8}"/>
                  </a:ext>
                </a:extLst>
              </p:cNvPr>
              <p:cNvSpPr/>
              <p:nvPr/>
            </p:nvSpPr>
            <p:spPr>
              <a:xfrm>
                <a:off x="-48660" y="-738528"/>
                <a:ext cx="51283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less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400" b="1" dirty="0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9ACBB3DF-7377-4567-A0C8-15AB7104F340}"/>
                </a:ext>
              </a:extLst>
            </p:cNvPr>
            <p:cNvGrpSpPr/>
            <p:nvPr/>
          </p:nvGrpSpPr>
          <p:grpSpPr>
            <a:xfrm>
              <a:off x="3653526" y="-1107415"/>
              <a:ext cx="5931825" cy="5724969"/>
              <a:chOff x="-1346069" y="-1105541"/>
              <a:chExt cx="5931825" cy="5724969"/>
            </a:xfrm>
          </p:grpSpPr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BD949769-95D7-4D95-A73F-26483F668CFA}"/>
                  </a:ext>
                </a:extLst>
              </p:cNvPr>
              <p:cNvGrpSpPr/>
              <p:nvPr/>
            </p:nvGrpSpPr>
            <p:grpSpPr>
              <a:xfrm>
                <a:off x="259534" y="187664"/>
                <a:ext cx="4242070" cy="4216805"/>
                <a:chOff x="1831632" y="-207902"/>
                <a:chExt cx="4242070" cy="4216805"/>
              </a:xfrm>
            </p:grpSpPr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B6C41BCD-1F18-474E-8457-989C0F146EE6}"/>
                    </a:ext>
                  </a:extLst>
                </p:cNvPr>
                <p:cNvSpPr/>
                <p:nvPr/>
              </p:nvSpPr>
              <p:spPr>
                <a:xfrm>
                  <a:off x="1831632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D01B27FA-6B4C-4E46-92C4-53E356C812D6}"/>
                    </a:ext>
                  </a:extLst>
                </p:cNvPr>
                <p:cNvSpPr/>
                <p:nvPr/>
              </p:nvSpPr>
              <p:spPr>
                <a:xfrm>
                  <a:off x="2680046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ADAE39D0-C882-4779-86BF-F44FBC12A824}"/>
                    </a:ext>
                  </a:extLst>
                </p:cNvPr>
                <p:cNvSpPr/>
                <p:nvPr/>
              </p:nvSpPr>
              <p:spPr>
                <a:xfrm>
                  <a:off x="1831632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A3B79DB9-69F3-475A-AEAA-6F8E287268C3}"/>
                    </a:ext>
                  </a:extLst>
                </p:cNvPr>
                <p:cNvSpPr/>
                <p:nvPr/>
              </p:nvSpPr>
              <p:spPr>
                <a:xfrm>
                  <a:off x="2680046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0A585CAF-404E-41A3-81E4-B278B0ED7800}"/>
                    </a:ext>
                  </a:extLst>
                </p:cNvPr>
                <p:cNvSpPr/>
                <p:nvPr/>
              </p:nvSpPr>
              <p:spPr>
                <a:xfrm>
                  <a:off x="3528460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3B1FDCB9-0B7B-4BC0-8BD4-B2B7DF869ED8}"/>
                    </a:ext>
                  </a:extLst>
                </p:cNvPr>
                <p:cNvSpPr/>
                <p:nvPr/>
              </p:nvSpPr>
              <p:spPr>
                <a:xfrm>
                  <a:off x="4376874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22A1ED06-E3F8-4F45-89C5-F376D9C5BCFD}"/>
                    </a:ext>
                  </a:extLst>
                </p:cNvPr>
                <p:cNvSpPr/>
                <p:nvPr/>
              </p:nvSpPr>
              <p:spPr>
                <a:xfrm>
                  <a:off x="3528460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093B1C30-1556-443C-8DF1-5660AAB7E663}"/>
                    </a:ext>
                  </a:extLst>
                </p:cNvPr>
                <p:cNvSpPr/>
                <p:nvPr/>
              </p:nvSpPr>
              <p:spPr>
                <a:xfrm>
                  <a:off x="4376874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7F420A9B-3A33-49D2-A963-D5948A453FF6}"/>
                    </a:ext>
                  </a:extLst>
                </p:cNvPr>
                <p:cNvSpPr/>
                <p:nvPr/>
              </p:nvSpPr>
              <p:spPr>
                <a:xfrm>
                  <a:off x="1831632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CFB09E8C-6BDC-4390-AD03-928BF047DF3D}"/>
                    </a:ext>
                  </a:extLst>
                </p:cNvPr>
                <p:cNvSpPr/>
                <p:nvPr/>
              </p:nvSpPr>
              <p:spPr>
                <a:xfrm>
                  <a:off x="2680046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2F2DFCA2-F39F-4282-B19C-BEC57CAD2B6F}"/>
                    </a:ext>
                  </a:extLst>
                </p:cNvPr>
                <p:cNvSpPr/>
                <p:nvPr/>
              </p:nvSpPr>
              <p:spPr>
                <a:xfrm>
                  <a:off x="1831632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4C8627B3-661C-4F5B-BABA-61D8F2D609E0}"/>
                    </a:ext>
                  </a:extLst>
                </p:cNvPr>
                <p:cNvSpPr/>
                <p:nvPr/>
              </p:nvSpPr>
              <p:spPr>
                <a:xfrm>
                  <a:off x="2680046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E680C0CF-9546-43C0-81FF-D0FF2DCA9CE2}"/>
                    </a:ext>
                  </a:extLst>
                </p:cNvPr>
                <p:cNvSpPr/>
                <p:nvPr/>
              </p:nvSpPr>
              <p:spPr>
                <a:xfrm>
                  <a:off x="3528460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B3458A2F-D2CD-4CC7-8AA1-A68857626566}"/>
                    </a:ext>
                  </a:extLst>
                </p:cNvPr>
                <p:cNvSpPr/>
                <p:nvPr/>
              </p:nvSpPr>
              <p:spPr>
                <a:xfrm>
                  <a:off x="4376874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4440D093-9F0F-43A5-86F5-F9A3CB39AC69}"/>
                    </a:ext>
                  </a:extLst>
                </p:cNvPr>
                <p:cNvSpPr/>
                <p:nvPr/>
              </p:nvSpPr>
              <p:spPr>
                <a:xfrm>
                  <a:off x="3528460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23E8E6AA-A1B5-43F1-A052-2625B753D273}"/>
                    </a:ext>
                  </a:extLst>
                </p:cNvPr>
                <p:cNvSpPr/>
                <p:nvPr/>
              </p:nvSpPr>
              <p:spPr>
                <a:xfrm>
                  <a:off x="4376874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C79D3E7D-CF53-4746-A5C2-87B6AC4E8626}"/>
                    </a:ext>
                  </a:extLst>
                </p:cNvPr>
                <p:cNvSpPr/>
                <p:nvPr/>
              </p:nvSpPr>
              <p:spPr>
                <a:xfrm>
                  <a:off x="5225288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3FDCE589-C3F5-421D-9946-E315E8638F8B}"/>
                    </a:ext>
                  </a:extLst>
                </p:cNvPr>
                <p:cNvSpPr/>
                <p:nvPr/>
              </p:nvSpPr>
              <p:spPr>
                <a:xfrm>
                  <a:off x="5225288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82A5E265-A488-431A-91D5-792D0CA32A82}"/>
                    </a:ext>
                  </a:extLst>
                </p:cNvPr>
                <p:cNvSpPr/>
                <p:nvPr/>
              </p:nvSpPr>
              <p:spPr>
                <a:xfrm>
                  <a:off x="5225288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16E87B01-AFCA-4523-9BD7-61A855C8FF4E}"/>
                    </a:ext>
                  </a:extLst>
                </p:cNvPr>
                <p:cNvSpPr/>
                <p:nvPr/>
              </p:nvSpPr>
              <p:spPr>
                <a:xfrm>
                  <a:off x="5225288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EA0F7E77-27DA-4A50-ABCD-3AB42BB941ED}"/>
                    </a:ext>
                  </a:extLst>
                </p:cNvPr>
                <p:cNvSpPr/>
                <p:nvPr/>
              </p:nvSpPr>
              <p:spPr>
                <a:xfrm>
                  <a:off x="1831632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5AEAFD62-2070-4B22-95BD-5F9EF5AF9D6D}"/>
                    </a:ext>
                  </a:extLst>
                </p:cNvPr>
                <p:cNvSpPr/>
                <p:nvPr/>
              </p:nvSpPr>
              <p:spPr>
                <a:xfrm>
                  <a:off x="2680046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E69C1C7C-DA79-4A86-A467-6397E4FF8FEC}"/>
                    </a:ext>
                  </a:extLst>
                </p:cNvPr>
                <p:cNvSpPr/>
                <p:nvPr/>
              </p:nvSpPr>
              <p:spPr>
                <a:xfrm>
                  <a:off x="3528460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CA2B0188-0D17-4EC0-9E95-7547C58E03C6}"/>
                    </a:ext>
                  </a:extLst>
                </p:cNvPr>
                <p:cNvSpPr/>
                <p:nvPr/>
              </p:nvSpPr>
              <p:spPr>
                <a:xfrm>
                  <a:off x="4376874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02F8ABFA-4CD5-465A-A39E-A6F43FC7E2D0}"/>
                    </a:ext>
                  </a:extLst>
                </p:cNvPr>
                <p:cNvSpPr/>
                <p:nvPr/>
              </p:nvSpPr>
              <p:spPr>
                <a:xfrm>
                  <a:off x="5225288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D8005269-CDC5-4380-8477-1B32866D816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1736669" y="2320584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AC9228E4-54D5-463B-9390-DAEA6B7612E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51934" y="4437495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44706D90-808E-428A-99BE-E5EFCFA093E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76454" y="1435724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7226EA7C-17CB-4494-A36F-E20B164936B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93919" y="1905341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2B3D4549-5427-4B3B-BD84-FE9B800D021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972962" y="2736481"/>
                <a:ext cx="1738526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E0AF50B9-DE9D-4F6C-97F7-E36058F46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4776" y="3530616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4C308C38-BE36-4C94-8D82-09E45CED6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3321" y="2736302"/>
                <a:ext cx="862987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958B5C6C-9D47-4834-B9DA-51B96C900D2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804826" y="2732906"/>
                <a:ext cx="3445081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2E44685-7BE5-4577-96DF-71059C2088E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85062" y="248178"/>
                <a:ext cx="3445081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2BB5AA7C-C434-4FB5-96AB-FDB3C5A0779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271137" y="663433"/>
                <a:ext cx="862987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39E125F2-AC8B-4FDF-A73D-5209D60E99D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693731" y="1065487"/>
                <a:ext cx="862987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3E5E2C74-3308-4552-A0A3-8B1EC47C1880}"/>
                  </a:ext>
                </a:extLst>
              </p:cNvPr>
              <p:cNvSpPr/>
              <p:nvPr/>
            </p:nvSpPr>
            <p:spPr>
              <a:xfrm>
                <a:off x="249066" y="-1105541"/>
                <a:ext cx="43268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all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i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connected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125" name="Multiplication Sign 124">
                <a:extLst>
                  <a:ext uri="{FF2B5EF4-FFF2-40B4-BE49-F238E27FC236}">
                    <a16:creationId xmlns:a16="http://schemas.microsoft.com/office/drawing/2014/main" id="{F4744DCF-EA20-43A9-938F-52306ACABC5B}"/>
                  </a:ext>
                </a:extLst>
              </p:cNvPr>
              <p:cNvSpPr/>
              <p:nvPr/>
            </p:nvSpPr>
            <p:spPr>
              <a:xfrm>
                <a:off x="3381709" y="1757268"/>
                <a:ext cx="696868" cy="696868"/>
              </a:xfrm>
              <a:prstGeom prst="mathMultiply">
                <a:avLst>
                  <a:gd name="adj1" fmla="val 1343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4C709DA4-A285-4AD7-BE2A-89C8C7426618}"/>
                  </a:ext>
                </a:extLst>
              </p:cNvPr>
              <p:cNvGrpSpPr/>
              <p:nvPr/>
            </p:nvGrpSpPr>
            <p:grpSpPr>
              <a:xfrm>
                <a:off x="752095" y="-23159"/>
                <a:ext cx="3325301" cy="4642587"/>
                <a:chOff x="752095" y="-23159"/>
                <a:chExt cx="3325301" cy="4642587"/>
              </a:xfrm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A6546F8E-9573-419E-9CE3-D9C236ABD5EB}"/>
                    </a:ext>
                  </a:extLst>
                </p:cNvPr>
                <p:cNvSpPr/>
                <p:nvPr/>
              </p:nvSpPr>
              <p:spPr>
                <a:xfrm rot="2750059">
                  <a:off x="858212" y="813820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986E2D20-D5A2-49B3-8DC0-11CA38AC612A}"/>
                    </a:ext>
                  </a:extLst>
                </p:cNvPr>
                <p:cNvSpPr/>
                <p:nvPr/>
              </p:nvSpPr>
              <p:spPr>
                <a:xfrm rot="2750059">
                  <a:off x="851386" y="1585991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1B61A4AB-5D13-46DD-861C-C904A6A62936}"/>
                    </a:ext>
                  </a:extLst>
                </p:cNvPr>
                <p:cNvSpPr/>
                <p:nvPr/>
              </p:nvSpPr>
              <p:spPr>
                <a:xfrm rot="2750059">
                  <a:off x="2629754" y="1617207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5660BB48-6FC4-4E64-8B5E-93F02249225D}"/>
                    </a:ext>
                  </a:extLst>
                </p:cNvPr>
                <p:cNvSpPr/>
                <p:nvPr/>
              </p:nvSpPr>
              <p:spPr>
                <a:xfrm rot="2750059">
                  <a:off x="3425043" y="3310853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B3C2C6FC-1201-4A1A-AE41-2F9A3D3065E7}"/>
                    </a:ext>
                  </a:extLst>
                </p:cNvPr>
                <p:cNvSpPr/>
                <p:nvPr/>
              </p:nvSpPr>
              <p:spPr>
                <a:xfrm rot="7313666">
                  <a:off x="745137" y="2490438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1DAF02E8-7B25-4DCF-B5B6-18C798632C56}"/>
                    </a:ext>
                  </a:extLst>
                </p:cNvPr>
                <p:cNvSpPr/>
                <p:nvPr/>
              </p:nvSpPr>
              <p:spPr>
                <a:xfrm rot="7313666">
                  <a:off x="3392450" y="2460249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E43D6F11-06DF-4407-8715-446046131822}"/>
                    </a:ext>
                  </a:extLst>
                </p:cNvPr>
                <p:cNvSpPr/>
                <p:nvPr/>
              </p:nvSpPr>
              <p:spPr>
                <a:xfrm>
                  <a:off x="758756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7962317E-70A5-48F4-8085-EC515A6D6E64}"/>
                    </a:ext>
                  </a:extLst>
                </p:cNvPr>
                <p:cNvSpPr/>
                <p:nvPr/>
              </p:nvSpPr>
              <p:spPr>
                <a:xfrm rot="7313666">
                  <a:off x="1661254" y="796081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3E64EB7E-A17A-4AF0-A75E-4858C82557AF}"/>
                    </a:ext>
                  </a:extLst>
                </p:cNvPr>
                <p:cNvSpPr/>
                <p:nvPr/>
              </p:nvSpPr>
              <p:spPr>
                <a:xfrm>
                  <a:off x="3310067" y="-23159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63235931-4563-4189-A85D-77E919EECD1A}"/>
                    </a:ext>
                  </a:extLst>
                </p:cNvPr>
                <p:cNvSpPr/>
                <p:nvPr/>
              </p:nvSpPr>
              <p:spPr>
                <a:xfrm rot="19185010">
                  <a:off x="752095" y="3315060"/>
                  <a:ext cx="728206" cy="490394"/>
                </a:xfrm>
                <a:custGeom>
                  <a:avLst/>
                  <a:gdLst>
                    <a:gd name="connsiteX0" fmla="*/ 3922602 w 3922602"/>
                    <a:gd name="connsiteY0" fmla="*/ 1025189 h 2641584"/>
                    <a:gd name="connsiteX1" fmla="*/ 3922602 w 3922602"/>
                    <a:gd name="connsiteY1" fmla="*/ 1270868 h 2641584"/>
                    <a:gd name="connsiteX2" fmla="*/ 3570130 w 3922602"/>
                    <a:gd name="connsiteY2" fmla="*/ 1270868 h 2641584"/>
                    <a:gd name="connsiteX3" fmla="*/ 3570042 w 3922602"/>
                    <a:gd name="connsiteY3" fmla="*/ 1293605 h 2641584"/>
                    <a:gd name="connsiteX4" fmla="*/ 3341106 w 3922602"/>
                    <a:gd name="connsiteY4" fmla="*/ 1762875 h 2641584"/>
                    <a:gd name="connsiteX5" fmla="*/ 3271845 w 3922602"/>
                    <a:gd name="connsiteY5" fmla="*/ 1830987 h 2641584"/>
                    <a:gd name="connsiteX6" fmla="*/ 3271612 w 3922602"/>
                    <a:gd name="connsiteY6" fmla="*/ 1831476 h 2641584"/>
                    <a:gd name="connsiteX7" fmla="*/ 1936347 w 3922602"/>
                    <a:gd name="connsiteY7" fmla="*/ 2634914 h 2641584"/>
                    <a:gd name="connsiteX8" fmla="*/ 674674 w 3922602"/>
                    <a:gd name="connsiteY8" fmla="*/ 2258234 h 2641584"/>
                    <a:gd name="connsiteX9" fmla="*/ 580813 w 3922602"/>
                    <a:gd name="connsiteY9" fmla="*/ 2170007 h 2641584"/>
                    <a:gd name="connsiteX10" fmla="*/ 464286 w 3922602"/>
                    <a:gd name="connsiteY10" fmla="*/ 2108513 h 2641584"/>
                    <a:gd name="connsiteX11" fmla="*/ 2113 w 3922602"/>
                    <a:gd name="connsiteY11" fmla="*/ 1483441 h 2641584"/>
                    <a:gd name="connsiteX12" fmla="*/ 354776 w 3922602"/>
                    <a:gd name="connsiteY12" fmla="*/ 790659 h 2641584"/>
                    <a:gd name="connsiteX13" fmla="*/ 429374 w 3922602"/>
                    <a:gd name="connsiteY13" fmla="*/ 733787 h 2641584"/>
                    <a:gd name="connsiteX14" fmla="*/ 452999 w 3922602"/>
                    <a:gd name="connsiteY14" fmla="*/ 695168 h 2641584"/>
                    <a:gd name="connsiteX15" fmla="*/ 1717949 w 3922602"/>
                    <a:gd name="connsiteY15" fmla="*/ 6670 h 2641584"/>
                    <a:gd name="connsiteX16" fmla="*/ 3167511 w 3922602"/>
                    <a:gd name="connsiteY16" fmla="*/ 578699 h 2641584"/>
                    <a:gd name="connsiteX17" fmla="*/ 3194785 w 3922602"/>
                    <a:gd name="connsiteY17" fmla="*/ 617817 h 2641584"/>
                    <a:gd name="connsiteX18" fmla="*/ 3267517 w 3922602"/>
                    <a:gd name="connsiteY18" fmla="*/ 671238 h 2641584"/>
                    <a:gd name="connsiteX19" fmla="*/ 3516857 w 3922602"/>
                    <a:gd name="connsiteY19" fmla="*/ 981168 h 2641584"/>
                    <a:gd name="connsiteX20" fmla="*/ 3532427 w 3922602"/>
                    <a:gd name="connsiteY20" fmla="*/ 1025189 h 264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922602" h="2641584">
                      <a:moveTo>
                        <a:pt x="3922602" y="1025189"/>
                      </a:moveTo>
                      <a:lnTo>
                        <a:pt x="3922602" y="1270868"/>
                      </a:lnTo>
                      <a:lnTo>
                        <a:pt x="3570130" y="1270868"/>
                      </a:lnTo>
                      <a:lnTo>
                        <a:pt x="3570042" y="1293605"/>
                      </a:lnTo>
                      <a:cubicBezTo>
                        <a:pt x="3555055" y="1459214"/>
                        <a:pt x="3473858" y="1619043"/>
                        <a:pt x="3341106" y="1762875"/>
                      </a:cubicBezTo>
                      <a:lnTo>
                        <a:pt x="3271845" y="1830987"/>
                      </a:lnTo>
                      <a:lnTo>
                        <a:pt x="3271612" y="1831476"/>
                      </a:lnTo>
                      <a:cubicBezTo>
                        <a:pt x="3037497" y="2263404"/>
                        <a:pt x="2537610" y="2584951"/>
                        <a:pt x="1936347" y="2634914"/>
                      </a:cubicBezTo>
                      <a:cubicBezTo>
                        <a:pt x="1444405" y="2675793"/>
                        <a:pt x="989387" y="2526159"/>
                        <a:pt x="674674" y="2258234"/>
                      </a:cubicBezTo>
                      <a:lnTo>
                        <a:pt x="580813" y="2170007"/>
                      </a:lnTo>
                      <a:lnTo>
                        <a:pt x="464286" y="2108513"/>
                      </a:lnTo>
                      <a:cubicBezTo>
                        <a:pt x="194884" y="1950599"/>
                        <a:pt x="22912" y="1733740"/>
                        <a:pt x="2113" y="1483441"/>
                      </a:cubicBezTo>
                      <a:cubicBezTo>
                        <a:pt x="-18686" y="1233143"/>
                        <a:pt x="115134" y="990874"/>
                        <a:pt x="354776" y="790659"/>
                      </a:cubicBezTo>
                      <a:lnTo>
                        <a:pt x="429374" y="733787"/>
                      </a:lnTo>
                      <a:lnTo>
                        <a:pt x="452999" y="695168"/>
                      </a:lnTo>
                      <a:cubicBezTo>
                        <a:pt x="708525" y="321962"/>
                        <a:pt x="1171347" y="52091"/>
                        <a:pt x="1717949" y="6670"/>
                      </a:cubicBezTo>
                      <a:cubicBezTo>
                        <a:pt x="2319212" y="-43292"/>
                        <a:pt x="2865316" y="191337"/>
                        <a:pt x="3167511" y="578699"/>
                      </a:cubicBezTo>
                      <a:lnTo>
                        <a:pt x="3194785" y="617817"/>
                      </a:lnTo>
                      <a:lnTo>
                        <a:pt x="3267517" y="671238"/>
                      </a:lnTo>
                      <a:cubicBezTo>
                        <a:pt x="3380106" y="762241"/>
                        <a:pt x="3465459" y="866614"/>
                        <a:pt x="3516857" y="981168"/>
                      </a:cubicBezTo>
                      <a:lnTo>
                        <a:pt x="3532427" y="1025189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4" name="Freeform: Shape 393">
                  <a:extLst>
                    <a:ext uri="{FF2B5EF4-FFF2-40B4-BE49-F238E27FC236}">
                      <a16:creationId xmlns:a16="http://schemas.microsoft.com/office/drawing/2014/main" id="{DD404E3B-81CE-48FE-8E7C-890B82A21D55}"/>
                    </a:ext>
                  </a:extLst>
                </p:cNvPr>
                <p:cNvSpPr/>
                <p:nvPr/>
              </p:nvSpPr>
              <p:spPr>
                <a:xfrm>
                  <a:off x="2435573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80D0B6FC-458A-4053-BAE0-4BDBDAD95DA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-1346069" y="1065487"/>
                <a:ext cx="862987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81F0C705-6C69-45AC-AAC2-009274DC3E0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950218" y="663434"/>
                <a:ext cx="862987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B40CE125-A496-419C-B958-D23FA2FD065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1767205" y="663435"/>
                <a:ext cx="862987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31E238A7-3497-49F5-AD51-B7DF9A1EE5F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1387988" y="2736481"/>
                <a:ext cx="1738526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7FEE190C-17C9-455B-BB1B-A53F2CD53DFD}"/>
                </a:ext>
              </a:extLst>
            </p:cNvPr>
            <p:cNvGrpSpPr/>
            <p:nvPr/>
          </p:nvGrpSpPr>
          <p:grpSpPr>
            <a:xfrm>
              <a:off x="-477130" y="5146489"/>
              <a:ext cx="5078699" cy="5746155"/>
              <a:chOff x="-352236" y="-1126727"/>
              <a:chExt cx="5078699" cy="5746155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56E837F0-7DED-4E3D-9F40-F46983C6C284}"/>
                  </a:ext>
                </a:extLst>
              </p:cNvPr>
              <p:cNvGrpSpPr/>
              <p:nvPr/>
            </p:nvGrpSpPr>
            <p:grpSpPr>
              <a:xfrm>
                <a:off x="259534" y="187664"/>
                <a:ext cx="4242070" cy="4216805"/>
                <a:chOff x="1831632" y="-207902"/>
                <a:chExt cx="4242070" cy="4216805"/>
              </a:xfrm>
            </p:grpSpPr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8FD46CEE-2352-4550-B756-37547C1105A3}"/>
                    </a:ext>
                  </a:extLst>
                </p:cNvPr>
                <p:cNvSpPr/>
                <p:nvPr/>
              </p:nvSpPr>
              <p:spPr>
                <a:xfrm>
                  <a:off x="1831632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7A005508-1AE2-4EDF-A934-95AC6F2D85DA}"/>
                    </a:ext>
                  </a:extLst>
                </p:cNvPr>
                <p:cNvSpPr/>
                <p:nvPr/>
              </p:nvSpPr>
              <p:spPr>
                <a:xfrm>
                  <a:off x="2680046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CD204317-49EC-4F77-9581-F6F2C4AACD2C}"/>
                    </a:ext>
                  </a:extLst>
                </p:cNvPr>
                <p:cNvSpPr/>
                <p:nvPr/>
              </p:nvSpPr>
              <p:spPr>
                <a:xfrm>
                  <a:off x="1831632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858A74F9-4409-4540-BA89-13BF6A362741}"/>
                    </a:ext>
                  </a:extLst>
                </p:cNvPr>
                <p:cNvSpPr/>
                <p:nvPr/>
              </p:nvSpPr>
              <p:spPr>
                <a:xfrm>
                  <a:off x="2680046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BA2948AD-3176-4E8E-93EC-493E74C2B2DE}"/>
                    </a:ext>
                  </a:extLst>
                </p:cNvPr>
                <p:cNvSpPr/>
                <p:nvPr/>
              </p:nvSpPr>
              <p:spPr>
                <a:xfrm>
                  <a:off x="3528460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B387A3D9-8257-440E-BBA4-17F3B0A3C50C}"/>
                    </a:ext>
                  </a:extLst>
                </p:cNvPr>
                <p:cNvSpPr/>
                <p:nvPr/>
              </p:nvSpPr>
              <p:spPr>
                <a:xfrm>
                  <a:off x="4376874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93925C2F-40CD-440E-8A69-BA712D15F32E}"/>
                    </a:ext>
                  </a:extLst>
                </p:cNvPr>
                <p:cNvSpPr/>
                <p:nvPr/>
              </p:nvSpPr>
              <p:spPr>
                <a:xfrm>
                  <a:off x="3528460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50D0949A-D773-48FA-A543-4678158B1611}"/>
                    </a:ext>
                  </a:extLst>
                </p:cNvPr>
                <p:cNvSpPr/>
                <p:nvPr/>
              </p:nvSpPr>
              <p:spPr>
                <a:xfrm>
                  <a:off x="4376874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F09256BE-DDA1-413C-8DC3-FBDB85ECCFD0}"/>
                    </a:ext>
                  </a:extLst>
                </p:cNvPr>
                <p:cNvSpPr/>
                <p:nvPr/>
              </p:nvSpPr>
              <p:spPr>
                <a:xfrm>
                  <a:off x="1831632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C5371DAB-AB9E-4E61-96A4-A8F45720FA42}"/>
                    </a:ext>
                  </a:extLst>
                </p:cNvPr>
                <p:cNvSpPr/>
                <p:nvPr/>
              </p:nvSpPr>
              <p:spPr>
                <a:xfrm>
                  <a:off x="2680046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E175FF63-F17E-4730-B195-883F6533FA5D}"/>
                    </a:ext>
                  </a:extLst>
                </p:cNvPr>
                <p:cNvSpPr/>
                <p:nvPr/>
              </p:nvSpPr>
              <p:spPr>
                <a:xfrm>
                  <a:off x="1831632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E880A708-1D30-4BAE-B013-21EB8E287D77}"/>
                    </a:ext>
                  </a:extLst>
                </p:cNvPr>
                <p:cNvSpPr/>
                <p:nvPr/>
              </p:nvSpPr>
              <p:spPr>
                <a:xfrm>
                  <a:off x="2680046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60FFE462-42AF-4953-8BA8-9DA1BB455D76}"/>
                    </a:ext>
                  </a:extLst>
                </p:cNvPr>
                <p:cNvSpPr/>
                <p:nvPr/>
              </p:nvSpPr>
              <p:spPr>
                <a:xfrm>
                  <a:off x="3528460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D5222C33-C188-47DC-B45C-82F68BC5F9EB}"/>
                    </a:ext>
                  </a:extLst>
                </p:cNvPr>
                <p:cNvSpPr/>
                <p:nvPr/>
              </p:nvSpPr>
              <p:spPr>
                <a:xfrm>
                  <a:off x="4376874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908D0471-B268-4D2E-8DD1-5C3569FBEEC6}"/>
                    </a:ext>
                  </a:extLst>
                </p:cNvPr>
                <p:cNvSpPr/>
                <p:nvPr/>
              </p:nvSpPr>
              <p:spPr>
                <a:xfrm>
                  <a:off x="3528460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31807DE4-4A2A-45F1-8CAA-F074DC9B0A22}"/>
                    </a:ext>
                  </a:extLst>
                </p:cNvPr>
                <p:cNvSpPr/>
                <p:nvPr/>
              </p:nvSpPr>
              <p:spPr>
                <a:xfrm>
                  <a:off x="4376874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8C8A9A86-5F50-4B2E-A11B-FA013893B078}"/>
                    </a:ext>
                  </a:extLst>
                </p:cNvPr>
                <p:cNvSpPr/>
                <p:nvPr/>
              </p:nvSpPr>
              <p:spPr>
                <a:xfrm>
                  <a:off x="5225288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FD561E9F-F3CE-4982-84CD-BB986B0C0727}"/>
                    </a:ext>
                  </a:extLst>
                </p:cNvPr>
                <p:cNvSpPr/>
                <p:nvPr/>
              </p:nvSpPr>
              <p:spPr>
                <a:xfrm>
                  <a:off x="5225288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14FA2022-E0B2-4D19-B6F8-41A87FC312F3}"/>
                    </a:ext>
                  </a:extLst>
                </p:cNvPr>
                <p:cNvSpPr/>
                <p:nvPr/>
              </p:nvSpPr>
              <p:spPr>
                <a:xfrm>
                  <a:off x="5225288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694C2257-1707-433D-855D-6244BA4A0D93}"/>
                    </a:ext>
                  </a:extLst>
                </p:cNvPr>
                <p:cNvSpPr/>
                <p:nvPr/>
              </p:nvSpPr>
              <p:spPr>
                <a:xfrm>
                  <a:off x="5225288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FBFDDC68-5ACA-4490-952B-04FA0D6647BD}"/>
                    </a:ext>
                  </a:extLst>
                </p:cNvPr>
                <p:cNvSpPr/>
                <p:nvPr/>
              </p:nvSpPr>
              <p:spPr>
                <a:xfrm>
                  <a:off x="1831632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9" name="Rectangle 208">
                  <a:extLst>
                    <a:ext uri="{FF2B5EF4-FFF2-40B4-BE49-F238E27FC236}">
                      <a16:creationId xmlns:a16="http://schemas.microsoft.com/office/drawing/2014/main" id="{A11DAF25-085A-4643-8909-14FB74431706}"/>
                    </a:ext>
                  </a:extLst>
                </p:cNvPr>
                <p:cNvSpPr/>
                <p:nvPr/>
              </p:nvSpPr>
              <p:spPr>
                <a:xfrm>
                  <a:off x="2680046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353D93E8-DB72-4A1C-A114-143381859741}"/>
                    </a:ext>
                  </a:extLst>
                </p:cNvPr>
                <p:cNvSpPr/>
                <p:nvPr/>
              </p:nvSpPr>
              <p:spPr>
                <a:xfrm>
                  <a:off x="3528460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1E2CE447-3FA4-4FC4-B4FC-F56BD28907CC}"/>
                    </a:ext>
                  </a:extLst>
                </p:cNvPr>
                <p:cNvSpPr/>
                <p:nvPr/>
              </p:nvSpPr>
              <p:spPr>
                <a:xfrm>
                  <a:off x="4376874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C22F28E4-E9B4-4C53-BDB0-7ADB18BDB4BE}"/>
                    </a:ext>
                  </a:extLst>
                </p:cNvPr>
                <p:cNvSpPr/>
                <p:nvPr/>
              </p:nvSpPr>
              <p:spPr>
                <a:xfrm>
                  <a:off x="5225288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F204ACAA-611E-4AE1-AA27-445C6A01254F}"/>
                  </a:ext>
                </a:extLst>
              </p:cNvPr>
              <p:cNvSpPr/>
              <p:nvPr/>
            </p:nvSpPr>
            <p:spPr>
              <a:xfrm>
                <a:off x="-352236" y="-1126727"/>
                <a:ext cx="5078699" cy="13542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One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i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Cherry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disconnected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More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than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2 </a:t>
                </a:r>
                <a:r>
                  <a:rPr lang="pt-PT" sz="24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form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group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endParaRPr lang="pt-PT" sz="2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Multiplication Sign 165">
                <a:extLst>
                  <a:ext uri="{FF2B5EF4-FFF2-40B4-BE49-F238E27FC236}">
                    <a16:creationId xmlns:a16="http://schemas.microsoft.com/office/drawing/2014/main" id="{278BF2E2-5143-4499-B668-9518BF623346}"/>
                  </a:ext>
                </a:extLst>
              </p:cNvPr>
              <p:cNvSpPr/>
              <p:nvPr/>
            </p:nvSpPr>
            <p:spPr>
              <a:xfrm>
                <a:off x="1125982" y="1157554"/>
                <a:ext cx="696868" cy="696868"/>
              </a:xfrm>
              <a:prstGeom prst="mathMultiply">
                <a:avLst>
                  <a:gd name="adj1" fmla="val 1343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4BE7F1-B8E6-40E9-8BC6-5A48B1E00A5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1736669" y="2320584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55626FF-B4E8-4B80-A5D4-AB0ADB0CEDC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51934" y="4437495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565B72A8-9C0D-41D2-9612-690CB2DFA66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76454" y="1435724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8C825447-E554-40FB-8C49-767370ACAC2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462513" y="2320584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DCBB52F-0CE5-439F-81C1-F16CC1CF4F3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51934" y="193927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D98A7A15-A962-44C4-B828-196D5E0A677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774892" y="1905341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2D8B2A6-90F3-4436-89A1-560A7E81EF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596" y="2732906"/>
                <a:ext cx="2645493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C7B2A9D-B456-4588-ABC6-A2948E45C8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4716" y="1016315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05DA50C1-60DA-4B1B-852B-797FA066A5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2420" y="1881181"/>
                <a:ext cx="1738526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Multiplication Sign 175">
                <a:extLst>
                  <a:ext uri="{FF2B5EF4-FFF2-40B4-BE49-F238E27FC236}">
                    <a16:creationId xmlns:a16="http://schemas.microsoft.com/office/drawing/2014/main" id="{93E638AD-4FAF-481E-832A-1A9BC65B10A6}"/>
                  </a:ext>
                </a:extLst>
              </p:cNvPr>
              <p:cNvSpPr/>
              <p:nvPr/>
            </p:nvSpPr>
            <p:spPr>
              <a:xfrm>
                <a:off x="2842225" y="3244918"/>
                <a:ext cx="696868" cy="696868"/>
              </a:xfrm>
              <a:prstGeom prst="mathMultiply">
                <a:avLst>
                  <a:gd name="adj1" fmla="val 1343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C8D7E48F-97BD-4895-968E-BF0ED38BAF3D}"/>
                  </a:ext>
                </a:extLst>
              </p:cNvPr>
              <p:cNvGrpSpPr/>
              <p:nvPr/>
            </p:nvGrpSpPr>
            <p:grpSpPr>
              <a:xfrm>
                <a:off x="752095" y="-23159"/>
                <a:ext cx="3325301" cy="4642587"/>
                <a:chOff x="752095" y="-23159"/>
                <a:chExt cx="3325301" cy="4642587"/>
              </a:xfrm>
            </p:grpSpPr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B44D2E90-E8AA-4F34-A679-B57D653347D0}"/>
                    </a:ext>
                  </a:extLst>
                </p:cNvPr>
                <p:cNvSpPr/>
                <p:nvPr/>
              </p:nvSpPr>
              <p:spPr>
                <a:xfrm rot="2750059">
                  <a:off x="858212" y="813820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70D8CF50-F39B-49D2-9124-05A93079D2B2}"/>
                    </a:ext>
                  </a:extLst>
                </p:cNvPr>
                <p:cNvSpPr/>
                <p:nvPr/>
              </p:nvSpPr>
              <p:spPr>
                <a:xfrm rot="2750059">
                  <a:off x="851386" y="1585991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" name="Freeform: Shape 179">
                  <a:extLst>
                    <a:ext uri="{FF2B5EF4-FFF2-40B4-BE49-F238E27FC236}">
                      <a16:creationId xmlns:a16="http://schemas.microsoft.com/office/drawing/2014/main" id="{56B4F5E9-CEBD-41F7-9B03-F5F8FF84261B}"/>
                    </a:ext>
                  </a:extLst>
                </p:cNvPr>
                <p:cNvSpPr/>
                <p:nvPr/>
              </p:nvSpPr>
              <p:spPr>
                <a:xfrm rot="2750059">
                  <a:off x="2629754" y="1617207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4CF52E4F-1BA1-4234-8183-07BBA2EDA528}"/>
                    </a:ext>
                  </a:extLst>
                </p:cNvPr>
                <p:cNvSpPr/>
                <p:nvPr/>
              </p:nvSpPr>
              <p:spPr>
                <a:xfrm rot="2750059">
                  <a:off x="3425043" y="3310853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A076CA6B-B9EE-403C-99DC-A176645773B2}"/>
                    </a:ext>
                  </a:extLst>
                </p:cNvPr>
                <p:cNvSpPr/>
                <p:nvPr/>
              </p:nvSpPr>
              <p:spPr>
                <a:xfrm rot="7313666">
                  <a:off x="745137" y="2490438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51BEFF9B-6436-4A99-9B6F-AAD82A34C859}"/>
                    </a:ext>
                  </a:extLst>
                </p:cNvPr>
                <p:cNvSpPr/>
                <p:nvPr/>
              </p:nvSpPr>
              <p:spPr>
                <a:xfrm rot="7313666">
                  <a:off x="3392450" y="2460249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543E957E-C1FF-4BB5-B97A-79E804DD120B}"/>
                    </a:ext>
                  </a:extLst>
                </p:cNvPr>
                <p:cNvSpPr/>
                <p:nvPr/>
              </p:nvSpPr>
              <p:spPr>
                <a:xfrm>
                  <a:off x="758756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FA6CE652-379A-49A4-BEA6-8764C3D44F18}"/>
                    </a:ext>
                  </a:extLst>
                </p:cNvPr>
                <p:cNvSpPr/>
                <p:nvPr/>
              </p:nvSpPr>
              <p:spPr>
                <a:xfrm rot="7313666">
                  <a:off x="1661254" y="796081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C76B140E-E7D9-4CEC-9D8C-D10655A574A3}"/>
                    </a:ext>
                  </a:extLst>
                </p:cNvPr>
                <p:cNvSpPr/>
                <p:nvPr/>
              </p:nvSpPr>
              <p:spPr>
                <a:xfrm>
                  <a:off x="3310067" y="-23159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7" name="Freeform: Shape 186">
                  <a:extLst>
                    <a:ext uri="{FF2B5EF4-FFF2-40B4-BE49-F238E27FC236}">
                      <a16:creationId xmlns:a16="http://schemas.microsoft.com/office/drawing/2014/main" id="{DB452B35-E2CE-43E9-8417-33EE6DF92D70}"/>
                    </a:ext>
                  </a:extLst>
                </p:cNvPr>
                <p:cNvSpPr/>
                <p:nvPr/>
              </p:nvSpPr>
              <p:spPr>
                <a:xfrm rot="19185010">
                  <a:off x="752095" y="3315060"/>
                  <a:ext cx="728206" cy="490394"/>
                </a:xfrm>
                <a:custGeom>
                  <a:avLst/>
                  <a:gdLst>
                    <a:gd name="connsiteX0" fmla="*/ 3922602 w 3922602"/>
                    <a:gd name="connsiteY0" fmla="*/ 1025189 h 2641584"/>
                    <a:gd name="connsiteX1" fmla="*/ 3922602 w 3922602"/>
                    <a:gd name="connsiteY1" fmla="*/ 1270868 h 2641584"/>
                    <a:gd name="connsiteX2" fmla="*/ 3570130 w 3922602"/>
                    <a:gd name="connsiteY2" fmla="*/ 1270868 h 2641584"/>
                    <a:gd name="connsiteX3" fmla="*/ 3570042 w 3922602"/>
                    <a:gd name="connsiteY3" fmla="*/ 1293605 h 2641584"/>
                    <a:gd name="connsiteX4" fmla="*/ 3341106 w 3922602"/>
                    <a:gd name="connsiteY4" fmla="*/ 1762875 h 2641584"/>
                    <a:gd name="connsiteX5" fmla="*/ 3271845 w 3922602"/>
                    <a:gd name="connsiteY5" fmla="*/ 1830987 h 2641584"/>
                    <a:gd name="connsiteX6" fmla="*/ 3271612 w 3922602"/>
                    <a:gd name="connsiteY6" fmla="*/ 1831476 h 2641584"/>
                    <a:gd name="connsiteX7" fmla="*/ 1936347 w 3922602"/>
                    <a:gd name="connsiteY7" fmla="*/ 2634914 h 2641584"/>
                    <a:gd name="connsiteX8" fmla="*/ 674674 w 3922602"/>
                    <a:gd name="connsiteY8" fmla="*/ 2258234 h 2641584"/>
                    <a:gd name="connsiteX9" fmla="*/ 580813 w 3922602"/>
                    <a:gd name="connsiteY9" fmla="*/ 2170007 h 2641584"/>
                    <a:gd name="connsiteX10" fmla="*/ 464286 w 3922602"/>
                    <a:gd name="connsiteY10" fmla="*/ 2108513 h 2641584"/>
                    <a:gd name="connsiteX11" fmla="*/ 2113 w 3922602"/>
                    <a:gd name="connsiteY11" fmla="*/ 1483441 h 2641584"/>
                    <a:gd name="connsiteX12" fmla="*/ 354776 w 3922602"/>
                    <a:gd name="connsiteY12" fmla="*/ 790659 h 2641584"/>
                    <a:gd name="connsiteX13" fmla="*/ 429374 w 3922602"/>
                    <a:gd name="connsiteY13" fmla="*/ 733787 h 2641584"/>
                    <a:gd name="connsiteX14" fmla="*/ 452999 w 3922602"/>
                    <a:gd name="connsiteY14" fmla="*/ 695168 h 2641584"/>
                    <a:gd name="connsiteX15" fmla="*/ 1717949 w 3922602"/>
                    <a:gd name="connsiteY15" fmla="*/ 6670 h 2641584"/>
                    <a:gd name="connsiteX16" fmla="*/ 3167511 w 3922602"/>
                    <a:gd name="connsiteY16" fmla="*/ 578699 h 2641584"/>
                    <a:gd name="connsiteX17" fmla="*/ 3194785 w 3922602"/>
                    <a:gd name="connsiteY17" fmla="*/ 617817 h 2641584"/>
                    <a:gd name="connsiteX18" fmla="*/ 3267517 w 3922602"/>
                    <a:gd name="connsiteY18" fmla="*/ 671238 h 2641584"/>
                    <a:gd name="connsiteX19" fmla="*/ 3516857 w 3922602"/>
                    <a:gd name="connsiteY19" fmla="*/ 981168 h 2641584"/>
                    <a:gd name="connsiteX20" fmla="*/ 3532427 w 3922602"/>
                    <a:gd name="connsiteY20" fmla="*/ 1025189 h 264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922602" h="2641584">
                      <a:moveTo>
                        <a:pt x="3922602" y="1025189"/>
                      </a:moveTo>
                      <a:lnTo>
                        <a:pt x="3922602" y="1270868"/>
                      </a:lnTo>
                      <a:lnTo>
                        <a:pt x="3570130" y="1270868"/>
                      </a:lnTo>
                      <a:lnTo>
                        <a:pt x="3570042" y="1293605"/>
                      </a:lnTo>
                      <a:cubicBezTo>
                        <a:pt x="3555055" y="1459214"/>
                        <a:pt x="3473858" y="1619043"/>
                        <a:pt x="3341106" y="1762875"/>
                      </a:cubicBezTo>
                      <a:lnTo>
                        <a:pt x="3271845" y="1830987"/>
                      </a:lnTo>
                      <a:lnTo>
                        <a:pt x="3271612" y="1831476"/>
                      </a:lnTo>
                      <a:cubicBezTo>
                        <a:pt x="3037497" y="2263404"/>
                        <a:pt x="2537610" y="2584951"/>
                        <a:pt x="1936347" y="2634914"/>
                      </a:cubicBezTo>
                      <a:cubicBezTo>
                        <a:pt x="1444405" y="2675793"/>
                        <a:pt x="989387" y="2526159"/>
                        <a:pt x="674674" y="2258234"/>
                      </a:cubicBezTo>
                      <a:lnTo>
                        <a:pt x="580813" y="2170007"/>
                      </a:lnTo>
                      <a:lnTo>
                        <a:pt x="464286" y="2108513"/>
                      </a:lnTo>
                      <a:cubicBezTo>
                        <a:pt x="194884" y="1950599"/>
                        <a:pt x="22912" y="1733740"/>
                        <a:pt x="2113" y="1483441"/>
                      </a:cubicBezTo>
                      <a:cubicBezTo>
                        <a:pt x="-18686" y="1233143"/>
                        <a:pt x="115134" y="990874"/>
                        <a:pt x="354776" y="790659"/>
                      </a:cubicBezTo>
                      <a:lnTo>
                        <a:pt x="429374" y="733787"/>
                      </a:lnTo>
                      <a:lnTo>
                        <a:pt x="452999" y="695168"/>
                      </a:lnTo>
                      <a:cubicBezTo>
                        <a:pt x="708525" y="321962"/>
                        <a:pt x="1171347" y="52091"/>
                        <a:pt x="1717949" y="6670"/>
                      </a:cubicBezTo>
                      <a:cubicBezTo>
                        <a:pt x="2319212" y="-43292"/>
                        <a:pt x="2865316" y="191337"/>
                        <a:pt x="3167511" y="578699"/>
                      </a:cubicBezTo>
                      <a:lnTo>
                        <a:pt x="3194785" y="617817"/>
                      </a:lnTo>
                      <a:lnTo>
                        <a:pt x="3267517" y="671238"/>
                      </a:lnTo>
                      <a:cubicBezTo>
                        <a:pt x="3380106" y="762241"/>
                        <a:pt x="3465459" y="866614"/>
                        <a:pt x="3516857" y="981168"/>
                      </a:cubicBezTo>
                      <a:lnTo>
                        <a:pt x="3532427" y="1025189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8" name="Freeform: Shape 397">
                  <a:extLst>
                    <a:ext uri="{FF2B5EF4-FFF2-40B4-BE49-F238E27FC236}">
                      <a16:creationId xmlns:a16="http://schemas.microsoft.com/office/drawing/2014/main" id="{43989F16-8040-400D-A667-316687EE61FF}"/>
                    </a:ext>
                  </a:extLst>
                </p:cNvPr>
                <p:cNvSpPr/>
                <p:nvPr/>
              </p:nvSpPr>
              <p:spPr>
                <a:xfrm>
                  <a:off x="2460526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BB3A30E5-B874-4BED-97C2-D33C9F40873A}"/>
                </a:ext>
              </a:extLst>
            </p:cNvPr>
            <p:cNvGrpSpPr/>
            <p:nvPr/>
          </p:nvGrpSpPr>
          <p:grpSpPr>
            <a:xfrm>
              <a:off x="1195900" y="-1107415"/>
              <a:ext cx="13720947" cy="5752610"/>
              <a:chOff x="-9135191" y="-1133182"/>
              <a:chExt cx="13720947" cy="5752610"/>
            </a:xfrm>
          </p:grpSpPr>
          <p:grpSp>
            <p:nvGrpSpPr>
              <p:cNvPr id="214" name="Group 213">
                <a:extLst>
                  <a:ext uri="{FF2B5EF4-FFF2-40B4-BE49-F238E27FC236}">
                    <a16:creationId xmlns:a16="http://schemas.microsoft.com/office/drawing/2014/main" id="{76BBC544-16DB-4919-B713-B21DA52369BB}"/>
                  </a:ext>
                </a:extLst>
              </p:cNvPr>
              <p:cNvGrpSpPr/>
              <p:nvPr/>
            </p:nvGrpSpPr>
            <p:grpSpPr>
              <a:xfrm>
                <a:off x="259534" y="187664"/>
                <a:ext cx="4242070" cy="4216805"/>
                <a:chOff x="1831632" y="-207902"/>
                <a:chExt cx="4242070" cy="4216805"/>
              </a:xfrm>
            </p:grpSpPr>
            <p:sp>
              <p:nvSpPr>
                <p:cNvPr id="241" name="Rectangle 240">
                  <a:extLst>
                    <a:ext uri="{FF2B5EF4-FFF2-40B4-BE49-F238E27FC236}">
                      <a16:creationId xmlns:a16="http://schemas.microsoft.com/office/drawing/2014/main" id="{22FBC3AD-ADC6-4392-BCD2-B6DB0910D4A5}"/>
                    </a:ext>
                  </a:extLst>
                </p:cNvPr>
                <p:cNvSpPr/>
                <p:nvPr/>
              </p:nvSpPr>
              <p:spPr>
                <a:xfrm>
                  <a:off x="1831632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8894EF17-8A1B-460D-AF25-0F2DE04F886D}"/>
                    </a:ext>
                  </a:extLst>
                </p:cNvPr>
                <p:cNvSpPr/>
                <p:nvPr/>
              </p:nvSpPr>
              <p:spPr>
                <a:xfrm>
                  <a:off x="2680046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FF147CD9-5E44-4ABE-8169-16EF2372614F}"/>
                    </a:ext>
                  </a:extLst>
                </p:cNvPr>
                <p:cNvSpPr/>
                <p:nvPr/>
              </p:nvSpPr>
              <p:spPr>
                <a:xfrm>
                  <a:off x="1831632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4" name="Rectangle 243">
                  <a:extLst>
                    <a:ext uri="{FF2B5EF4-FFF2-40B4-BE49-F238E27FC236}">
                      <a16:creationId xmlns:a16="http://schemas.microsoft.com/office/drawing/2014/main" id="{0955A85B-4539-488D-BCBA-5738DA7D3AD3}"/>
                    </a:ext>
                  </a:extLst>
                </p:cNvPr>
                <p:cNvSpPr/>
                <p:nvPr/>
              </p:nvSpPr>
              <p:spPr>
                <a:xfrm>
                  <a:off x="2680046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5" name="Rectangle 244">
                  <a:extLst>
                    <a:ext uri="{FF2B5EF4-FFF2-40B4-BE49-F238E27FC236}">
                      <a16:creationId xmlns:a16="http://schemas.microsoft.com/office/drawing/2014/main" id="{EC0E0534-EE25-4124-9B5C-08531ACECB51}"/>
                    </a:ext>
                  </a:extLst>
                </p:cNvPr>
                <p:cNvSpPr/>
                <p:nvPr/>
              </p:nvSpPr>
              <p:spPr>
                <a:xfrm>
                  <a:off x="3528460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B2D1BBD5-9E7D-4116-8F28-A52F35BC6E8D}"/>
                    </a:ext>
                  </a:extLst>
                </p:cNvPr>
                <p:cNvSpPr/>
                <p:nvPr/>
              </p:nvSpPr>
              <p:spPr>
                <a:xfrm>
                  <a:off x="4376874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7" name="Rectangle 246">
                  <a:extLst>
                    <a:ext uri="{FF2B5EF4-FFF2-40B4-BE49-F238E27FC236}">
                      <a16:creationId xmlns:a16="http://schemas.microsoft.com/office/drawing/2014/main" id="{0D855D91-ABCF-4F5C-9C74-2BC226FCCCEF}"/>
                    </a:ext>
                  </a:extLst>
                </p:cNvPr>
                <p:cNvSpPr/>
                <p:nvPr/>
              </p:nvSpPr>
              <p:spPr>
                <a:xfrm>
                  <a:off x="3528460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B1D8A813-E1E4-45EE-8BE0-27D3364BA098}"/>
                    </a:ext>
                  </a:extLst>
                </p:cNvPr>
                <p:cNvSpPr/>
                <p:nvPr/>
              </p:nvSpPr>
              <p:spPr>
                <a:xfrm>
                  <a:off x="4376874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9942E273-80C2-4294-9A79-328F176333F4}"/>
                    </a:ext>
                  </a:extLst>
                </p:cNvPr>
                <p:cNvSpPr/>
                <p:nvPr/>
              </p:nvSpPr>
              <p:spPr>
                <a:xfrm>
                  <a:off x="1831632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0" name="Rectangle 249">
                  <a:extLst>
                    <a:ext uri="{FF2B5EF4-FFF2-40B4-BE49-F238E27FC236}">
                      <a16:creationId xmlns:a16="http://schemas.microsoft.com/office/drawing/2014/main" id="{F114E2DF-6DE9-413E-98EE-03FDA65CE051}"/>
                    </a:ext>
                  </a:extLst>
                </p:cNvPr>
                <p:cNvSpPr/>
                <p:nvPr/>
              </p:nvSpPr>
              <p:spPr>
                <a:xfrm>
                  <a:off x="2680046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56F5460A-66C3-452B-A788-39681631E1EA}"/>
                    </a:ext>
                  </a:extLst>
                </p:cNvPr>
                <p:cNvSpPr/>
                <p:nvPr/>
              </p:nvSpPr>
              <p:spPr>
                <a:xfrm>
                  <a:off x="1831632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2126FF82-4A2C-49F7-8403-CE9A0BF1C637}"/>
                    </a:ext>
                  </a:extLst>
                </p:cNvPr>
                <p:cNvSpPr/>
                <p:nvPr/>
              </p:nvSpPr>
              <p:spPr>
                <a:xfrm>
                  <a:off x="2680046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B2208733-57A0-476B-B521-CF74612E53AB}"/>
                    </a:ext>
                  </a:extLst>
                </p:cNvPr>
                <p:cNvSpPr/>
                <p:nvPr/>
              </p:nvSpPr>
              <p:spPr>
                <a:xfrm>
                  <a:off x="3528460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A60128D1-9BCE-47BD-8674-403DE4F16694}"/>
                    </a:ext>
                  </a:extLst>
                </p:cNvPr>
                <p:cNvSpPr/>
                <p:nvPr/>
              </p:nvSpPr>
              <p:spPr>
                <a:xfrm>
                  <a:off x="4376874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5" name="Rectangle 254">
                  <a:extLst>
                    <a:ext uri="{FF2B5EF4-FFF2-40B4-BE49-F238E27FC236}">
                      <a16:creationId xmlns:a16="http://schemas.microsoft.com/office/drawing/2014/main" id="{AA9BCD49-C045-4008-977B-70CE52D4FC8D}"/>
                    </a:ext>
                  </a:extLst>
                </p:cNvPr>
                <p:cNvSpPr/>
                <p:nvPr/>
              </p:nvSpPr>
              <p:spPr>
                <a:xfrm>
                  <a:off x="3528460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BA0AFE27-ABF1-4A30-80F6-8C6341917872}"/>
                    </a:ext>
                  </a:extLst>
                </p:cNvPr>
                <p:cNvSpPr/>
                <p:nvPr/>
              </p:nvSpPr>
              <p:spPr>
                <a:xfrm>
                  <a:off x="4376874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7" name="Rectangle 256">
                  <a:extLst>
                    <a:ext uri="{FF2B5EF4-FFF2-40B4-BE49-F238E27FC236}">
                      <a16:creationId xmlns:a16="http://schemas.microsoft.com/office/drawing/2014/main" id="{D4626E04-8787-48A7-8958-E66761211ADE}"/>
                    </a:ext>
                  </a:extLst>
                </p:cNvPr>
                <p:cNvSpPr/>
                <p:nvPr/>
              </p:nvSpPr>
              <p:spPr>
                <a:xfrm>
                  <a:off x="5225288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01B18779-377A-4A55-9384-2D55DC09E999}"/>
                    </a:ext>
                  </a:extLst>
                </p:cNvPr>
                <p:cNvSpPr/>
                <p:nvPr/>
              </p:nvSpPr>
              <p:spPr>
                <a:xfrm>
                  <a:off x="5225288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6D4E000F-47FB-4681-9EB2-067F4A0D5C48}"/>
                    </a:ext>
                  </a:extLst>
                </p:cNvPr>
                <p:cNvSpPr/>
                <p:nvPr/>
              </p:nvSpPr>
              <p:spPr>
                <a:xfrm>
                  <a:off x="5225288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A6F01E33-A4D2-4504-842B-FCD226908AA7}"/>
                    </a:ext>
                  </a:extLst>
                </p:cNvPr>
                <p:cNvSpPr/>
                <p:nvPr/>
              </p:nvSpPr>
              <p:spPr>
                <a:xfrm>
                  <a:off x="5225288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37DEB927-F8B7-4DD6-869D-A0C0EBEA560A}"/>
                    </a:ext>
                  </a:extLst>
                </p:cNvPr>
                <p:cNvSpPr/>
                <p:nvPr/>
              </p:nvSpPr>
              <p:spPr>
                <a:xfrm>
                  <a:off x="1831632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2" name="Rectangle 261">
                  <a:extLst>
                    <a:ext uri="{FF2B5EF4-FFF2-40B4-BE49-F238E27FC236}">
                      <a16:creationId xmlns:a16="http://schemas.microsoft.com/office/drawing/2014/main" id="{B4B2C9B1-17CE-4F04-B8A0-2213B6C29831}"/>
                    </a:ext>
                  </a:extLst>
                </p:cNvPr>
                <p:cNvSpPr/>
                <p:nvPr/>
              </p:nvSpPr>
              <p:spPr>
                <a:xfrm>
                  <a:off x="2680046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3" name="Rectangle 262">
                  <a:extLst>
                    <a:ext uri="{FF2B5EF4-FFF2-40B4-BE49-F238E27FC236}">
                      <a16:creationId xmlns:a16="http://schemas.microsoft.com/office/drawing/2014/main" id="{C4B8395C-C0F8-491D-9655-A6A6E87C9EF0}"/>
                    </a:ext>
                  </a:extLst>
                </p:cNvPr>
                <p:cNvSpPr/>
                <p:nvPr/>
              </p:nvSpPr>
              <p:spPr>
                <a:xfrm>
                  <a:off x="3528460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4" name="Rectangle 263">
                  <a:extLst>
                    <a:ext uri="{FF2B5EF4-FFF2-40B4-BE49-F238E27FC236}">
                      <a16:creationId xmlns:a16="http://schemas.microsoft.com/office/drawing/2014/main" id="{2B6D3CAC-9FEF-4DB4-BB03-93AD3B8B3102}"/>
                    </a:ext>
                  </a:extLst>
                </p:cNvPr>
                <p:cNvSpPr/>
                <p:nvPr/>
              </p:nvSpPr>
              <p:spPr>
                <a:xfrm>
                  <a:off x="4376874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5" name="Rectangle 264">
                  <a:extLst>
                    <a:ext uri="{FF2B5EF4-FFF2-40B4-BE49-F238E27FC236}">
                      <a16:creationId xmlns:a16="http://schemas.microsoft.com/office/drawing/2014/main" id="{5AFF4FAD-2546-4745-BB5B-7396D7CE5AC2}"/>
                    </a:ext>
                  </a:extLst>
                </p:cNvPr>
                <p:cNvSpPr/>
                <p:nvPr/>
              </p:nvSpPr>
              <p:spPr>
                <a:xfrm>
                  <a:off x="5225288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638873DF-CB67-4231-8CCC-6BB31496380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1736669" y="2320584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EC7D14BF-3C01-45F4-8E2B-580D4B45F5C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51934" y="4437495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BE3D0650-A727-4916-A8A1-66121ED614A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76454" y="1435724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F7D1AA31-E0F4-429A-A34B-DB3408227D3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972962" y="2736481"/>
                <a:ext cx="1738526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F8D53929-2FB5-48AC-B822-DBEBF3334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4776" y="3530616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9ECD125E-70C6-435C-9F2F-22A7BFA9DA40}"/>
                  </a:ext>
                </a:extLst>
              </p:cNvPr>
              <p:cNvSpPr/>
              <p:nvPr/>
            </p:nvSpPr>
            <p:spPr>
              <a:xfrm>
                <a:off x="479795" y="-1133182"/>
                <a:ext cx="3764172" cy="907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Some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lines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branching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Some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lines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crossing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..</a:t>
                </a:r>
                <a:endParaRPr lang="pt-PT" sz="2400" b="1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F11D8B29-113F-4674-ACC1-A5E00B287314}"/>
                  </a:ext>
                </a:extLst>
              </p:cNvPr>
              <p:cNvGrpSpPr/>
              <p:nvPr/>
            </p:nvGrpSpPr>
            <p:grpSpPr>
              <a:xfrm>
                <a:off x="752095" y="-23159"/>
                <a:ext cx="3325301" cy="4642587"/>
                <a:chOff x="752095" y="-23159"/>
                <a:chExt cx="3325301" cy="4642587"/>
              </a:xfrm>
            </p:grpSpPr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3F2E9054-8D7B-40E2-9E0C-4645540CC11D}"/>
                    </a:ext>
                  </a:extLst>
                </p:cNvPr>
                <p:cNvSpPr/>
                <p:nvPr/>
              </p:nvSpPr>
              <p:spPr>
                <a:xfrm rot="2750059">
                  <a:off x="858212" y="813820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2B85857F-6BB8-4BAA-92B4-BD7CE6A1FC58}"/>
                    </a:ext>
                  </a:extLst>
                </p:cNvPr>
                <p:cNvSpPr/>
                <p:nvPr/>
              </p:nvSpPr>
              <p:spPr>
                <a:xfrm rot="2750059">
                  <a:off x="851386" y="1585991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EFF33F7E-4368-4D58-8B3B-8263B5DCEDF6}"/>
                    </a:ext>
                  </a:extLst>
                </p:cNvPr>
                <p:cNvSpPr/>
                <p:nvPr/>
              </p:nvSpPr>
              <p:spPr>
                <a:xfrm rot="2750059">
                  <a:off x="2629754" y="1617207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5AE9BB1C-15B8-4984-A207-61BB4BEF108F}"/>
                    </a:ext>
                  </a:extLst>
                </p:cNvPr>
                <p:cNvSpPr/>
                <p:nvPr/>
              </p:nvSpPr>
              <p:spPr>
                <a:xfrm rot="2750059">
                  <a:off x="3425043" y="3310853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0198C1BC-6BB8-444A-9EF8-9D3768F0E5DD}"/>
                    </a:ext>
                  </a:extLst>
                </p:cNvPr>
                <p:cNvSpPr/>
                <p:nvPr/>
              </p:nvSpPr>
              <p:spPr>
                <a:xfrm rot="7313666">
                  <a:off x="745137" y="2490438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46E072D6-8F19-4623-8F2C-CA47191C2F33}"/>
                    </a:ext>
                  </a:extLst>
                </p:cNvPr>
                <p:cNvSpPr/>
                <p:nvPr/>
              </p:nvSpPr>
              <p:spPr>
                <a:xfrm rot="7313666">
                  <a:off x="3392450" y="2460249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C9DB2586-945C-4654-A042-C5D3448FF6A2}"/>
                    </a:ext>
                  </a:extLst>
                </p:cNvPr>
                <p:cNvSpPr/>
                <p:nvPr/>
              </p:nvSpPr>
              <p:spPr>
                <a:xfrm>
                  <a:off x="758756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384D5B34-2186-4311-931F-243E5EFDE5E4}"/>
                    </a:ext>
                  </a:extLst>
                </p:cNvPr>
                <p:cNvSpPr/>
                <p:nvPr/>
              </p:nvSpPr>
              <p:spPr>
                <a:xfrm rot="7313666">
                  <a:off x="1661254" y="796081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E693E4F5-D58C-4F77-BC40-A8F344B2D177}"/>
                    </a:ext>
                  </a:extLst>
                </p:cNvPr>
                <p:cNvSpPr/>
                <p:nvPr/>
              </p:nvSpPr>
              <p:spPr>
                <a:xfrm>
                  <a:off x="3310067" y="-23159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B8A539B1-8075-4FCF-9CA6-3655781406FE}"/>
                    </a:ext>
                  </a:extLst>
                </p:cNvPr>
                <p:cNvSpPr/>
                <p:nvPr/>
              </p:nvSpPr>
              <p:spPr>
                <a:xfrm rot="19185010">
                  <a:off x="752095" y="3315060"/>
                  <a:ext cx="728206" cy="490394"/>
                </a:xfrm>
                <a:custGeom>
                  <a:avLst/>
                  <a:gdLst>
                    <a:gd name="connsiteX0" fmla="*/ 3922602 w 3922602"/>
                    <a:gd name="connsiteY0" fmla="*/ 1025189 h 2641584"/>
                    <a:gd name="connsiteX1" fmla="*/ 3922602 w 3922602"/>
                    <a:gd name="connsiteY1" fmla="*/ 1270868 h 2641584"/>
                    <a:gd name="connsiteX2" fmla="*/ 3570130 w 3922602"/>
                    <a:gd name="connsiteY2" fmla="*/ 1270868 h 2641584"/>
                    <a:gd name="connsiteX3" fmla="*/ 3570042 w 3922602"/>
                    <a:gd name="connsiteY3" fmla="*/ 1293605 h 2641584"/>
                    <a:gd name="connsiteX4" fmla="*/ 3341106 w 3922602"/>
                    <a:gd name="connsiteY4" fmla="*/ 1762875 h 2641584"/>
                    <a:gd name="connsiteX5" fmla="*/ 3271845 w 3922602"/>
                    <a:gd name="connsiteY5" fmla="*/ 1830987 h 2641584"/>
                    <a:gd name="connsiteX6" fmla="*/ 3271612 w 3922602"/>
                    <a:gd name="connsiteY6" fmla="*/ 1831476 h 2641584"/>
                    <a:gd name="connsiteX7" fmla="*/ 1936347 w 3922602"/>
                    <a:gd name="connsiteY7" fmla="*/ 2634914 h 2641584"/>
                    <a:gd name="connsiteX8" fmla="*/ 674674 w 3922602"/>
                    <a:gd name="connsiteY8" fmla="*/ 2258234 h 2641584"/>
                    <a:gd name="connsiteX9" fmla="*/ 580813 w 3922602"/>
                    <a:gd name="connsiteY9" fmla="*/ 2170007 h 2641584"/>
                    <a:gd name="connsiteX10" fmla="*/ 464286 w 3922602"/>
                    <a:gd name="connsiteY10" fmla="*/ 2108513 h 2641584"/>
                    <a:gd name="connsiteX11" fmla="*/ 2113 w 3922602"/>
                    <a:gd name="connsiteY11" fmla="*/ 1483441 h 2641584"/>
                    <a:gd name="connsiteX12" fmla="*/ 354776 w 3922602"/>
                    <a:gd name="connsiteY12" fmla="*/ 790659 h 2641584"/>
                    <a:gd name="connsiteX13" fmla="*/ 429374 w 3922602"/>
                    <a:gd name="connsiteY13" fmla="*/ 733787 h 2641584"/>
                    <a:gd name="connsiteX14" fmla="*/ 452999 w 3922602"/>
                    <a:gd name="connsiteY14" fmla="*/ 695168 h 2641584"/>
                    <a:gd name="connsiteX15" fmla="*/ 1717949 w 3922602"/>
                    <a:gd name="connsiteY15" fmla="*/ 6670 h 2641584"/>
                    <a:gd name="connsiteX16" fmla="*/ 3167511 w 3922602"/>
                    <a:gd name="connsiteY16" fmla="*/ 578699 h 2641584"/>
                    <a:gd name="connsiteX17" fmla="*/ 3194785 w 3922602"/>
                    <a:gd name="connsiteY17" fmla="*/ 617817 h 2641584"/>
                    <a:gd name="connsiteX18" fmla="*/ 3267517 w 3922602"/>
                    <a:gd name="connsiteY18" fmla="*/ 671238 h 2641584"/>
                    <a:gd name="connsiteX19" fmla="*/ 3516857 w 3922602"/>
                    <a:gd name="connsiteY19" fmla="*/ 981168 h 2641584"/>
                    <a:gd name="connsiteX20" fmla="*/ 3532427 w 3922602"/>
                    <a:gd name="connsiteY20" fmla="*/ 1025189 h 264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922602" h="2641584">
                      <a:moveTo>
                        <a:pt x="3922602" y="1025189"/>
                      </a:moveTo>
                      <a:lnTo>
                        <a:pt x="3922602" y="1270868"/>
                      </a:lnTo>
                      <a:lnTo>
                        <a:pt x="3570130" y="1270868"/>
                      </a:lnTo>
                      <a:lnTo>
                        <a:pt x="3570042" y="1293605"/>
                      </a:lnTo>
                      <a:cubicBezTo>
                        <a:pt x="3555055" y="1459214"/>
                        <a:pt x="3473858" y="1619043"/>
                        <a:pt x="3341106" y="1762875"/>
                      </a:cubicBezTo>
                      <a:lnTo>
                        <a:pt x="3271845" y="1830987"/>
                      </a:lnTo>
                      <a:lnTo>
                        <a:pt x="3271612" y="1831476"/>
                      </a:lnTo>
                      <a:cubicBezTo>
                        <a:pt x="3037497" y="2263404"/>
                        <a:pt x="2537610" y="2584951"/>
                        <a:pt x="1936347" y="2634914"/>
                      </a:cubicBezTo>
                      <a:cubicBezTo>
                        <a:pt x="1444405" y="2675793"/>
                        <a:pt x="989387" y="2526159"/>
                        <a:pt x="674674" y="2258234"/>
                      </a:cubicBezTo>
                      <a:lnTo>
                        <a:pt x="580813" y="2170007"/>
                      </a:lnTo>
                      <a:lnTo>
                        <a:pt x="464286" y="2108513"/>
                      </a:lnTo>
                      <a:cubicBezTo>
                        <a:pt x="194884" y="1950599"/>
                        <a:pt x="22912" y="1733740"/>
                        <a:pt x="2113" y="1483441"/>
                      </a:cubicBezTo>
                      <a:cubicBezTo>
                        <a:pt x="-18686" y="1233143"/>
                        <a:pt x="115134" y="990874"/>
                        <a:pt x="354776" y="790659"/>
                      </a:cubicBezTo>
                      <a:lnTo>
                        <a:pt x="429374" y="733787"/>
                      </a:lnTo>
                      <a:lnTo>
                        <a:pt x="452999" y="695168"/>
                      </a:lnTo>
                      <a:cubicBezTo>
                        <a:pt x="708525" y="321962"/>
                        <a:pt x="1171347" y="52091"/>
                        <a:pt x="1717949" y="6670"/>
                      </a:cubicBezTo>
                      <a:cubicBezTo>
                        <a:pt x="2319212" y="-43292"/>
                        <a:pt x="2865316" y="191337"/>
                        <a:pt x="3167511" y="578699"/>
                      </a:cubicBezTo>
                      <a:lnTo>
                        <a:pt x="3194785" y="617817"/>
                      </a:lnTo>
                      <a:lnTo>
                        <a:pt x="3267517" y="671238"/>
                      </a:lnTo>
                      <a:cubicBezTo>
                        <a:pt x="3380106" y="762241"/>
                        <a:pt x="3465459" y="866614"/>
                        <a:pt x="3516857" y="981168"/>
                      </a:cubicBezTo>
                      <a:lnTo>
                        <a:pt x="3532427" y="1025189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5" name="Freeform: Shape 394">
                  <a:extLst>
                    <a:ext uri="{FF2B5EF4-FFF2-40B4-BE49-F238E27FC236}">
                      <a16:creationId xmlns:a16="http://schemas.microsoft.com/office/drawing/2014/main" id="{F3C89D9F-5E37-4440-BCF8-0E67234D4A31}"/>
                    </a:ext>
                  </a:extLst>
                </p:cNvPr>
                <p:cNvSpPr/>
                <p:nvPr/>
              </p:nvSpPr>
              <p:spPr>
                <a:xfrm>
                  <a:off x="2409563" y="4024589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E2DEA01A-7687-4808-8BC0-5026EAED1BE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7099" y="1905341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21A8BF88-AF82-4751-8E5B-166582904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5900" y="2774604"/>
                <a:ext cx="2645493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4" name="Multiplication Sign 223">
                <a:extLst>
                  <a:ext uri="{FF2B5EF4-FFF2-40B4-BE49-F238E27FC236}">
                    <a16:creationId xmlns:a16="http://schemas.microsoft.com/office/drawing/2014/main" id="{A7F19D71-B0D0-45C5-9F01-6CA1DFFFF2EC}"/>
                  </a:ext>
                </a:extLst>
              </p:cNvPr>
              <p:cNvSpPr/>
              <p:nvPr/>
            </p:nvSpPr>
            <p:spPr>
              <a:xfrm>
                <a:off x="1260975" y="2065868"/>
                <a:ext cx="696868" cy="696868"/>
              </a:xfrm>
              <a:prstGeom prst="mathMultiply">
                <a:avLst>
                  <a:gd name="adj1" fmla="val 1343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5" name="Multiplication Sign 224">
                <a:extLst>
                  <a:ext uri="{FF2B5EF4-FFF2-40B4-BE49-F238E27FC236}">
                    <a16:creationId xmlns:a16="http://schemas.microsoft.com/office/drawing/2014/main" id="{9FE3259A-AFB0-4F22-8F12-601CE49B8E32}"/>
                  </a:ext>
                </a:extLst>
              </p:cNvPr>
              <p:cNvSpPr/>
              <p:nvPr/>
            </p:nvSpPr>
            <p:spPr>
              <a:xfrm>
                <a:off x="2912937" y="2053445"/>
                <a:ext cx="696868" cy="696868"/>
              </a:xfrm>
              <a:prstGeom prst="mathMultiply">
                <a:avLst>
                  <a:gd name="adj1" fmla="val 1343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2A1946DF-7097-4315-AB19-EE46083D8C2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779063" y="2726771"/>
                <a:ext cx="3445081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A1A5C1D4-B596-4EF7-9569-9B02302D1E6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422577" y="279527"/>
                <a:ext cx="3445081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DD3058F1-F337-44FC-BF93-6A096C6AC48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236269" y="619596"/>
                <a:ext cx="862987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88429956-7D95-45E2-9178-52059E76A4D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653190" y="1051090"/>
                <a:ext cx="862987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50D09B77-83AF-41C9-82EE-9A21AE3FAB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9135191" y="2774604"/>
                <a:ext cx="2645493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82DF9CF6-13AA-40F7-B8C5-8EAD58F67598}"/>
                </a:ext>
              </a:extLst>
            </p:cNvPr>
            <p:cNvGrpSpPr/>
            <p:nvPr/>
          </p:nvGrpSpPr>
          <p:grpSpPr>
            <a:xfrm>
              <a:off x="5256044" y="5350357"/>
              <a:ext cx="4345824" cy="5504010"/>
              <a:chOff x="259534" y="-884582"/>
              <a:chExt cx="4345824" cy="5504010"/>
            </a:xfrm>
          </p:grpSpPr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09A56912-75FB-4098-97B4-AADB125429D1}"/>
                  </a:ext>
                </a:extLst>
              </p:cNvPr>
              <p:cNvGrpSpPr/>
              <p:nvPr/>
            </p:nvGrpSpPr>
            <p:grpSpPr>
              <a:xfrm>
                <a:off x="259534" y="187664"/>
                <a:ext cx="4242070" cy="4216805"/>
                <a:chOff x="1831632" y="-207902"/>
                <a:chExt cx="4242070" cy="4216805"/>
              </a:xfrm>
            </p:grpSpPr>
            <p:sp>
              <p:nvSpPr>
                <p:cNvPr id="294" name="Rectangle 293">
                  <a:extLst>
                    <a:ext uri="{FF2B5EF4-FFF2-40B4-BE49-F238E27FC236}">
                      <a16:creationId xmlns:a16="http://schemas.microsoft.com/office/drawing/2014/main" id="{AEF0B6C9-7DCC-4340-9939-131D2A11A427}"/>
                    </a:ext>
                  </a:extLst>
                </p:cNvPr>
                <p:cNvSpPr/>
                <p:nvPr/>
              </p:nvSpPr>
              <p:spPr>
                <a:xfrm>
                  <a:off x="1831632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5" name="Rectangle 294">
                  <a:extLst>
                    <a:ext uri="{FF2B5EF4-FFF2-40B4-BE49-F238E27FC236}">
                      <a16:creationId xmlns:a16="http://schemas.microsoft.com/office/drawing/2014/main" id="{8FA4DE5A-217B-40F9-9FFC-B9FD80889488}"/>
                    </a:ext>
                  </a:extLst>
                </p:cNvPr>
                <p:cNvSpPr/>
                <p:nvPr/>
              </p:nvSpPr>
              <p:spPr>
                <a:xfrm>
                  <a:off x="2680046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6" name="Rectangle 295">
                  <a:extLst>
                    <a:ext uri="{FF2B5EF4-FFF2-40B4-BE49-F238E27FC236}">
                      <a16:creationId xmlns:a16="http://schemas.microsoft.com/office/drawing/2014/main" id="{542D9964-F71C-471C-B6FD-87843C27C00F}"/>
                    </a:ext>
                  </a:extLst>
                </p:cNvPr>
                <p:cNvSpPr/>
                <p:nvPr/>
              </p:nvSpPr>
              <p:spPr>
                <a:xfrm>
                  <a:off x="1831632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FCEAC4CA-E4A1-4A3A-BDBB-63D1A7D80475}"/>
                    </a:ext>
                  </a:extLst>
                </p:cNvPr>
                <p:cNvSpPr/>
                <p:nvPr/>
              </p:nvSpPr>
              <p:spPr>
                <a:xfrm>
                  <a:off x="2680046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8" name="Rectangle 297">
                  <a:extLst>
                    <a:ext uri="{FF2B5EF4-FFF2-40B4-BE49-F238E27FC236}">
                      <a16:creationId xmlns:a16="http://schemas.microsoft.com/office/drawing/2014/main" id="{C8EA2AE8-E35B-4B49-B947-C9E93A300821}"/>
                    </a:ext>
                  </a:extLst>
                </p:cNvPr>
                <p:cNvSpPr/>
                <p:nvPr/>
              </p:nvSpPr>
              <p:spPr>
                <a:xfrm>
                  <a:off x="3528460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DAFBBAC6-C6D3-4625-976B-02FEA80B2255}"/>
                    </a:ext>
                  </a:extLst>
                </p:cNvPr>
                <p:cNvSpPr/>
                <p:nvPr/>
              </p:nvSpPr>
              <p:spPr>
                <a:xfrm>
                  <a:off x="4376874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A0565192-8D88-428D-B266-25286005BB0E}"/>
                    </a:ext>
                  </a:extLst>
                </p:cNvPr>
                <p:cNvSpPr/>
                <p:nvPr/>
              </p:nvSpPr>
              <p:spPr>
                <a:xfrm>
                  <a:off x="3528460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3C227476-B384-488D-9A5F-1765E3F864BA}"/>
                    </a:ext>
                  </a:extLst>
                </p:cNvPr>
                <p:cNvSpPr/>
                <p:nvPr/>
              </p:nvSpPr>
              <p:spPr>
                <a:xfrm>
                  <a:off x="4376874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2" name="Rectangle 301">
                  <a:extLst>
                    <a:ext uri="{FF2B5EF4-FFF2-40B4-BE49-F238E27FC236}">
                      <a16:creationId xmlns:a16="http://schemas.microsoft.com/office/drawing/2014/main" id="{877BC67D-9018-49DE-98C4-1E53EED5B09F}"/>
                    </a:ext>
                  </a:extLst>
                </p:cNvPr>
                <p:cNvSpPr/>
                <p:nvPr/>
              </p:nvSpPr>
              <p:spPr>
                <a:xfrm>
                  <a:off x="1831632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154672F5-C773-41E9-A9C9-DC596FC012BA}"/>
                    </a:ext>
                  </a:extLst>
                </p:cNvPr>
                <p:cNvSpPr/>
                <p:nvPr/>
              </p:nvSpPr>
              <p:spPr>
                <a:xfrm>
                  <a:off x="2680046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4" name="Rectangle 303">
                  <a:extLst>
                    <a:ext uri="{FF2B5EF4-FFF2-40B4-BE49-F238E27FC236}">
                      <a16:creationId xmlns:a16="http://schemas.microsoft.com/office/drawing/2014/main" id="{9321F6FE-C8FF-4059-B8AD-22909ACE67B0}"/>
                    </a:ext>
                  </a:extLst>
                </p:cNvPr>
                <p:cNvSpPr/>
                <p:nvPr/>
              </p:nvSpPr>
              <p:spPr>
                <a:xfrm>
                  <a:off x="1831632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id="{BFB61BAB-5A1B-48F9-B5CB-8EA8EB1C683C}"/>
                    </a:ext>
                  </a:extLst>
                </p:cNvPr>
                <p:cNvSpPr/>
                <p:nvPr/>
              </p:nvSpPr>
              <p:spPr>
                <a:xfrm>
                  <a:off x="2680046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6" name="Rectangle 305">
                  <a:extLst>
                    <a:ext uri="{FF2B5EF4-FFF2-40B4-BE49-F238E27FC236}">
                      <a16:creationId xmlns:a16="http://schemas.microsoft.com/office/drawing/2014/main" id="{8B8B6E02-D022-49CB-83A3-7DBB0B3EF9E3}"/>
                    </a:ext>
                  </a:extLst>
                </p:cNvPr>
                <p:cNvSpPr/>
                <p:nvPr/>
              </p:nvSpPr>
              <p:spPr>
                <a:xfrm>
                  <a:off x="3528460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7" name="Rectangle 306">
                  <a:extLst>
                    <a:ext uri="{FF2B5EF4-FFF2-40B4-BE49-F238E27FC236}">
                      <a16:creationId xmlns:a16="http://schemas.microsoft.com/office/drawing/2014/main" id="{3F524523-A2B0-4FCA-A2F2-1DFDE172F24F}"/>
                    </a:ext>
                  </a:extLst>
                </p:cNvPr>
                <p:cNvSpPr/>
                <p:nvPr/>
              </p:nvSpPr>
              <p:spPr>
                <a:xfrm>
                  <a:off x="4376874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8" name="Rectangle 307">
                  <a:extLst>
                    <a:ext uri="{FF2B5EF4-FFF2-40B4-BE49-F238E27FC236}">
                      <a16:creationId xmlns:a16="http://schemas.microsoft.com/office/drawing/2014/main" id="{2F3852E9-A2B9-43F9-81D6-D2949CFCAAAD}"/>
                    </a:ext>
                  </a:extLst>
                </p:cNvPr>
                <p:cNvSpPr/>
                <p:nvPr/>
              </p:nvSpPr>
              <p:spPr>
                <a:xfrm>
                  <a:off x="3528460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09" name="Rectangle 308">
                  <a:extLst>
                    <a:ext uri="{FF2B5EF4-FFF2-40B4-BE49-F238E27FC236}">
                      <a16:creationId xmlns:a16="http://schemas.microsoft.com/office/drawing/2014/main" id="{AB3C712F-A163-48AE-A9A3-ECD5C98CF503}"/>
                    </a:ext>
                  </a:extLst>
                </p:cNvPr>
                <p:cNvSpPr/>
                <p:nvPr/>
              </p:nvSpPr>
              <p:spPr>
                <a:xfrm>
                  <a:off x="4376874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0" name="Rectangle 309">
                  <a:extLst>
                    <a:ext uri="{FF2B5EF4-FFF2-40B4-BE49-F238E27FC236}">
                      <a16:creationId xmlns:a16="http://schemas.microsoft.com/office/drawing/2014/main" id="{683A54C8-1D34-4D6C-9864-91049013AB54}"/>
                    </a:ext>
                  </a:extLst>
                </p:cNvPr>
                <p:cNvSpPr/>
                <p:nvPr/>
              </p:nvSpPr>
              <p:spPr>
                <a:xfrm>
                  <a:off x="5225288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1" name="Rectangle 310">
                  <a:extLst>
                    <a:ext uri="{FF2B5EF4-FFF2-40B4-BE49-F238E27FC236}">
                      <a16:creationId xmlns:a16="http://schemas.microsoft.com/office/drawing/2014/main" id="{5CBBDD29-7FDA-46B5-B07E-F1EB2EFD4F8B}"/>
                    </a:ext>
                  </a:extLst>
                </p:cNvPr>
                <p:cNvSpPr/>
                <p:nvPr/>
              </p:nvSpPr>
              <p:spPr>
                <a:xfrm>
                  <a:off x="5225288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2" name="Rectangle 311">
                  <a:extLst>
                    <a:ext uri="{FF2B5EF4-FFF2-40B4-BE49-F238E27FC236}">
                      <a16:creationId xmlns:a16="http://schemas.microsoft.com/office/drawing/2014/main" id="{2FA6332F-C926-4B30-A773-4D9AD952585D}"/>
                    </a:ext>
                  </a:extLst>
                </p:cNvPr>
                <p:cNvSpPr/>
                <p:nvPr/>
              </p:nvSpPr>
              <p:spPr>
                <a:xfrm>
                  <a:off x="5225288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3" name="Rectangle 312">
                  <a:extLst>
                    <a:ext uri="{FF2B5EF4-FFF2-40B4-BE49-F238E27FC236}">
                      <a16:creationId xmlns:a16="http://schemas.microsoft.com/office/drawing/2014/main" id="{5CF099ED-0082-448E-900B-728CE8CCEBC9}"/>
                    </a:ext>
                  </a:extLst>
                </p:cNvPr>
                <p:cNvSpPr/>
                <p:nvPr/>
              </p:nvSpPr>
              <p:spPr>
                <a:xfrm>
                  <a:off x="5225288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5C00EAB6-43B8-4F1A-A4F9-EB861E88547D}"/>
                    </a:ext>
                  </a:extLst>
                </p:cNvPr>
                <p:cNvSpPr/>
                <p:nvPr/>
              </p:nvSpPr>
              <p:spPr>
                <a:xfrm>
                  <a:off x="1831632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5" name="Rectangle 314">
                  <a:extLst>
                    <a:ext uri="{FF2B5EF4-FFF2-40B4-BE49-F238E27FC236}">
                      <a16:creationId xmlns:a16="http://schemas.microsoft.com/office/drawing/2014/main" id="{003E1669-2059-4B51-8FB1-DB56D82BF66A}"/>
                    </a:ext>
                  </a:extLst>
                </p:cNvPr>
                <p:cNvSpPr/>
                <p:nvPr/>
              </p:nvSpPr>
              <p:spPr>
                <a:xfrm>
                  <a:off x="2680046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6" name="Rectangle 315">
                  <a:extLst>
                    <a:ext uri="{FF2B5EF4-FFF2-40B4-BE49-F238E27FC236}">
                      <a16:creationId xmlns:a16="http://schemas.microsoft.com/office/drawing/2014/main" id="{99D0FCF4-2BBB-404E-8074-731DED5FCEFC}"/>
                    </a:ext>
                  </a:extLst>
                </p:cNvPr>
                <p:cNvSpPr/>
                <p:nvPr/>
              </p:nvSpPr>
              <p:spPr>
                <a:xfrm>
                  <a:off x="3528460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7" name="Rectangle 316">
                  <a:extLst>
                    <a:ext uri="{FF2B5EF4-FFF2-40B4-BE49-F238E27FC236}">
                      <a16:creationId xmlns:a16="http://schemas.microsoft.com/office/drawing/2014/main" id="{2D1F570C-77AA-4689-883E-3C815592D990}"/>
                    </a:ext>
                  </a:extLst>
                </p:cNvPr>
                <p:cNvSpPr/>
                <p:nvPr/>
              </p:nvSpPr>
              <p:spPr>
                <a:xfrm>
                  <a:off x="4376874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8" name="Rectangle 317">
                  <a:extLst>
                    <a:ext uri="{FF2B5EF4-FFF2-40B4-BE49-F238E27FC236}">
                      <a16:creationId xmlns:a16="http://schemas.microsoft.com/office/drawing/2014/main" id="{6B47A4B2-8A04-4573-9E22-52BB303FA1A0}"/>
                    </a:ext>
                  </a:extLst>
                </p:cNvPr>
                <p:cNvSpPr/>
                <p:nvPr/>
              </p:nvSpPr>
              <p:spPr>
                <a:xfrm>
                  <a:off x="5225288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A9864B8C-451C-4804-8765-D3AB555F29B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76454" y="1435724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131923DB-8143-4307-8CAE-860E1F2BEC0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462513" y="2320584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91E1E217-6E83-41E6-B806-A06BA1426BC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51934" y="193927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57F725F1-DB93-46A0-81E9-9CF96F07877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774892" y="1905341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CC12B31D-332A-4744-986D-A9E10030AC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4716" y="1016315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1BA270A2-32EC-4963-8F3D-5A702DFE5B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972962" y="2736481"/>
                <a:ext cx="1738526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AC2932B0-6AA9-4C0E-8D02-21A43EBF14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4776" y="3530616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6260AC0C-482F-472C-BD64-F92523046A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3321" y="2736302"/>
                <a:ext cx="862987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A23F7E5D-8940-4EA6-9144-064862500730}"/>
                  </a:ext>
                </a:extLst>
              </p:cNvPr>
              <p:cNvSpPr/>
              <p:nvPr/>
            </p:nvSpPr>
            <p:spPr>
              <a:xfrm>
                <a:off x="371166" y="-884582"/>
                <a:ext cx="40044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crossing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b="1" i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</a:t>
                </a:r>
                <a:r>
                  <a:rPr lang="pt-PT" sz="2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sz="2400" b="1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70645B12-3BB7-4463-9DDC-61107C5F0CA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7099" y="1905341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A8254C50-9105-4014-9FA3-7B242939708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1370608" y="1926214"/>
                <a:ext cx="3445081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8F3D398C-2595-4F96-99A6-691E31E5A89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160277" y="4438726"/>
                <a:ext cx="3445081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6951F437-6B6F-4EED-8CF0-4728FEBCE66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76453" y="4012814"/>
                <a:ext cx="862987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773EC927-F35E-449F-BACE-B28CA55119D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08785" y="3581320"/>
                <a:ext cx="862987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Multiplication Sign 281">
                <a:extLst>
                  <a:ext uri="{FF2B5EF4-FFF2-40B4-BE49-F238E27FC236}">
                    <a16:creationId xmlns:a16="http://schemas.microsoft.com/office/drawing/2014/main" id="{1241E7E5-75C4-4DB5-9FE9-4F6C35C68B47}"/>
                  </a:ext>
                </a:extLst>
              </p:cNvPr>
              <p:cNvSpPr/>
              <p:nvPr/>
            </p:nvSpPr>
            <p:spPr>
              <a:xfrm>
                <a:off x="1273173" y="3199748"/>
                <a:ext cx="696868" cy="696868"/>
              </a:xfrm>
              <a:prstGeom prst="mathMultiply">
                <a:avLst>
                  <a:gd name="adj1" fmla="val 13435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D030A282-D167-416C-B754-49DD15ED5485}"/>
                  </a:ext>
                </a:extLst>
              </p:cNvPr>
              <p:cNvGrpSpPr/>
              <p:nvPr/>
            </p:nvGrpSpPr>
            <p:grpSpPr>
              <a:xfrm>
                <a:off x="752095" y="-23159"/>
                <a:ext cx="3325301" cy="4642587"/>
                <a:chOff x="752095" y="-23159"/>
                <a:chExt cx="3325301" cy="4642587"/>
              </a:xfrm>
            </p:grpSpPr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3EC47FAC-2794-46E2-85C8-C28E6ED6F1E1}"/>
                    </a:ext>
                  </a:extLst>
                </p:cNvPr>
                <p:cNvSpPr/>
                <p:nvPr/>
              </p:nvSpPr>
              <p:spPr>
                <a:xfrm rot="2750059">
                  <a:off x="858212" y="813820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E0544038-0003-49BB-8854-095DCC937046}"/>
                    </a:ext>
                  </a:extLst>
                </p:cNvPr>
                <p:cNvSpPr/>
                <p:nvPr/>
              </p:nvSpPr>
              <p:spPr>
                <a:xfrm rot="2750059">
                  <a:off x="851386" y="1585991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B356D988-EC34-4163-978E-08D7A742C603}"/>
                    </a:ext>
                  </a:extLst>
                </p:cNvPr>
                <p:cNvSpPr/>
                <p:nvPr/>
              </p:nvSpPr>
              <p:spPr>
                <a:xfrm rot="2750059">
                  <a:off x="2629754" y="1617207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7" name="Freeform: Shape 286">
                  <a:extLst>
                    <a:ext uri="{FF2B5EF4-FFF2-40B4-BE49-F238E27FC236}">
                      <a16:creationId xmlns:a16="http://schemas.microsoft.com/office/drawing/2014/main" id="{44637B19-4007-4B7B-805B-56E2B0A0AC35}"/>
                    </a:ext>
                  </a:extLst>
                </p:cNvPr>
                <p:cNvSpPr/>
                <p:nvPr/>
              </p:nvSpPr>
              <p:spPr>
                <a:xfrm rot="2750059">
                  <a:off x="3425043" y="3310853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8" name="Freeform: Shape 287">
                  <a:extLst>
                    <a:ext uri="{FF2B5EF4-FFF2-40B4-BE49-F238E27FC236}">
                      <a16:creationId xmlns:a16="http://schemas.microsoft.com/office/drawing/2014/main" id="{DDD513DF-77B5-4298-976D-0776BC12FEF0}"/>
                    </a:ext>
                  </a:extLst>
                </p:cNvPr>
                <p:cNvSpPr/>
                <p:nvPr/>
              </p:nvSpPr>
              <p:spPr>
                <a:xfrm rot="7313666">
                  <a:off x="745137" y="2490438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89" name="Freeform: Shape 288">
                  <a:extLst>
                    <a:ext uri="{FF2B5EF4-FFF2-40B4-BE49-F238E27FC236}">
                      <a16:creationId xmlns:a16="http://schemas.microsoft.com/office/drawing/2014/main" id="{32E64176-9A9C-407D-98E9-14F38DDD8C39}"/>
                    </a:ext>
                  </a:extLst>
                </p:cNvPr>
                <p:cNvSpPr/>
                <p:nvPr/>
              </p:nvSpPr>
              <p:spPr>
                <a:xfrm rot="7313666">
                  <a:off x="3392450" y="2460249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90" name="Freeform: Shape 289">
                  <a:extLst>
                    <a:ext uri="{FF2B5EF4-FFF2-40B4-BE49-F238E27FC236}">
                      <a16:creationId xmlns:a16="http://schemas.microsoft.com/office/drawing/2014/main" id="{5A8B791A-B258-415C-B29E-1CA0AC83A230}"/>
                    </a:ext>
                  </a:extLst>
                </p:cNvPr>
                <p:cNvSpPr/>
                <p:nvPr/>
              </p:nvSpPr>
              <p:spPr>
                <a:xfrm>
                  <a:off x="758756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1" name="Freeform: Shape 290">
                  <a:extLst>
                    <a:ext uri="{FF2B5EF4-FFF2-40B4-BE49-F238E27FC236}">
                      <a16:creationId xmlns:a16="http://schemas.microsoft.com/office/drawing/2014/main" id="{3AFCA5C6-8319-4298-8A94-9DFAAF0D0316}"/>
                    </a:ext>
                  </a:extLst>
                </p:cNvPr>
                <p:cNvSpPr/>
                <p:nvPr/>
              </p:nvSpPr>
              <p:spPr>
                <a:xfrm rot="7313666">
                  <a:off x="1661254" y="796081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2" name="Freeform: Shape 291">
                  <a:extLst>
                    <a:ext uri="{FF2B5EF4-FFF2-40B4-BE49-F238E27FC236}">
                      <a16:creationId xmlns:a16="http://schemas.microsoft.com/office/drawing/2014/main" id="{255848A2-01C8-491B-8F01-94137B614BD3}"/>
                    </a:ext>
                  </a:extLst>
                </p:cNvPr>
                <p:cNvSpPr/>
                <p:nvPr/>
              </p:nvSpPr>
              <p:spPr>
                <a:xfrm>
                  <a:off x="3310067" y="-23159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3" name="Freeform: Shape 292">
                  <a:extLst>
                    <a:ext uri="{FF2B5EF4-FFF2-40B4-BE49-F238E27FC236}">
                      <a16:creationId xmlns:a16="http://schemas.microsoft.com/office/drawing/2014/main" id="{D303F6CA-B86C-4A20-9ED3-52EBFAF56D01}"/>
                    </a:ext>
                  </a:extLst>
                </p:cNvPr>
                <p:cNvSpPr/>
                <p:nvPr/>
              </p:nvSpPr>
              <p:spPr>
                <a:xfrm rot="19185010">
                  <a:off x="752095" y="3315060"/>
                  <a:ext cx="728206" cy="490394"/>
                </a:xfrm>
                <a:custGeom>
                  <a:avLst/>
                  <a:gdLst>
                    <a:gd name="connsiteX0" fmla="*/ 3922602 w 3922602"/>
                    <a:gd name="connsiteY0" fmla="*/ 1025189 h 2641584"/>
                    <a:gd name="connsiteX1" fmla="*/ 3922602 w 3922602"/>
                    <a:gd name="connsiteY1" fmla="*/ 1270868 h 2641584"/>
                    <a:gd name="connsiteX2" fmla="*/ 3570130 w 3922602"/>
                    <a:gd name="connsiteY2" fmla="*/ 1270868 h 2641584"/>
                    <a:gd name="connsiteX3" fmla="*/ 3570042 w 3922602"/>
                    <a:gd name="connsiteY3" fmla="*/ 1293605 h 2641584"/>
                    <a:gd name="connsiteX4" fmla="*/ 3341106 w 3922602"/>
                    <a:gd name="connsiteY4" fmla="*/ 1762875 h 2641584"/>
                    <a:gd name="connsiteX5" fmla="*/ 3271845 w 3922602"/>
                    <a:gd name="connsiteY5" fmla="*/ 1830987 h 2641584"/>
                    <a:gd name="connsiteX6" fmla="*/ 3271612 w 3922602"/>
                    <a:gd name="connsiteY6" fmla="*/ 1831476 h 2641584"/>
                    <a:gd name="connsiteX7" fmla="*/ 1936347 w 3922602"/>
                    <a:gd name="connsiteY7" fmla="*/ 2634914 h 2641584"/>
                    <a:gd name="connsiteX8" fmla="*/ 674674 w 3922602"/>
                    <a:gd name="connsiteY8" fmla="*/ 2258234 h 2641584"/>
                    <a:gd name="connsiteX9" fmla="*/ 580813 w 3922602"/>
                    <a:gd name="connsiteY9" fmla="*/ 2170007 h 2641584"/>
                    <a:gd name="connsiteX10" fmla="*/ 464286 w 3922602"/>
                    <a:gd name="connsiteY10" fmla="*/ 2108513 h 2641584"/>
                    <a:gd name="connsiteX11" fmla="*/ 2113 w 3922602"/>
                    <a:gd name="connsiteY11" fmla="*/ 1483441 h 2641584"/>
                    <a:gd name="connsiteX12" fmla="*/ 354776 w 3922602"/>
                    <a:gd name="connsiteY12" fmla="*/ 790659 h 2641584"/>
                    <a:gd name="connsiteX13" fmla="*/ 429374 w 3922602"/>
                    <a:gd name="connsiteY13" fmla="*/ 733787 h 2641584"/>
                    <a:gd name="connsiteX14" fmla="*/ 452999 w 3922602"/>
                    <a:gd name="connsiteY14" fmla="*/ 695168 h 2641584"/>
                    <a:gd name="connsiteX15" fmla="*/ 1717949 w 3922602"/>
                    <a:gd name="connsiteY15" fmla="*/ 6670 h 2641584"/>
                    <a:gd name="connsiteX16" fmla="*/ 3167511 w 3922602"/>
                    <a:gd name="connsiteY16" fmla="*/ 578699 h 2641584"/>
                    <a:gd name="connsiteX17" fmla="*/ 3194785 w 3922602"/>
                    <a:gd name="connsiteY17" fmla="*/ 617817 h 2641584"/>
                    <a:gd name="connsiteX18" fmla="*/ 3267517 w 3922602"/>
                    <a:gd name="connsiteY18" fmla="*/ 671238 h 2641584"/>
                    <a:gd name="connsiteX19" fmla="*/ 3516857 w 3922602"/>
                    <a:gd name="connsiteY19" fmla="*/ 981168 h 2641584"/>
                    <a:gd name="connsiteX20" fmla="*/ 3532427 w 3922602"/>
                    <a:gd name="connsiteY20" fmla="*/ 1025189 h 264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922602" h="2641584">
                      <a:moveTo>
                        <a:pt x="3922602" y="1025189"/>
                      </a:moveTo>
                      <a:lnTo>
                        <a:pt x="3922602" y="1270868"/>
                      </a:lnTo>
                      <a:lnTo>
                        <a:pt x="3570130" y="1270868"/>
                      </a:lnTo>
                      <a:lnTo>
                        <a:pt x="3570042" y="1293605"/>
                      </a:lnTo>
                      <a:cubicBezTo>
                        <a:pt x="3555055" y="1459214"/>
                        <a:pt x="3473858" y="1619043"/>
                        <a:pt x="3341106" y="1762875"/>
                      </a:cubicBezTo>
                      <a:lnTo>
                        <a:pt x="3271845" y="1830987"/>
                      </a:lnTo>
                      <a:lnTo>
                        <a:pt x="3271612" y="1831476"/>
                      </a:lnTo>
                      <a:cubicBezTo>
                        <a:pt x="3037497" y="2263404"/>
                        <a:pt x="2537610" y="2584951"/>
                        <a:pt x="1936347" y="2634914"/>
                      </a:cubicBezTo>
                      <a:cubicBezTo>
                        <a:pt x="1444405" y="2675793"/>
                        <a:pt x="989387" y="2526159"/>
                        <a:pt x="674674" y="2258234"/>
                      </a:cubicBezTo>
                      <a:lnTo>
                        <a:pt x="580813" y="2170007"/>
                      </a:lnTo>
                      <a:lnTo>
                        <a:pt x="464286" y="2108513"/>
                      </a:lnTo>
                      <a:cubicBezTo>
                        <a:pt x="194884" y="1950599"/>
                        <a:pt x="22912" y="1733740"/>
                        <a:pt x="2113" y="1483441"/>
                      </a:cubicBezTo>
                      <a:cubicBezTo>
                        <a:pt x="-18686" y="1233143"/>
                        <a:pt x="115134" y="990874"/>
                        <a:pt x="354776" y="790659"/>
                      </a:cubicBezTo>
                      <a:lnTo>
                        <a:pt x="429374" y="733787"/>
                      </a:lnTo>
                      <a:lnTo>
                        <a:pt x="452999" y="695168"/>
                      </a:lnTo>
                      <a:cubicBezTo>
                        <a:pt x="708525" y="321962"/>
                        <a:pt x="1171347" y="52091"/>
                        <a:pt x="1717949" y="6670"/>
                      </a:cubicBezTo>
                      <a:cubicBezTo>
                        <a:pt x="2319212" y="-43292"/>
                        <a:pt x="2865316" y="191337"/>
                        <a:pt x="3167511" y="578699"/>
                      </a:cubicBezTo>
                      <a:lnTo>
                        <a:pt x="3194785" y="617817"/>
                      </a:lnTo>
                      <a:lnTo>
                        <a:pt x="3267517" y="671238"/>
                      </a:lnTo>
                      <a:cubicBezTo>
                        <a:pt x="3380106" y="762241"/>
                        <a:pt x="3465459" y="866614"/>
                        <a:pt x="3516857" y="981168"/>
                      </a:cubicBezTo>
                      <a:lnTo>
                        <a:pt x="3532427" y="1025189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7" name="Freeform: Shape 396">
                  <a:extLst>
                    <a:ext uri="{FF2B5EF4-FFF2-40B4-BE49-F238E27FC236}">
                      <a16:creationId xmlns:a16="http://schemas.microsoft.com/office/drawing/2014/main" id="{E52D9911-28E3-4695-AE61-C0A0C34D3D7E}"/>
                    </a:ext>
                  </a:extLst>
                </p:cNvPr>
                <p:cNvSpPr/>
                <p:nvPr/>
              </p:nvSpPr>
              <p:spPr>
                <a:xfrm>
                  <a:off x="2435411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46B7DCDF-075B-4E61-8548-4D6C1242F2BC}"/>
                </a:ext>
              </a:extLst>
            </p:cNvPr>
            <p:cNvGrpSpPr/>
            <p:nvPr/>
          </p:nvGrpSpPr>
          <p:grpSpPr>
            <a:xfrm>
              <a:off x="10599075" y="5350357"/>
              <a:ext cx="4417722" cy="5417180"/>
              <a:chOff x="259534" y="-797752"/>
              <a:chExt cx="4417722" cy="5417180"/>
            </a:xfrm>
          </p:grpSpPr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C05D8B8E-B31B-4B15-BC6B-BBD2BAE9E8A1}"/>
                  </a:ext>
                </a:extLst>
              </p:cNvPr>
              <p:cNvGrpSpPr/>
              <p:nvPr/>
            </p:nvGrpSpPr>
            <p:grpSpPr>
              <a:xfrm>
                <a:off x="259534" y="187664"/>
                <a:ext cx="4242070" cy="4216805"/>
                <a:chOff x="1831632" y="-207902"/>
                <a:chExt cx="4242070" cy="4216805"/>
              </a:xfrm>
            </p:grpSpPr>
            <p:sp>
              <p:nvSpPr>
                <p:cNvPr id="344" name="Rectangle 343">
                  <a:extLst>
                    <a:ext uri="{FF2B5EF4-FFF2-40B4-BE49-F238E27FC236}">
                      <a16:creationId xmlns:a16="http://schemas.microsoft.com/office/drawing/2014/main" id="{BC57E84B-CD22-4F46-9C28-AF8385854957}"/>
                    </a:ext>
                  </a:extLst>
                </p:cNvPr>
                <p:cNvSpPr/>
                <p:nvPr/>
              </p:nvSpPr>
              <p:spPr>
                <a:xfrm>
                  <a:off x="1831632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5" name="Rectangle 344">
                  <a:extLst>
                    <a:ext uri="{FF2B5EF4-FFF2-40B4-BE49-F238E27FC236}">
                      <a16:creationId xmlns:a16="http://schemas.microsoft.com/office/drawing/2014/main" id="{46CAC1CA-BBF0-4474-A301-F584A53BDAE7}"/>
                    </a:ext>
                  </a:extLst>
                </p:cNvPr>
                <p:cNvSpPr/>
                <p:nvPr/>
              </p:nvSpPr>
              <p:spPr>
                <a:xfrm>
                  <a:off x="2680046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6" name="Rectangle 345">
                  <a:extLst>
                    <a:ext uri="{FF2B5EF4-FFF2-40B4-BE49-F238E27FC236}">
                      <a16:creationId xmlns:a16="http://schemas.microsoft.com/office/drawing/2014/main" id="{19567C43-7E58-48EC-8FE3-2D6582F2AE01}"/>
                    </a:ext>
                  </a:extLst>
                </p:cNvPr>
                <p:cNvSpPr/>
                <p:nvPr/>
              </p:nvSpPr>
              <p:spPr>
                <a:xfrm>
                  <a:off x="1831632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848638ED-EF94-4A60-8D4C-67CF463BB2FD}"/>
                    </a:ext>
                  </a:extLst>
                </p:cNvPr>
                <p:cNvSpPr/>
                <p:nvPr/>
              </p:nvSpPr>
              <p:spPr>
                <a:xfrm>
                  <a:off x="2680046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8" name="Rectangle 347">
                  <a:extLst>
                    <a:ext uri="{FF2B5EF4-FFF2-40B4-BE49-F238E27FC236}">
                      <a16:creationId xmlns:a16="http://schemas.microsoft.com/office/drawing/2014/main" id="{352C3D11-688D-4EA6-B68F-5C569E683FB1}"/>
                    </a:ext>
                  </a:extLst>
                </p:cNvPr>
                <p:cNvSpPr/>
                <p:nvPr/>
              </p:nvSpPr>
              <p:spPr>
                <a:xfrm>
                  <a:off x="3528460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9" name="Rectangle 348">
                  <a:extLst>
                    <a:ext uri="{FF2B5EF4-FFF2-40B4-BE49-F238E27FC236}">
                      <a16:creationId xmlns:a16="http://schemas.microsoft.com/office/drawing/2014/main" id="{8B11E2DC-D477-41C2-8E4A-68FDF7759611}"/>
                    </a:ext>
                  </a:extLst>
                </p:cNvPr>
                <p:cNvSpPr/>
                <p:nvPr/>
              </p:nvSpPr>
              <p:spPr>
                <a:xfrm>
                  <a:off x="4376874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0" name="Rectangle 349">
                  <a:extLst>
                    <a:ext uri="{FF2B5EF4-FFF2-40B4-BE49-F238E27FC236}">
                      <a16:creationId xmlns:a16="http://schemas.microsoft.com/office/drawing/2014/main" id="{437A8F71-15E7-4C74-8DD6-9B646E6E2C99}"/>
                    </a:ext>
                  </a:extLst>
                </p:cNvPr>
                <p:cNvSpPr/>
                <p:nvPr/>
              </p:nvSpPr>
              <p:spPr>
                <a:xfrm>
                  <a:off x="3528460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1" name="Rectangle 350">
                  <a:extLst>
                    <a:ext uri="{FF2B5EF4-FFF2-40B4-BE49-F238E27FC236}">
                      <a16:creationId xmlns:a16="http://schemas.microsoft.com/office/drawing/2014/main" id="{86BA778C-FE7D-40F3-9247-2C76557ECB78}"/>
                    </a:ext>
                  </a:extLst>
                </p:cNvPr>
                <p:cNvSpPr/>
                <p:nvPr/>
              </p:nvSpPr>
              <p:spPr>
                <a:xfrm>
                  <a:off x="4376874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2" name="Rectangle 351">
                  <a:extLst>
                    <a:ext uri="{FF2B5EF4-FFF2-40B4-BE49-F238E27FC236}">
                      <a16:creationId xmlns:a16="http://schemas.microsoft.com/office/drawing/2014/main" id="{5DEEE8CE-05B1-47D1-A742-38E080ADC038}"/>
                    </a:ext>
                  </a:extLst>
                </p:cNvPr>
                <p:cNvSpPr/>
                <p:nvPr/>
              </p:nvSpPr>
              <p:spPr>
                <a:xfrm>
                  <a:off x="1831632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3" name="Rectangle 352">
                  <a:extLst>
                    <a:ext uri="{FF2B5EF4-FFF2-40B4-BE49-F238E27FC236}">
                      <a16:creationId xmlns:a16="http://schemas.microsoft.com/office/drawing/2014/main" id="{DA849226-5E9C-4B43-B6AD-BCF2D015EA09}"/>
                    </a:ext>
                  </a:extLst>
                </p:cNvPr>
                <p:cNvSpPr/>
                <p:nvPr/>
              </p:nvSpPr>
              <p:spPr>
                <a:xfrm>
                  <a:off x="2680046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4" name="Rectangle 353">
                  <a:extLst>
                    <a:ext uri="{FF2B5EF4-FFF2-40B4-BE49-F238E27FC236}">
                      <a16:creationId xmlns:a16="http://schemas.microsoft.com/office/drawing/2014/main" id="{C8D055A0-3FFF-4A74-A44D-D5E864FDED7D}"/>
                    </a:ext>
                  </a:extLst>
                </p:cNvPr>
                <p:cNvSpPr/>
                <p:nvPr/>
              </p:nvSpPr>
              <p:spPr>
                <a:xfrm>
                  <a:off x="1831632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2E830725-29E9-4B30-8A46-E9CAE619A8DE}"/>
                    </a:ext>
                  </a:extLst>
                </p:cNvPr>
                <p:cNvSpPr/>
                <p:nvPr/>
              </p:nvSpPr>
              <p:spPr>
                <a:xfrm>
                  <a:off x="2680046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6" name="Rectangle 355">
                  <a:extLst>
                    <a:ext uri="{FF2B5EF4-FFF2-40B4-BE49-F238E27FC236}">
                      <a16:creationId xmlns:a16="http://schemas.microsoft.com/office/drawing/2014/main" id="{1AB85F12-D932-440C-A6BD-27FE4B5E56C3}"/>
                    </a:ext>
                  </a:extLst>
                </p:cNvPr>
                <p:cNvSpPr/>
                <p:nvPr/>
              </p:nvSpPr>
              <p:spPr>
                <a:xfrm>
                  <a:off x="3528460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7" name="Rectangle 356">
                  <a:extLst>
                    <a:ext uri="{FF2B5EF4-FFF2-40B4-BE49-F238E27FC236}">
                      <a16:creationId xmlns:a16="http://schemas.microsoft.com/office/drawing/2014/main" id="{4DCD42C5-D100-47AC-8E12-EF4C2054BD54}"/>
                    </a:ext>
                  </a:extLst>
                </p:cNvPr>
                <p:cNvSpPr/>
                <p:nvPr/>
              </p:nvSpPr>
              <p:spPr>
                <a:xfrm>
                  <a:off x="4376874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8" name="Rectangle 357">
                  <a:extLst>
                    <a:ext uri="{FF2B5EF4-FFF2-40B4-BE49-F238E27FC236}">
                      <a16:creationId xmlns:a16="http://schemas.microsoft.com/office/drawing/2014/main" id="{C18AB329-1365-43B7-80C2-42555F97F87C}"/>
                    </a:ext>
                  </a:extLst>
                </p:cNvPr>
                <p:cNvSpPr/>
                <p:nvPr/>
              </p:nvSpPr>
              <p:spPr>
                <a:xfrm>
                  <a:off x="3528460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9" name="Rectangle 358">
                  <a:extLst>
                    <a:ext uri="{FF2B5EF4-FFF2-40B4-BE49-F238E27FC236}">
                      <a16:creationId xmlns:a16="http://schemas.microsoft.com/office/drawing/2014/main" id="{067A464D-D872-4E32-854D-7518A3224433}"/>
                    </a:ext>
                  </a:extLst>
                </p:cNvPr>
                <p:cNvSpPr/>
                <p:nvPr/>
              </p:nvSpPr>
              <p:spPr>
                <a:xfrm>
                  <a:off x="4376874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0" name="Rectangle 359">
                  <a:extLst>
                    <a:ext uri="{FF2B5EF4-FFF2-40B4-BE49-F238E27FC236}">
                      <a16:creationId xmlns:a16="http://schemas.microsoft.com/office/drawing/2014/main" id="{6892BB1E-1274-4431-BA40-F31A2E1B2B78}"/>
                    </a:ext>
                  </a:extLst>
                </p:cNvPr>
                <p:cNvSpPr/>
                <p:nvPr/>
              </p:nvSpPr>
              <p:spPr>
                <a:xfrm>
                  <a:off x="5225288" y="-20790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5013EDE0-3887-4F24-A96B-DE591808E55D}"/>
                    </a:ext>
                  </a:extLst>
                </p:cNvPr>
                <p:cNvSpPr/>
                <p:nvPr/>
              </p:nvSpPr>
              <p:spPr>
                <a:xfrm>
                  <a:off x="5225288" y="640512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2" name="Rectangle 361">
                  <a:extLst>
                    <a:ext uri="{FF2B5EF4-FFF2-40B4-BE49-F238E27FC236}">
                      <a16:creationId xmlns:a16="http://schemas.microsoft.com/office/drawing/2014/main" id="{1F069750-0111-4D6C-A811-D4189E2004F5}"/>
                    </a:ext>
                  </a:extLst>
                </p:cNvPr>
                <p:cNvSpPr/>
                <p:nvPr/>
              </p:nvSpPr>
              <p:spPr>
                <a:xfrm>
                  <a:off x="5225288" y="1488926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58A90B30-4AF2-4560-BE4D-23EF9C069426}"/>
                    </a:ext>
                  </a:extLst>
                </p:cNvPr>
                <p:cNvSpPr/>
                <p:nvPr/>
              </p:nvSpPr>
              <p:spPr>
                <a:xfrm>
                  <a:off x="5225288" y="2337340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7F6A9541-25D0-4D22-936D-591DB9655582}"/>
                    </a:ext>
                  </a:extLst>
                </p:cNvPr>
                <p:cNvSpPr/>
                <p:nvPr/>
              </p:nvSpPr>
              <p:spPr>
                <a:xfrm>
                  <a:off x="1831632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5" name="Rectangle 364">
                  <a:extLst>
                    <a:ext uri="{FF2B5EF4-FFF2-40B4-BE49-F238E27FC236}">
                      <a16:creationId xmlns:a16="http://schemas.microsoft.com/office/drawing/2014/main" id="{909A9CF5-46C2-4CED-90F5-8F7178D43FC2}"/>
                    </a:ext>
                  </a:extLst>
                </p:cNvPr>
                <p:cNvSpPr/>
                <p:nvPr/>
              </p:nvSpPr>
              <p:spPr>
                <a:xfrm>
                  <a:off x="2680046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FF2CE635-FA51-4702-808C-76D60B308942}"/>
                    </a:ext>
                  </a:extLst>
                </p:cNvPr>
                <p:cNvSpPr/>
                <p:nvPr/>
              </p:nvSpPr>
              <p:spPr>
                <a:xfrm>
                  <a:off x="3528460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7" name="Rectangle 366">
                  <a:extLst>
                    <a:ext uri="{FF2B5EF4-FFF2-40B4-BE49-F238E27FC236}">
                      <a16:creationId xmlns:a16="http://schemas.microsoft.com/office/drawing/2014/main" id="{9E5F5704-EA6F-412E-9F8D-990BF3968F7F}"/>
                    </a:ext>
                  </a:extLst>
                </p:cNvPr>
                <p:cNvSpPr/>
                <p:nvPr/>
              </p:nvSpPr>
              <p:spPr>
                <a:xfrm>
                  <a:off x="4376874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68" name="Rectangle 367">
                  <a:extLst>
                    <a:ext uri="{FF2B5EF4-FFF2-40B4-BE49-F238E27FC236}">
                      <a16:creationId xmlns:a16="http://schemas.microsoft.com/office/drawing/2014/main" id="{15998EC5-8FE3-4A27-BA37-2CCBBEBAF9B1}"/>
                    </a:ext>
                  </a:extLst>
                </p:cNvPr>
                <p:cNvSpPr/>
                <p:nvPr/>
              </p:nvSpPr>
              <p:spPr>
                <a:xfrm>
                  <a:off x="5225288" y="3160489"/>
                  <a:ext cx="848414" cy="8484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42385D25-5529-4E71-8674-E453ACDDA75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1736669" y="2320584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E3688CB6-44BA-4B37-B32F-E2D8F5C9225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51934" y="4437495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A28FE54D-F939-4E58-815B-28F64BAA0DF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76454" y="1435724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A7077B9F-E3F3-48B3-93B0-7F8EFFD18BA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443058" y="2320584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D5509F5B-EF06-41C7-BC8D-C3A9F05A3F2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51934" y="193927"/>
                <a:ext cx="4233822" cy="0"/>
              </a:xfrm>
              <a:prstGeom prst="line">
                <a:avLst/>
              </a:prstGeom>
              <a:ln w="254000" cap="rnd">
                <a:solidFill>
                  <a:srgbClr val="385723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5167E149-D0BC-4CEC-95EF-7F7F92BDCF2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774892" y="1905341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C028A88F-8774-492F-8AE8-969A1E6A03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4716" y="1016315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CCEE775A-AB01-4F30-A50C-93A7FDFFA1F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972962" y="2736481"/>
                <a:ext cx="1738526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9FFFD448-512A-4E2F-8D7C-1AA9368004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4776" y="3530616"/>
                <a:ext cx="862987" cy="0"/>
              </a:xfrm>
              <a:prstGeom prst="line">
                <a:avLst/>
              </a:prstGeom>
              <a:ln w="254000" cap="rnd">
                <a:solidFill>
                  <a:srgbClr val="C00000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E5F91F06-F05D-4A1C-93A4-E47CCB3E3E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3321" y="2736302"/>
                <a:ext cx="862987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70CC915A-0731-4665-A1D0-004E8D7F5BCA}"/>
                  </a:ext>
                </a:extLst>
              </p:cNvPr>
              <p:cNvSpPr/>
              <p:nvPr/>
            </p:nvSpPr>
            <p:spPr>
              <a:xfrm>
                <a:off x="3381709" y="-797752"/>
                <a:ext cx="12955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400" b="1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Solved</a:t>
                </a:r>
                <a:r>
                  <a:rPr lang="pt-PT" sz="24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!</a:t>
                </a:r>
              </a:p>
            </p:txBody>
          </p: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7CB2E53E-C089-4E49-96B3-436C2C42B6B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87099" y="1905341"/>
                <a:ext cx="1738526" cy="0"/>
              </a:xfrm>
              <a:prstGeom prst="line">
                <a:avLst/>
              </a:prstGeom>
              <a:ln w="254000" cap="rnd">
                <a:solidFill>
                  <a:srgbClr val="660066">
                    <a:alpha val="4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3" name="Group 332">
                <a:extLst>
                  <a:ext uri="{FF2B5EF4-FFF2-40B4-BE49-F238E27FC236}">
                    <a16:creationId xmlns:a16="http://schemas.microsoft.com/office/drawing/2014/main" id="{440E905D-9448-4FD9-BABD-003A58423BFA}"/>
                  </a:ext>
                </a:extLst>
              </p:cNvPr>
              <p:cNvGrpSpPr/>
              <p:nvPr/>
            </p:nvGrpSpPr>
            <p:grpSpPr>
              <a:xfrm>
                <a:off x="752095" y="-23159"/>
                <a:ext cx="3325301" cy="4642587"/>
                <a:chOff x="752095" y="-23159"/>
                <a:chExt cx="3325301" cy="4642587"/>
              </a:xfrm>
            </p:grpSpPr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98E9BA65-67F9-4219-A274-105825106D29}"/>
                    </a:ext>
                  </a:extLst>
                </p:cNvPr>
                <p:cNvSpPr/>
                <p:nvPr/>
              </p:nvSpPr>
              <p:spPr>
                <a:xfrm rot="2750059">
                  <a:off x="858212" y="813820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16C3630B-F225-4D4C-9BA7-E4360C09C70F}"/>
                    </a:ext>
                  </a:extLst>
                </p:cNvPr>
                <p:cNvSpPr/>
                <p:nvPr/>
              </p:nvSpPr>
              <p:spPr>
                <a:xfrm rot="2750059">
                  <a:off x="851386" y="1585991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C0AAE8E6-AB2E-4CE9-98C7-6F87C3F47685}"/>
                    </a:ext>
                  </a:extLst>
                </p:cNvPr>
                <p:cNvSpPr/>
                <p:nvPr/>
              </p:nvSpPr>
              <p:spPr>
                <a:xfrm rot="2750059">
                  <a:off x="2629754" y="1617207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7" name="Freeform: Shape 336">
                  <a:extLst>
                    <a:ext uri="{FF2B5EF4-FFF2-40B4-BE49-F238E27FC236}">
                      <a16:creationId xmlns:a16="http://schemas.microsoft.com/office/drawing/2014/main" id="{90E1CA21-E9C0-45C2-A4D7-D67082C9E160}"/>
                    </a:ext>
                  </a:extLst>
                </p:cNvPr>
                <p:cNvSpPr/>
                <p:nvPr/>
              </p:nvSpPr>
              <p:spPr>
                <a:xfrm rot="2750059">
                  <a:off x="3425043" y="3310853"/>
                  <a:ext cx="438225" cy="495046"/>
                </a:xfrm>
                <a:custGeom>
                  <a:avLst/>
                  <a:gdLst>
                    <a:gd name="connsiteX0" fmla="*/ 37686 w 871782"/>
                    <a:gd name="connsiteY0" fmla="*/ 0 h 984818"/>
                    <a:gd name="connsiteX1" fmla="*/ 58699 w 871782"/>
                    <a:gd name="connsiteY1" fmla="*/ 16267 h 984818"/>
                    <a:gd name="connsiteX2" fmla="*/ 113617 w 871782"/>
                    <a:gd name="connsiteY2" fmla="*/ 10087 h 984818"/>
                    <a:gd name="connsiteX3" fmla="*/ 395038 w 871782"/>
                    <a:gd name="connsiteY3" fmla="*/ 48459 h 984818"/>
                    <a:gd name="connsiteX4" fmla="*/ 650708 w 871782"/>
                    <a:gd name="connsiteY4" fmla="*/ 223323 h 984818"/>
                    <a:gd name="connsiteX5" fmla="*/ 655352 w 871782"/>
                    <a:gd name="connsiteY5" fmla="*/ 230565 h 984818"/>
                    <a:gd name="connsiteX6" fmla="*/ 730911 w 871782"/>
                    <a:gd name="connsiteY6" fmla="*/ 246359 h 984818"/>
                    <a:gd name="connsiteX7" fmla="*/ 802893 w 871782"/>
                    <a:gd name="connsiteY7" fmla="*/ 293864 h 984818"/>
                    <a:gd name="connsiteX8" fmla="*/ 816508 w 871782"/>
                    <a:gd name="connsiteY8" fmla="*/ 592283 h 984818"/>
                    <a:gd name="connsiteX9" fmla="*/ 517818 w 871782"/>
                    <a:gd name="connsiteY9" fmla="*/ 587364 h 984818"/>
                    <a:gd name="connsiteX10" fmla="*/ 504204 w 871782"/>
                    <a:gd name="connsiteY10" fmla="*/ 288944 h 984818"/>
                    <a:gd name="connsiteX11" fmla="*/ 536102 w 871782"/>
                    <a:gd name="connsiteY11" fmla="*/ 262450 h 984818"/>
                    <a:gd name="connsiteX12" fmla="*/ 558391 w 871782"/>
                    <a:gd name="connsiteY12" fmla="*/ 250820 h 984818"/>
                    <a:gd name="connsiteX13" fmla="*/ 537433 w 871782"/>
                    <a:gd name="connsiteY13" fmla="*/ 225762 h 984818"/>
                    <a:gd name="connsiteX14" fmla="*/ 346020 w 871782"/>
                    <a:gd name="connsiteY14" fmla="*/ 123247 h 984818"/>
                    <a:gd name="connsiteX15" fmla="*/ 198368 w 871782"/>
                    <a:gd name="connsiteY15" fmla="*/ 97363 h 984818"/>
                    <a:gd name="connsiteX16" fmla="*/ 154394 w 871782"/>
                    <a:gd name="connsiteY16" fmla="*/ 99266 h 984818"/>
                    <a:gd name="connsiteX17" fmla="*/ 182035 w 871782"/>
                    <a:gd name="connsiteY17" fmla="*/ 126743 h 984818"/>
                    <a:gd name="connsiteX18" fmla="*/ 288974 w 871782"/>
                    <a:gd name="connsiteY18" fmla="*/ 282554 h 984818"/>
                    <a:gd name="connsiteX19" fmla="*/ 353794 w 871782"/>
                    <a:gd name="connsiteY19" fmla="*/ 528683 h 984818"/>
                    <a:gd name="connsiteX20" fmla="*/ 348851 w 871782"/>
                    <a:gd name="connsiteY20" fmla="*/ 567300 h 984818"/>
                    <a:gd name="connsiteX21" fmla="*/ 407314 w 871782"/>
                    <a:gd name="connsiteY21" fmla="*/ 579520 h 984818"/>
                    <a:gd name="connsiteX22" fmla="*/ 479297 w 871782"/>
                    <a:gd name="connsiteY22" fmla="*/ 627024 h 984818"/>
                    <a:gd name="connsiteX23" fmla="*/ 492911 w 871782"/>
                    <a:gd name="connsiteY23" fmla="*/ 925444 h 984818"/>
                    <a:gd name="connsiteX24" fmla="*/ 194222 w 871782"/>
                    <a:gd name="connsiteY24" fmla="*/ 920525 h 984818"/>
                    <a:gd name="connsiteX25" fmla="*/ 180607 w 871782"/>
                    <a:gd name="connsiteY25" fmla="*/ 622105 h 984818"/>
                    <a:gd name="connsiteX26" fmla="*/ 248360 w 871782"/>
                    <a:gd name="connsiteY26" fmla="*/ 576902 h 984818"/>
                    <a:gd name="connsiteX27" fmla="*/ 262718 w 871782"/>
                    <a:gd name="connsiteY27" fmla="*/ 574324 h 984818"/>
                    <a:gd name="connsiteX28" fmla="*/ 267583 w 871782"/>
                    <a:gd name="connsiteY28" fmla="*/ 508949 h 984818"/>
                    <a:gd name="connsiteX29" fmla="*/ 201704 w 871782"/>
                    <a:gd name="connsiteY29" fmla="*/ 302049 h 984818"/>
                    <a:gd name="connsiteX30" fmla="*/ 0 w 871782"/>
                    <a:gd name="connsiteY30" fmla="*/ 79236 h 984818"/>
                    <a:gd name="connsiteX31" fmla="*/ 22016 w 871782"/>
                    <a:gd name="connsiteY31" fmla="*/ 32945 h 984818"/>
                    <a:gd name="connsiteX32" fmla="*/ 17918 w 871782"/>
                    <a:gd name="connsiteY32" fmla="*/ 20857 h 984818"/>
                    <a:gd name="connsiteX33" fmla="*/ 28323 w 871782"/>
                    <a:gd name="connsiteY33" fmla="*/ 19686 h 9848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871782" h="984818">
                      <a:moveTo>
                        <a:pt x="37686" y="0"/>
                      </a:moveTo>
                      <a:lnTo>
                        <a:pt x="58699" y="16267"/>
                      </a:lnTo>
                      <a:lnTo>
                        <a:pt x="113617" y="10087"/>
                      </a:lnTo>
                      <a:cubicBezTo>
                        <a:pt x="209893" y="5283"/>
                        <a:pt x="306846" y="18305"/>
                        <a:pt x="395038" y="48459"/>
                      </a:cubicBezTo>
                      <a:cubicBezTo>
                        <a:pt x="505486" y="86223"/>
                        <a:pt x="594203" y="148031"/>
                        <a:pt x="650708" y="223323"/>
                      </a:cubicBezTo>
                      <a:lnTo>
                        <a:pt x="655352" y="230565"/>
                      </a:lnTo>
                      <a:lnTo>
                        <a:pt x="730911" y="246359"/>
                      </a:lnTo>
                      <a:cubicBezTo>
                        <a:pt x="756805" y="257079"/>
                        <a:pt x="781333" y="272922"/>
                        <a:pt x="802893" y="293864"/>
                      </a:cubicBezTo>
                      <a:cubicBezTo>
                        <a:pt x="889134" y="377629"/>
                        <a:pt x="895230" y="511235"/>
                        <a:pt x="816508" y="592283"/>
                      </a:cubicBezTo>
                      <a:cubicBezTo>
                        <a:pt x="737787" y="673331"/>
                        <a:pt x="604059" y="671129"/>
                        <a:pt x="517818" y="587364"/>
                      </a:cubicBezTo>
                      <a:cubicBezTo>
                        <a:pt x="431578" y="503599"/>
                        <a:pt x="425482" y="369992"/>
                        <a:pt x="504204" y="288944"/>
                      </a:cubicBezTo>
                      <a:cubicBezTo>
                        <a:pt x="514044" y="278813"/>
                        <a:pt x="524743" y="269983"/>
                        <a:pt x="536102" y="262450"/>
                      </a:cubicBezTo>
                      <a:lnTo>
                        <a:pt x="558391" y="250820"/>
                      </a:lnTo>
                      <a:lnTo>
                        <a:pt x="537433" y="225762"/>
                      </a:lnTo>
                      <a:cubicBezTo>
                        <a:pt x="488684" y="181757"/>
                        <a:pt x="423241" y="146105"/>
                        <a:pt x="346020" y="123247"/>
                      </a:cubicBezTo>
                      <a:cubicBezTo>
                        <a:pt x="298871" y="109291"/>
                        <a:pt x="249005" y="100621"/>
                        <a:pt x="198368" y="97363"/>
                      </a:cubicBezTo>
                      <a:lnTo>
                        <a:pt x="154394" y="99266"/>
                      </a:lnTo>
                      <a:lnTo>
                        <a:pt x="182035" y="126743"/>
                      </a:lnTo>
                      <a:cubicBezTo>
                        <a:pt x="224538" y="174533"/>
                        <a:pt x="260805" y="227169"/>
                        <a:pt x="288974" y="282554"/>
                      </a:cubicBezTo>
                      <a:cubicBezTo>
                        <a:pt x="331306" y="365788"/>
                        <a:pt x="352940" y="450369"/>
                        <a:pt x="353794" y="528683"/>
                      </a:cubicBezTo>
                      <a:lnTo>
                        <a:pt x="348851" y="567300"/>
                      </a:lnTo>
                      <a:lnTo>
                        <a:pt x="407314" y="579520"/>
                      </a:lnTo>
                      <a:cubicBezTo>
                        <a:pt x="433208" y="590240"/>
                        <a:pt x="457736" y="606083"/>
                        <a:pt x="479297" y="627024"/>
                      </a:cubicBezTo>
                      <a:cubicBezTo>
                        <a:pt x="565537" y="710790"/>
                        <a:pt x="571633" y="844396"/>
                        <a:pt x="492911" y="925444"/>
                      </a:cubicBezTo>
                      <a:cubicBezTo>
                        <a:pt x="414190" y="1006492"/>
                        <a:pt x="280462" y="1004290"/>
                        <a:pt x="194222" y="920525"/>
                      </a:cubicBezTo>
                      <a:cubicBezTo>
                        <a:pt x="107981" y="836760"/>
                        <a:pt x="101885" y="703153"/>
                        <a:pt x="180607" y="622105"/>
                      </a:cubicBezTo>
                      <a:cubicBezTo>
                        <a:pt x="200287" y="601843"/>
                        <a:pt x="223405" y="586784"/>
                        <a:pt x="248360" y="576902"/>
                      </a:cubicBezTo>
                      <a:lnTo>
                        <a:pt x="262718" y="574324"/>
                      </a:lnTo>
                      <a:lnTo>
                        <a:pt x="267583" y="508949"/>
                      </a:lnTo>
                      <a:cubicBezTo>
                        <a:pt x="263275" y="443418"/>
                        <a:pt x="241170" y="372247"/>
                        <a:pt x="201704" y="302049"/>
                      </a:cubicBezTo>
                      <a:cubicBezTo>
                        <a:pt x="153510" y="216325"/>
                        <a:pt x="82785" y="138198"/>
                        <a:pt x="0" y="79236"/>
                      </a:cubicBezTo>
                      <a:lnTo>
                        <a:pt x="22016" y="32945"/>
                      </a:lnTo>
                      <a:lnTo>
                        <a:pt x="17918" y="20857"/>
                      </a:lnTo>
                      <a:lnTo>
                        <a:pt x="28323" y="19686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8" name="Freeform: Shape 337">
                  <a:extLst>
                    <a:ext uri="{FF2B5EF4-FFF2-40B4-BE49-F238E27FC236}">
                      <a16:creationId xmlns:a16="http://schemas.microsoft.com/office/drawing/2014/main" id="{4E4AE4EE-CEEE-4176-96C8-E41475F581D4}"/>
                    </a:ext>
                  </a:extLst>
                </p:cNvPr>
                <p:cNvSpPr/>
                <p:nvPr/>
              </p:nvSpPr>
              <p:spPr>
                <a:xfrm rot="7313666">
                  <a:off x="745137" y="2490438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39" name="Freeform: Shape 338">
                  <a:extLst>
                    <a:ext uri="{FF2B5EF4-FFF2-40B4-BE49-F238E27FC236}">
                      <a16:creationId xmlns:a16="http://schemas.microsoft.com/office/drawing/2014/main" id="{635C763F-CFE5-45EF-9A5A-9BE84F3273BF}"/>
                    </a:ext>
                  </a:extLst>
                </p:cNvPr>
                <p:cNvSpPr/>
                <p:nvPr/>
              </p:nvSpPr>
              <p:spPr>
                <a:xfrm rot="7313666">
                  <a:off x="3392450" y="2460249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A1A27F8E-540F-4F66-9CB5-698811D6EE9C}"/>
                    </a:ext>
                  </a:extLst>
                </p:cNvPr>
                <p:cNvSpPr/>
                <p:nvPr/>
              </p:nvSpPr>
              <p:spPr>
                <a:xfrm>
                  <a:off x="758756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1" name="Freeform: Shape 340">
                  <a:extLst>
                    <a:ext uri="{FF2B5EF4-FFF2-40B4-BE49-F238E27FC236}">
                      <a16:creationId xmlns:a16="http://schemas.microsoft.com/office/drawing/2014/main" id="{647943A0-608E-4D22-A0F0-2240ACF62AF3}"/>
                    </a:ext>
                  </a:extLst>
                </p:cNvPr>
                <p:cNvSpPr/>
                <p:nvPr/>
              </p:nvSpPr>
              <p:spPr>
                <a:xfrm rot="7313666">
                  <a:off x="1661254" y="796081"/>
                  <a:ext cx="690109" cy="493909"/>
                </a:xfrm>
                <a:custGeom>
                  <a:avLst/>
                  <a:gdLst>
                    <a:gd name="connsiteX0" fmla="*/ 4351836 w 8420060"/>
                    <a:gd name="connsiteY0" fmla="*/ 2137819 h 6026219"/>
                    <a:gd name="connsiteX1" fmla="*/ 4516050 w 8420060"/>
                    <a:gd name="connsiteY1" fmla="*/ 2103629 h 6026219"/>
                    <a:gd name="connsiteX2" fmla="*/ 4623925 w 8420060"/>
                    <a:gd name="connsiteY2" fmla="*/ 2095100 h 6026219"/>
                    <a:gd name="connsiteX3" fmla="*/ 4682417 w 8420060"/>
                    <a:gd name="connsiteY3" fmla="*/ 2096642 h 6026219"/>
                    <a:gd name="connsiteX4" fmla="*/ 4686946 w 8420060"/>
                    <a:gd name="connsiteY4" fmla="*/ 2083338 h 6026219"/>
                    <a:gd name="connsiteX5" fmla="*/ 4705827 w 8420060"/>
                    <a:gd name="connsiteY5" fmla="*/ 2049241 h 6026219"/>
                    <a:gd name="connsiteX6" fmla="*/ 4573340 w 8420060"/>
                    <a:gd name="connsiteY6" fmla="*/ 2076826 h 6026219"/>
                    <a:gd name="connsiteX7" fmla="*/ 4402728 w 8420060"/>
                    <a:gd name="connsiteY7" fmla="*/ 2085065 h 6026219"/>
                    <a:gd name="connsiteX8" fmla="*/ 4358901 w 8420060"/>
                    <a:gd name="connsiteY8" fmla="*/ 2079366 h 6026219"/>
                    <a:gd name="connsiteX9" fmla="*/ 4834686 w 8420060"/>
                    <a:gd name="connsiteY9" fmla="*/ 4422219 h 6026219"/>
                    <a:gd name="connsiteX10" fmla="*/ 4853004 w 8420060"/>
                    <a:gd name="connsiteY10" fmla="*/ 4398750 h 6026219"/>
                    <a:gd name="connsiteX11" fmla="*/ 4863423 w 8420060"/>
                    <a:gd name="connsiteY11" fmla="*/ 4388781 h 6026219"/>
                    <a:gd name="connsiteX12" fmla="*/ 4855938 w 8420060"/>
                    <a:gd name="connsiteY12" fmla="*/ 4383841 h 6026219"/>
                    <a:gd name="connsiteX13" fmla="*/ 1556197 w 8420060"/>
                    <a:gd name="connsiteY13" fmla="*/ 4542582 h 6026219"/>
                    <a:gd name="connsiteX14" fmla="*/ 2035093 w 8420060"/>
                    <a:gd name="connsiteY14" fmla="*/ 4733117 h 6026219"/>
                    <a:gd name="connsiteX15" fmla="*/ 2060586 w 8420060"/>
                    <a:gd name="connsiteY15" fmla="*/ 4674299 h 6026219"/>
                    <a:gd name="connsiteX16" fmla="*/ 2367819 w 8420060"/>
                    <a:gd name="connsiteY16" fmla="*/ 4303823 h 6026219"/>
                    <a:gd name="connsiteX17" fmla="*/ 2387789 w 8420060"/>
                    <a:gd name="connsiteY17" fmla="*/ 4289426 h 6026219"/>
                    <a:gd name="connsiteX18" fmla="*/ 2277995 w 8420060"/>
                    <a:gd name="connsiteY18" fmla="*/ 4216969 h 6026219"/>
                    <a:gd name="connsiteX19" fmla="*/ 2209269 w 8420060"/>
                    <a:gd name="connsiteY19" fmla="*/ 4136168 h 6026219"/>
                    <a:gd name="connsiteX20" fmla="*/ 563741 w 8420060"/>
                    <a:gd name="connsiteY20" fmla="*/ 6026219 h 6026219"/>
                    <a:gd name="connsiteX21" fmla="*/ 563743 w 8420060"/>
                    <a:gd name="connsiteY21" fmla="*/ 4644828 h 6026219"/>
                    <a:gd name="connsiteX22" fmla="*/ 0 w 8420060"/>
                    <a:gd name="connsiteY22" fmla="*/ 4600174 h 6026219"/>
                    <a:gd name="connsiteX23" fmla="*/ 23605 w 8420060"/>
                    <a:gd name="connsiteY23" fmla="*/ 4302173 h 6026219"/>
                    <a:gd name="connsiteX24" fmla="*/ 1224376 w 8420060"/>
                    <a:gd name="connsiteY24" fmla="*/ 4397285 h 6026219"/>
                    <a:gd name="connsiteX25" fmla="*/ 2064668 w 8420060"/>
                    <a:gd name="connsiteY25" fmla="*/ 3874362 h 6026219"/>
                    <a:gd name="connsiteX26" fmla="*/ 1983864 w 8420060"/>
                    <a:gd name="connsiteY26" fmla="*/ 3878264 h 6026219"/>
                    <a:gd name="connsiteX27" fmla="*/ 1478759 w 8420060"/>
                    <a:gd name="connsiteY27" fmla="*/ 3625480 h 6026219"/>
                    <a:gd name="connsiteX28" fmla="*/ 1974941 w 8420060"/>
                    <a:gd name="connsiteY28" fmla="*/ 2514678 h 6026219"/>
                    <a:gd name="connsiteX29" fmla="*/ 2514959 w 8420060"/>
                    <a:gd name="connsiteY29" fmla="*/ 2315592 h 6026219"/>
                    <a:gd name="connsiteX30" fmla="*/ 2562657 w 8420060"/>
                    <a:gd name="connsiteY30" fmla="*/ 2313288 h 6026219"/>
                    <a:gd name="connsiteX31" fmla="*/ 2574784 w 8420060"/>
                    <a:gd name="connsiteY31" fmla="*/ 2277668 h 6026219"/>
                    <a:gd name="connsiteX32" fmla="*/ 3074662 w 8420060"/>
                    <a:gd name="connsiteY32" fmla="*/ 1731681 h 6026219"/>
                    <a:gd name="connsiteX33" fmla="*/ 3785291 w 8420060"/>
                    <a:gd name="connsiteY33" fmla="*/ 1524357 h 6026219"/>
                    <a:gd name="connsiteX34" fmla="*/ 3829117 w 8420060"/>
                    <a:gd name="connsiteY34" fmla="*/ 1530056 h 6026219"/>
                    <a:gd name="connsiteX35" fmla="*/ 3842653 w 8420060"/>
                    <a:gd name="connsiteY35" fmla="*/ 1418071 h 6026219"/>
                    <a:gd name="connsiteX36" fmla="*/ 4393805 w 8420060"/>
                    <a:gd name="connsiteY36" fmla="*/ 721479 h 6026219"/>
                    <a:gd name="connsiteX37" fmla="*/ 5104435 w 8420060"/>
                    <a:gd name="connsiteY37" fmla="*/ 514154 h 6026219"/>
                    <a:gd name="connsiteX38" fmla="*/ 5251327 w 8420060"/>
                    <a:gd name="connsiteY38" fmla="*/ 533257 h 6026219"/>
                    <a:gd name="connsiteX39" fmla="*/ 5350783 w 8420060"/>
                    <a:gd name="connsiteY39" fmla="*/ 438096 h 6026219"/>
                    <a:gd name="connsiteX40" fmla="*/ 5515979 w 8420060"/>
                    <a:gd name="connsiteY40" fmla="*/ 318999 h 6026219"/>
                    <a:gd name="connsiteX41" fmla="*/ 6731714 w 8420060"/>
                    <a:gd name="connsiteY41" fmla="*/ 364457 h 6026219"/>
                    <a:gd name="connsiteX42" fmla="*/ 6786831 w 8420060"/>
                    <a:gd name="connsiteY42" fmla="*/ 491793 h 6026219"/>
                    <a:gd name="connsiteX43" fmla="*/ 6800183 w 8420060"/>
                    <a:gd name="connsiteY43" fmla="*/ 597315 h 6026219"/>
                    <a:gd name="connsiteX44" fmla="*/ 6825664 w 8420060"/>
                    <a:gd name="connsiteY44" fmla="*/ 557244 h 6026219"/>
                    <a:gd name="connsiteX45" fmla="*/ 7104837 w 8420060"/>
                    <a:gd name="connsiteY45" fmla="*/ 276312 h 6026219"/>
                    <a:gd name="connsiteX46" fmla="*/ 8319307 w 8420060"/>
                    <a:gd name="connsiteY46" fmla="*/ 204603 h 6026219"/>
                    <a:gd name="connsiteX47" fmla="*/ 7932288 w 8420060"/>
                    <a:gd name="connsiteY47" fmla="*/ 1357987 h 6026219"/>
                    <a:gd name="connsiteX48" fmla="*/ 7762504 w 8420060"/>
                    <a:gd name="connsiteY48" fmla="*/ 1470448 h 6026219"/>
                    <a:gd name="connsiteX49" fmla="*/ 7619427 w 8420060"/>
                    <a:gd name="connsiteY49" fmla="*/ 1538919 h 6026219"/>
                    <a:gd name="connsiteX50" fmla="*/ 7594862 w 8420060"/>
                    <a:gd name="connsiteY50" fmla="*/ 1611074 h 6026219"/>
                    <a:gd name="connsiteX51" fmla="*/ 7399888 w 8420060"/>
                    <a:gd name="connsiteY51" fmla="*/ 1904288 h 6026219"/>
                    <a:gd name="connsiteX52" fmla="*/ 7316927 w 8420060"/>
                    <a:gd name="connsiteY52" fmla="*/ 1983666 h 6026219"/>
                    <a:gd name="connsiteX53" fmla="*/ 7432921 w 8420060"/>
                    <a:gd name="connsiteY53" fmla="*/ 2060215 h 6026219"/>
                    <a:gd name="connsiteX54" fmla="*/ 7522819 w 8420060"/>
                    <a:gd name="connsiteY54" fmla="*/ 2165907 h 6026219"/>
                    <a:gd name="connsiteX55" fmla="*/ 7026637 w 8420060"/>
                    <a:gd name="connsiteY55" fmla="*/ 3276709 h 6026219"/>
                    <a:gd name="connsiteX56" fmla="*/ 6665186 w 8420060"/>
                    <a:gd name="connsiteY56" fmla="*/ 3438616 h 6026219"/>
                    <a:gd name="connsiteX57" fmla="*/ 6542742 w 8420060"/>
                    <a:gd name="connsiteY57" fmla="*/ 3464110 h 6026219"/>
                    <a:gd name="connsiteX58" fmla="*/ 6544166 w 8420060"/>
                    <a:gd name="connsiteY58" fmla="*/ 3475368 h 6026219"/>
                    <a:gd name="connsiteX59" fmla="*/ 6280113 w 8420060"/>
                    <a:gd name="connsiteY59" fmla="*/ 4066503 h 6026219"/>
                    <a:gd name="connsiteX60" fmla="*/ 6269694 w 8420060"/>
                    <a:gd name="connsiteY60" fmla="*/ 4076473 h 6026219"/>
                    <a:gd name="connsiteX61" fmla="*/ 6283745 w 8420060"/>
                    <a:gd name="connsiteY61" fmla="*/ 4085746 h 6026219"/>
                    <a:gd name="connsiteX62" fmla="*/ 6373643 w 8420060"/>
                    <a:gd name="connsiteY62" fmla="*/ 4191437 h 6026219"/>
                    <a:gd name="connsiteX63" fmla="*/ 5877460 w 8420060"/>
                    <a:gd name="connsiteY63" fmla="*/ 5302239 h 6026219"/>
                    <a:gd name="connsiteX64" fmla="*/ 4702931 w 8420060"/>
                    <a:gd name="connsiteY64" fmla="*/ 5313140 h 6026219"/>
                    <a:gd name="connsiteX65" fmla="*/ 4693693 w 8420060"/>
                    <a:gd name="connsiteY65" fmla="*/ 5300504 h 6026219"/>
                    <a:gd name="connsiteX66" fmla="*/ 4644795 w 8420060"/>
                    <a:gd name="connsiteY66" fmla="*/ 5363153 h 6026219"/>
                    <a:gd name="connsiteX67" fmla="*/ 4339890 w 8420060"/>
                    <a:gd name="connsiteY67" fmla="*/ 5615925 h 6026219"/>
                    <a:gd name="connsiteX68" fmla="*/ 3124155 w 8420060"/>
                    <a:gd name="connsiteY68" fmla="*/ 5570467 h 6026219"/>
                    <a:gd name="connsiteX69" fmla="*/ 3069038 w 8420060"/>
                    <a:gd name="connsiteY69" fmla="*/ 5443131 h 6026219"/>
                    <a:gd name="connsiteX70" fmla="*/ 3068411 w 8420060"/>
                    <a:gd name="connsiteY70" fmla="*/ 5438178 h 6026219"/>
                    <a:gd name="connsiteX71" fmla="*/ 2891117 w 8420060"/>
                    <a:gd name="connsiteY71" fmla="*/ 5502894 h 6026219"/>
                    <a:gd name="connsiteX72" fmla="*/ 2036833 w 8420060"/>
                    <a:gd name="connsiteY72" fmla="*/ 5295528 h 6026219"/>
                    <a:gd name="connsiteX73" fmla="*/ 1965069 w 8420060"/>
                    <a:gd name="connsiteY73" fmla="*/ 5064425 h 6026219"/>
                    <a:gd name="connsiteX74" fmla="*/ 1966826 w 8420060"/>
                    <a:gd name="connsiteY74" fmla="*/ 5027683 h 6026219"/>
                    <a:gd name="connsiteX75" fmla="*/ 1114125 w 8420060"/>
                    <a:gd name="connsiteY75" fmla="*/ 4688423 h 6026219"/>
                    <a:gd name="connsiteX76" fmla="*/ 862678 w 8420060"/>
                    <a:gd name="connsiteY76" fmla="*/ 4668506 h 6026219"/>
                    <a:gd name="connsiteX77" fmla="*/ 862677 w 8420060"/>
                    <a:gd name="connsiteY77" fmla="*/ 6026218 h 602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</a:cxnLst>
                  <a:rect l="l" t="t" r="r" b="b"/>
                  <a:pathLst>
                    <a:path w="8420060" h="6026219">
                      <a:moveTo>
                        <a:pt x="4351836" y="2137819"/>
                      </a:moveTo>
                      <a:lnTo>
                        <a:pt x="4516050" y="2103629"/>
                      </a:lnTo>
                      <a:cubicBezTo>
                        <a:pt x="4552593" y="2098904"/>
                        <a:pt x="4588617" y="2096064"/>
                        <a:pt x="4623925" y="2095100"/>
                      </a:cubicBezTo>
                      <a:lnTo>
                        <a:pt x="4682417" y="2096642"/>
                      </a:lnTo>
                      <a:lnTo>
                        <a:pt x="4686946" y="2083338"/>
                      </a:lnTo>
                      <a:lnTo>
                        <a:pt x="4705827" y="2049241"/>
                      </a:lnTo>
                      <a:lnTo>
                        <a:pt x="4573340" y="2076826"/>
                      </a:lnTo>
                      <a:cubicBezTo>
                        <a:pt x="4514871" y="2084386"/>
                        <a:pt x="4457729" y="2087122"/>
                        <a:pt x="4402728" y="2085065"/>
                      </a:cubicBezTo>
                      <a:lnTo>
                        <a:pt x="4358901" y="2079366"/>
                      </a:lnTo>
                      <a:close/>
                      <a:moveTo>
                        <a:pt x="4834686" y="4422219"/>
                      </a:moveTo>
                      <a:lnTo>
                        <a:pt x="4853004" y="4398750"/>
                      </a:lnTo>
                      <a:lnTo>
                        <a:pt x="4863423" y="4388781"/>
                      </a:lnTo>
                      <a:lnTo>
                        <a:pt x="4855938" y="4383841"/>
                      </a:lnTo>
                      <a:close/>
                      <a:moveTo>
                        <a:pt x="1556197" y="4542582"/>
                      </a:moveTo>
                      <a:lnTo>
                        <a:pt x="2035093" y="4733117"/>
                      </a:lnTo>
                      <a:lnTo>
                        <a:pt x="2060586" y="4674299"/>
                      </a:lnTo>
                      <a:cubicBezTo>
                        <a:pt x="2129716" y="4543043"/>
                        <a:pt x="2234132" y="4415063"/>
                        <a:pt x="2367819" y="4303823"/>
                      </a:cubicBezTo>
                      <a:lnTo>
                        <a:pt x="2387789" y="4289426"/>
                      </a:lnTo>
                      <a:lnTo>
                        <a:pt x="2277995" y="4216969"/>
                      </a:lnTo>
                      <a:lnTo>
                        <a:pt x="2209269" y="4136168"/>
                      </a:lnTo>
                      <a:close/>
                      <a:moveTo>
                        <a:pt x="563741" y="6026219"/>
                      </a:moveTo>
                      <a:lnTo>
                        <a:pt x="563743" y="4644828"/>
                      </a:lnTo>
                      <a:lnTo>
                        <a:pt x="0" y="4600174"/>
                      </a:lnTo>
                      <a:lnTo>
                        <a:pt x="23605" y="4302173"/>
                      </a:lnTo>
                      <a:lnTo>
                        <a:pt x="1224376" y="4397285"/>
                      </a:lnTo>
                      <a:lnTo>
                        <a:pt x="2064668" y="3874362"/>
                      </a:lnTo>
                      <a:lnTo>
                        <a:pt x="1983864" y="3878264"/>
                      </a:lnTo>
                      <a:cubicBezTo>
                        <a:pt x="1763859" y="3870038"/>
                        <a:pt x="1578108" y="3785127"/>
                        <a:pt x="1478759" y="3625480"/>
                      </a:cubicBezTo>
                      <a:cubicBezTo>
                        <a:pt x="1280059" y="3306187"/>
                        <a:pt x="1502208" y="2808864"/>
                        <a:pt x="1974941" y="2514678"/>
                      </a:cubicBezTo>
                      <a:cubicBezTo>
                        <a:pt x="2152215" y="2404358"/>
                        <a:pt x="2339555" y="2338270"/>
                        <a:pt x="2514959" y="2315592"/>
                      </a:cubicBezTo>
                      <a:lnTo>
                        <a:pt x="2562657" y="2313288"/>
                      </a:lnTo>
                      <a:lnTo>
                        <a:pt x="2574784" y="2277668"/>
                      </a:lnTo>
                      <a:cubicBezTo>
                        <a:pt x="2664575" y="2076652"/>
                        <a:pt x="2838296" y="1878775"/>
                        <a:pt x="3074662" y="1731681"/>
                      </a:cubicBezTo>
                      <a:cubicBezTo>
                        <a:pt x="3311027" y="1584589"/>
                        <a:pt x="3565286" y="1516130"/>
                        <a:pt x="3785291" y="1524357"/>
                      </a:cubicBezTo>
                      <a:lnTo>
                        <a:pt x="3829117" y="1530056"/>
                      </a:lnTo>
                      <a:lnTo>
                        <a:pt x="3842653" y="1418071"/>
                      </a:lnTo>
                      <a:cubicBezTo>
                        <a:pt x="3900774" y="1168562"/>
                        <a:pt x="4098347" y="905346"/>
                        <a:pt x="4393805" y="721479"/>
                      </a:cubicBezTo>
                      <a:cubicBezTo>
                        <a:pt x="4630171" y="574386"/>
                        <a:pt x="4884430" y="505927"/>
                        <a:pt x="5104435" y="514154"/>
                      </a:cubicBezTo>
                      <a:lnTo>
                        <a:pt x="5251327" y="533257"/>
                      </a:lnTo>
                      <a:lnTo>
                        <a:pt x="5350783" y="438096"/>
                      </a:lnTo>
                      <a:cubicBezTo>
                        <a:pt x="5401711" y="395720"/>
                        <a:pt x="5456887" y="355772"/>
                        <a:pt x="5515979" y="318999"/>
                      </a:cubicBezTo>
                      <a:cubicBezTo>
                        <a:pt x="5988711" y="24812"/>
                        <a:pt x="6533015" y="45164"/>
                        <a:pt x="6731714" y="364457"/>
                      </a:cubicBezTo>
                      <a:cubicBezTo>
                        <a:pt x="6756551" y="404369"/>
                        <a:pt x="6774813" y="447062"/>
                        <a:pt x="6786831" y="491793"/>
                      </a:cubicBezTo>
                      <a:lnTo>
                        <a:pt x="6800183" y="597315"/>
                      </a:lnTo>
                      <a:lnTo>
                        <a:pt x="6825664" y="557244"/>
                      </a:lnTo>
                      <a:cubicBezTo>
                        <a:pt x="6900528" y="456592"/>
                        <a:pt x="6994277" y="360887"/>
                        <a:pt x="7104837" y="276312"/>
                      </a:cubicBezTo>
                      <a:cubicBezTo>
                        <a:pt x="7547076" y="-61988"/>
                        <a:pt x="8090813" y="-94094"/>
                        <a:pt x="8319307" y="204603"/>
                      </a:cubicBezTo>
                      <a:cubicBezTo>
                        <a:pt x="8547801" y="503300"/>
                        <a:pt x="8374526" y="1019687"/>
                        <a:pt x="7932288" y="1357987"/>
                      </a:cubicBezTo>
                      <a:cubicBezTo>
                        <a:pt x="7877008" y="1400274"/>
                        <a:pt x="7820142" y="1437777"/>
                        <a:pt x="7762504" y="1470448"/>
                      </a:cubicBezTo>
                      <a:lnTo>
                        <a:pt x="7619427" y="1538919"/>
                      </a:lnTo>
                      <a:lnTo>
                        <a:pt x="7594862" y="1611074"/>
                      </a:lnTo>
                      <a:cubicBezTo>
                        <a:pt x="7549966" y="1711582"/>
                        <a:pt x="7484088" y="1811305"/>
                        <a:pt x="7399888" y="1904288"/>
                      </a:cubicBezTo>
                      <a:lnTo>
                        <a:pt x="7316927" y="1983666"/>
                      </a:lnTo>
                      <a:lnTo>
                        <a:pt x="7432921" y="2060215"/>
                      </a:lnTo>
                      <a:cubicBezTo>
                        <a:pt x="7467744" y="2090754"/>
                        <a:pt x="7497981" y="2125995"/>
                        <a:pt x="7522819" y="2165907"/>
                      </a:cubicBezTo>
                      <a:cubicBezTo>
                        <a:pt x="7721518" y="2485200"/>
                        <a:pt x="7499369" y="2982523"/>
                        <a:pt x="7026637" y="3276709"/>
                      </a:cubicBezTo>
                      <a:cubicBezTo>
                        <a:pt x="6908454" y="3350256"/>
                        <a:pt x="6785797" y="3404144"/>
                        <a:pt x="6665186" y="3438616"/>
                      </a:cubicBezTo>
                      <a:lnTo>
                        <a:pt x="6542742" y="3464110"/>
                      </a:lnTo>
                      <a:lnTo>
                        <a:pt x="6544166" y="3475368"/>
                      </a:lnTo>
                      <a:cubicBezTo>
                        <a:pt x="6543625" y="3667611"/>
                        <a:pt x="6448513" y="3880538"/>
                        <a:pt x="6280113" y="4066503"/>
                      </a:cubicBezTo>
                      <a:lnTo>
                        <a:pt x="6269694" y="4076473"/>
                      </a:lnTo>
                      <a:lnTo>
                        <a:pt x="6283745" y="4085746"/>
                      </a:lnTo>
                      <a:cubicBezTo>
                        <a:pt x="6318568" y="4116285"/>
                        <a:pt x="6348805" y="4151525"/>
                        <a:pt x="6373643" y="4191437"/>
                      </a:cubicBezTo>
                      <a:cubicBezTo>
                        <a:pt x="6572342" y="4510730"/>
                        <a:pt x="6350193" y="5008053"/>
                        <a:pt x="5877460" y="5302239"/>
                      </a:cubicBezTo>
                      <a:cubicBezTo>
                        <a:pt x="5434275" y="5578038"/>
                        <a:pt x="4928185" y="5577388"/>
                        <a:pt x="4702931" y="5313140"/>
                      </a:cubicBezTo>
                      <a:lnTo>
                        <a:pt x="4693693" y="5300504"/>
                      </a:lnTo>
                      <a:lnTo>
                        <a:pt x="4644795" y="5363153"/>
                      </a:lnTo>
                      <a:cubicBezTo>
                        <a:pt x="4560595" y="5456136"/>
                        <a:pt x="4458074" y="5542378"/>
                        <a:pt x="4339890" y="5615925"/>
                      </a:cubicBezTo>
                      <a:cubicBezTo>
                        <a:pt x="3867158" y="5910111"/>
                        <a:pt x="3322854" y="5889759"/>
                        <a:pt x="3124155" y="5570467"/>
                      </a:cubicBezTo>
                      <a:cubicBezTo>
                        <a:pt x="3099318" y="5530555"/>
                        <a:pt x="3081056" y="5487862"/>
                        <a:pt x="3069038" y="5443131"/>
                      </a:cubicBezTo>
                      <a:lnTo>
                        <a:pt x="3068411" y="5438178"/>
                      </a:lnTo>
                      <a:lnTo>
                        <a:pt x="2891117" y="5502894"/>
                      </a:lnTo>
                      <a:cubicBezTo>
                        <a:pt x="2529284" y="5606313"/>
                        <a:pt x="2185857" y="5534998"/>
                        <a:pt x="2036833" y="5295528"/>
                      </a:cubicBezTo>
                      <a:cubicBezTo>
                        <a:pt x="1993367" y="5225683"/>
                        <a:pt x="1970040" y="5147319"/>
                        <a:pt x="1965069" y="5064425"/>
                      </a:cubicBezTo>
                      <a:lnTo>
                        <a:pt x="1966826" y="5027683"/>
                      </a:lnTo>
                      <a:lnTo>
                        <a:pt x="1114125" y="4688423"/>
                      </a:lnTo>
                      <a:lnTo>
                        <a:pt x="862678" y="4668506"/>
                      </a:lnTo>
                      <a:lnTo>
                        <a:pt x="862677" y="6026218"/>
                      </a:lnTo>
                      <a:close/>
                    </a:path>
                  </a:pathLst>
                </a:custGeom>
                <a:solidFill>
                  <a:srgbClr val="6600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2" name="Freeform: Shape 341">
                  <a:extLst>
                    <a:ext uri="{FF2B5EF4-FFF2-40B4-BE49-F238E27FC236}">
                      <a16:creationId xmlns:a16="http://schemas.microsoft.com/office/drawing/2014/main" id="{9DA29387-026F-4293-A877-18A43E8587E8}"/>
                    </a:ext>
                  </a:extLst>
                </p:cNvPr>
                <p:cNvSpPr/>
                <p:nvPr/>
              </p:nvSpPr>
              <p:spPr>
                <a:xfrm>
                  <a:off x="3310067" y="-23159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3" name="Freeform: Shape 342">
                  <a:extLst>
                    <a:ext uri="{FF2B5EF4-FFF2-40B4-BE49-F238E27FC236}">
                      <a16:creationId xmlns:a16="http://schemas.microsoft.com/office/drawing/2014/main" id="{6ABF445B-0457-46F4-AC84-8C369DF29F1C}"/>
                    </a:ext>
                  </a:extLst>
                </p:cNvPr>
                <p:cNvSpPr/>
                <p:nvPr/>
              </p:nvSpPr>
              <p:spPr>
                <a:xfrm rot="19185010">
                  <a:off x="752095" y="3315060"/>
                  <a:ext cx="728206" cy="490394"/>
                </a:xfrm>
                <a:custGeom>
                  <a:avLst/>
                  <a:gdLst>
                    <a:gd name="connsiteX0" fmla="*/ 3922602 w 3922602"/>
                    <a:gd name="connsiteY0" fmla="*/ 1025189 h 2641584"/>
                    <a:gd name="connsiteX1" fmla="*/ 3922602 w 3922602"/>
                    <a:gd name="connsiteY1" fmla="*/ 1270868 h 2641584"/>
                    <a:gd name="connsiteX2" fmla="*/ 3570130 w 3922602"/>
                    <a:gd name="connsiteY2" fmla="*/ 1270868 h 2641584"/>
                    <a:gd name="connsiteX3" fmla="*/ 3570042 w 3922602"/>
                    <a:gd name="connsiteY3" fmla="*/ 1293605 h 2641584"/>
                    <a:gd name="connsiteX4" fmla="*/ 3341106 w 3922602"/>
                    <a:gd name="connsiteY4" fmla="*/ 1762875 h 2641584"/>
                    <a:gd name="connsiteX5" fmla="*/ 3271845 w 3922602"/>
                    <a:gd name="connsiteY5" fmla="*/ 1830987 h 2641584"/>
                    <a:gd name="connsiteX6" fmla="*/ 3271612 w 3922602"/>
                    <a:gd name="connsiteY6" fmla="*/ 1831476 h 2641584"/>
                    <a:gd name="connsiteX7" fmla="*/ 1936347 w 3922602"/>
                    <a:gd name="connsiteY7" fmla="*/ 2634914 h 2641584"/>
                    <a:gd name="connsiteX8" fmla="*/ 674674 w 3922602"/>
                    <a:gd name="connsiteY8" fmla="*/ 2258234 h 2641584"/>
                    <a:gd name="connsiteX9" fmla="*/ 580813 w 3922602"/>
                    <a:gd name="connsiteY9" fmla="*/ 2170007 h 2641584"/>
                    <a:gd name="connsiteX10" fmla="*/ 464286 w 3922602"/>
                    <a:gd name="connsiteY10" fmla="*/ 2108513 h 2641584"/>
                    <a:gd name="connsiteX11" fmla="*/ 2113 w 3922602"/>
                    <a:gd name="connsiteY11" fmla="*/ 1483441 h 2641584"/>
                    <a:gd name="connsiteX12" fmla="*/ 354776 w 3922602"/>
                    <a:gd name="connsiteY12" fmla="*/ 790659 h 2641584"/>
                    <a:gd name="connsiteX13" fmla="*/ 429374 w 3922602"/>
                    <a:gd name="connsiteY13" fmla="*/ 733787 h 2641584"/>
                    <a:gd name="connsiteX14" fmla="*/ 452999 w 3922602"/>
                    <a:gd name="connsiteY14" fmla="*/ 695168 h 2641584"/>
                    <a:gd name="connsiteX15" fmla="*/ 1717949 w 3922602"/>
                    <a:gd name="connsiteY15" fmla="*/ 6670 h 2641584"/>
                    <a:gd name="connsiteX16" fmla="*/ 3167511 w 3922602"/>
                    <a:gd name="connsiteY16" fmla="*/ 578699 h 2641584"/>
                    <a:gd name="connsiteX17" fmla="*/ 3194785 w 3922602"/>
                    <a:gd name="connsiteY17" fmla="*/ 617817 h 2641584"/>
                    <a:gd name="connsiteX18" fmla="*/ 3267517 w 3922602"/>
                    <a:gd name="connsiteY18" fmla="*/ 671238 h 2641584"/>
                    <a:gd name="connsiteX19" fmla="*/ 3516857 w 3922602"/>
                    <a:gd name="connsiteY19" fmla="*/ 981168 h 2641584"/>
                    <a:gd name="connsiteX20" fmla="*/ 3532427 w 3922602"/>
                    <a:gd name="connsiteY20" fmla="*/ 1025189 h 264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922602" h="2641584">
                      <a:moveTo>
                        <a:pt x="3922602" y="1025189"/>
                      </a:moveTo>
                      <a:lnTo>
                        <a:pt x="3922602" y="1270868"/>
                      </a:lnTo>
                      <a:lnTo>
                        <a:pt x="3570130" y="1270868"/>
                      </a:lnTo>
                      <a:lnTo>
                        <a:pt x="3570042" y="1293605"/>
                      </a:lnTo>
                      <a:cubicBezTo>
                        <a:pt x="3555055" y="1459214"/>
                        <a:pt x="3473858" y="1619043"/>
                        <a:pt x="3341106" y="1762875"/>
                      </a:cubicBezTo>
                      <a:lnTo>
                        <a:pt x="3271845" y="1830987"/>
                      </a:lnTo>
                      <a:lnTo>
                        <a:pt x="3271612" y="1831476"/>
                      </a:lnTo>
                      <a:cubicBezTo>
                        <a:pt x="3037497" y="2263404"/>
                        <a:pt x="2537610" y="2584951"/>
                        <a:pt x="1936347" y="2634914"/>
                      </a:cubicBezTo>
                      <a:cubicBezTo>
                        <a:pt x="1444405" y="2675793"/>
                        <a:pt x="989387" y="2526159"/>
                        <a:pt x="674674" y="2258234"/>
                      </a:cubicBezTo>
                      <a:lnTo>
                        <a:pt x="580813" y="2170007"/>
                      </a:lnTo>
                      <a:lnTo>
                        <a:pt x="464286" y="2108513"/>
                      </a:lnTo>
                      <a:cubicBezTo>
                        <a:pt x="194884" y="1950599"/>
                        <a:pt x="22912" y="1733740"/>
                        <a:pt x="2113" y="1483441"/>
                      </a:cubicBezTo>
                      <a:cubicBezTo>
                        <a:pt x="-18686" y="1233143"/>
                        <a:pt x="115134" y="990874"/>
                        <a:pt x="354776" y="790659"/>
                      </a:cubicBezTo>
                      <a:lnTo>
                        <a:pt x="429374" y="733787"/>
                      </a:lnTo>
                      <a:lnTo>
                        <a:pt x="452999" y="695168"/>
                      </a:lnTo>
                      <a:cubicBezTo>
                        <a:pt x="708525" y="321962"/>
                        <a:pt x="1171347" y="52091"/>
                        <a:pt x="1717949" y="6670"/>
                      </a:cubicBezTo>
                      <a:cubicBezTo>
                        <a:pt x="2319212" y="-43292"/>
                        <a:pt x="2865316" y="191337"/>
                        <a:pt x="3167511" y="578699"/>
                      </a:cubicBezTo>
                      <a:lnTo>
                        <a:pt x="3194785" y="617817"/>
                      </a:lnTo>
                      <a:lnTo>
                        <a:pt x="3267517" y="671238"/>
                      </a:lnTo>
                      <a:cubicBezTo>
                        <a:pt x="3380106" y="762241"/>
                        <a:pt x="3465459" y="866614"/>
                        <a:pt x="3516857" y="981168"/>
                      </a:cubicBezTo>
                      <a:lnTo>
                        <a:pt x="3532427" y="1025189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6" name="Freeform: Shape 395">
                  <a:extLst>
                    <a:ext uri="{FF2B5EF4-FFF2-40B4-BE49-F238E27FC236}">
                      <a16:creationId xmlns:a16="http://schemas.microsoft.com/office/drawing/2014/main" id="{21EB6737-A713-4B91-BB29-16B07968DDAD}"/>
                    </a:ext>
                  </a:extLst>
                </p:cNvPr>
                <p:cNvSpPr/>
                <p:nvPr/>
              </p:nvSpPr>
              <p:spPr>
                <a:xfrm>
                  <a:off x="2335115" y="4076754"/>
                  <a:ext cx="767329" cy="542674"/>
                </a:xfrm>
                <a:custGeom>
                  <a:avLst/>
                  <a:gdLst>
                    <a:gd name="connsiteX0" fmla="*/ 3374525 w 7088726"/>
                    <a:gd name="connsiteY0" fmla="*/ 0 h 5013326"/>
                    <a:gd name="connsiteX1" fmla="*/ 6731628 w 7088726"/>
                    <a:gd name="connsiteY1" fmla="*/ 2250371 h 5013326"/>
                    <a:gd name="connsiteX2" fmla="*/ 6745640 w 7088726"/>
                    <a:gd name="connsiteY2" fmla="*/ 2456493 h 5013326"/>
                    <a:gd name="connsiteX3" fmla="*/ 6767042 w 7088726"/>
                    <a:gd name="connsiteY3" fmla="*/ 2464222 h 5013326"/>
                    <a:gd name="connsiteX4" fmla="*/ 7088726 w 7088726"/>
                    <a:gd name="connsiteY4" fmla="*/ 2640203 h 5013326"/>
                    <a:gd name="connsiteX5" fmla="*/ 6980334 w 7088726"/>
                    <a:gd name="connsiteY5" fmla="*/ 2711697 h 5013326"/>
                    <a:gd name="connsiteX6" fmla="*/ 6839882 w 7088726"/>
                    <a:gd name="connsiteY6" fmla="*/ 2630615 h 5013326"/>
                    <a:gd name="connsiteX7" fmla="*/ 6743553 w 7088726"/>
                    <a:gd name="connsiteY7" fmla="*/ 2587522 h 5013326"/>
                    <a:gd name="connsiteX8" fmla="*/ 6731628 w 7088726"/>
                    <a:gd name="connsiteY8" fmla="*/ 2762955 h 5013326"/>
                    <a:gd name="connsiteX9" fmla="*/ 3374525 w 7088726"/>
                    <a:gd name="connsiteY9" fmla="*/ 5013326 h 5013326"/>
                    <a:gd name="connsiteX10" fmla="*/ 0 w 7088726"/>
                    <a:gd name="connsiteY10" fmla="*/ 2506663 h 5013326"/>
                    <a:gd name="connsiteX11" fmla="*/ 3374525 w 7088726"/>
                    <a:gd name="connsiteY11" fmla="*/ 0 h 5013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088726" h="5013326">
                      <a:moveTo>
                        <a:pt x="3374525" y="0"/>
                      </a:moveTo>
                      <a:cubicBezTo>
                        <a:pt x="5121743" y="0"/>
                        <a:pt x="6558818" y="986371"/>
                        <a:pt x="6731628" y="2250371"/>
                      </a:cubicBezTo>
                      <a:lnTo>
                        <a:pt x="6745640" y="2456493"/>
                      </a:lnTo>
                      <a:lnTo>
                        <a:pt x="6767042" y="2464222"/>
                      </a:lnTo>
                      <a:cubicBezTo>
                        <a:pt x="6883359" y="2512796"/>
                        <a:pt x="6991617" y="2571674"/>
                        <a:pt x="7088726" y="2640203"/>
                      </a:cubicBezTo>
                      <a:lnTo>
                        <a:pt x="6980334" y="2711697"/>
                      </a:lnTo>
                      <a:cubicBezTo>
                        <a:pt x="6935797" y="2682593"/>
                        <a:pt x="6888870" y="2655544"/>
                        <a:pt x="6839882" y="2630615"/>
                      </a:cubicBezTo>
                      <a:lnTo>
                        <a:pt x="6743553" y="2587522"/>
                      </a:lnTo>
                      <a:lnTo>
                        <a:pt x="6731628" y="2762955"/>
                      </a:lnTo>
                      <a:cubicBezTo>
                        <a:pt x="6558818" y="4026955"/>
                        <a:pt x="5121743" y="5013326"/>
                        <a:pt x="3374525" y="5013326"/>
                      </a:cubicBezTo>
                      <a:cubicBezTo>
                        <a:pt x="1510826" y="5013326"/>
                        <a:pt x="0" y="3891055"/>
                        <a:pt x="0" y="2506663"/>
                      </a:cubicBezTo>
                      <a:cubicBezTo>
                        <a:pt x="0" y="1122271"/>
                        <a:pt x="1510826" y="0"/>
                        <a:pt x="3374525" y="0"/>
                      </a:cubicBezTo>
                      <a:close/>
                    </a:path>
                  </a:pathLst>
                </a:custGeom>
                <a:solidFill>
                  <a:schemeClr val="accent6">
                    <a:lumMod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CAA9B67-1DE3-4188-93FD-E35D30A5C475}"/>
              </a:ext>
            </a:extLst>
          </p:cNvPr>
          <p:cNvSpPr/>
          <p:nvPr/>
        </p:nvSpPr>
        <p:spPr>
          <a:xfrm>
            <a:off x="10683025" y="10977990"/>
            <a:ext cx="506506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#22 by Pedro PSI – 16</a:t>
            </a:r>
            <a:r>
              <a:rPr lang="en-U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of December 2020</a:t>
            </a:r>
          </a:p>
          <a:p>
            <a:pPr algn="r"/>
            <a:r>
              <a:rPr lang="pt-PT" i="1" dirty="0">
                <a:latin typeface="Arial" panose="020B0604020202020204" pitchFamily="34" charset="0"/>
                <a:cs typeface="Arial" panose="020B0604020202020204" pitchFamily="34" charset="0"/>
              </a:rPr>
              <a:t>pedropsi.github.io</a:t>
            </a:r>
          </a:p>
        </p:txBody>
      </p: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F4A488E2-93EF-4F8D-9C58-5DEA30D1B178}"/>
              </a:ext>
            </a:extLst>
          </p:cNvPr>
          <p:cNvCxnSpPr>
            <a:cxnSpLocks/>
          </p:cNvCxnSpPr>
          <p:nvPr/>
        </p:nvCxnSpPr>
        <p:spPr>
          <a:xfrm>
            <a:off x="2777987" y="1965145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46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C5B11EB-E964-4ABE-88B8-40046628C16B}"/>
              </a:ext>
            </a:extLst>
          </p:cNvPr>
          <p:cNvGrpSpPr/>
          <p:nvPr/>
        </p:nvGrpSpPr>
        <p:grpSpPr>
          <a:xfrm>
            <a:off x="-775510" y="944082"/>
            <a:ext cx="15024910" cy="15972318"/>
            <a:chOff x="-775510" y="944082"/>
            <a:chExt cx="15024910" cy="496983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E4EAD64-1090-46CC-8017-B7905456A46B}"/>
                </a:ext>
              </a:extLst>
            </p:cNvPr>
            <p:cNvGrpSpPr/>
            <p:nvPr/>
          </p:nvGrpSpPr>
          <p:grpSpPr>
            <a:xfrm rot="16200000">
              <a:off x="4252027" y="-4083455"/>
              <a:ext cx="4969836" cy="15024910"/>
              <a:chOff x="-2620523" y="-2917017"/>
              <a:chExt cx="13847238" cy="689604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8C4EF3A-6787-433D-BCDA-48C88426C661}"/>
                  </a:ext>
                </a:extLst>
              </p:cNvPr>
              <p:cNvSpPr/>
              <p:nvPr/>
            </p:nvSpPr>
            <p:spPr>
              <a:xfrm>
                <a:off x="-2620522" y="-2917017"/>
                <a:ext cx="13847236" cy="1784102"/>
              </a:xfrm>
              <a:prstGeom prst="rect">
                <a:avLst/>
              </a:pr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7DF3E78D-50D9-494A-A1EE-168A7D4DFE39}"/>
                  </a:ext>
                </a:extLst>
              </p:cNvPr>
              <p:cNvSpPr/>
              <p:nvPr/>
            </p:nvSpPr>
            <p:spPr>
              <a:xfrm>
                <a:off x="-2620522" y="-1187264"/>
                <a:ext cx="13847236" cy="1784102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FD90EDED-CB2A-4AC2-B6AC-D68D8DE3E282}"/>
                  </a:ext>
                </a:extLst>
              </p:cNvPr>
              <p:cNvSpPr/>
              <p:nvPr/>
            </p:nvSpPr>
            <p:spPr>
              <a:xfrm>
                <a:off x="-2620522" y="545481"/>
                <a:ext cx="13847236" cy="178410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457F5BA3-A1CF-43F4-A6E1-504C75909577}"/>
                  </a:ext>
                </a:extLst>
              </p:cNvPr>
              <p:cNvSpPr/>
              <p:nvPr/>
            </p:nvSpPr>
            <p:spPr>
              <a:xfrm>
                <a:off x="-2620523" y="2296797"/>
                <a:ext cx="13847238" cy="1682226"/>
              </a:xfrm>
              <a:prstGeom prst="rect">
                <a:avLst/>
              </a:prstGeom>
              <a:solidFill>
                <a:srgbClr val="3857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224DF6A-190B-4FFD-883C-D56E28634E8A}"/>
                </a:ext>
              </a:extLst>
            </p:cNvPr>
            <p:cNvSpPr/>
            <p:nvPr/>
          </p:nvSpPr>
          <p:spPr>
            <a:xfrm>
              <a:off x="-646350" y="991499"/>
              <a:ext cx="14768749" cy="48797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E826C2D-22D0-4D96-8771-E425390B706D}"/>
              </a:ext>
            </a:extLst>
          </p:cNvPr>
          <p:cNvGrpSpPr/>
          <p:nvPr/>
        </p:nvGrpSpPr>
        <p:grpSpPr>
          <a:xfrm>
            <a:off x="2284156" y="6460142"/>
            <a:ext cx="8974588" cy="8936408"/>
            <a:chOff x="3126550" y="3774507"/>
            <a:chExt cx="5938898" cy="5913633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990C7D4-93B1-4615-8DE6-89C4EB7B03ED}"/>
                </a:ext>
              </a:extLst>
            </p:cNvPr>
            <p:cNvSpPr/>
            <p:nvPr/>
          </p:nvSpPr>
          <p:spPr>
            <a:xfrm>
              <a:off x="3126550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4F10E1FC-2998-46AD-A09C-6E97F78C7987}"/>
                </a:ext>
              </a:extLst>
            </p:cNvPr>
            <p:cNvSpPr/>
            <p:nvPr/>
          </p:nvSpPr>
          <p:spPr>
            <a:xfrm>
              <a:off x="3974964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681B5156-ADB9-40E2-8C58-8D0339BA915C}"/>
                </a:ext>
              </a:extLst>
            </p:cNvPr>
            <p:cNvSpPr/>
            <p:nvPr/>
          </p:nvSpPr>
          <p:spPr>
            <a:xfrm>
              <a:off x="3126550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158E9C4B-5262-412B-9C97-B6AC3382059D}"/>
                </a:ext>
              </a:extLst>
            </p:cNvPr>
            <p:cNvSpPr/>
            <p:nvPr/>
          </p:nvSpPr>
          <p:spPr>
            <a:xfrm>
              <a:off x="3974964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48C99633-C009-4F85-9195-257F85D0BE47}"/>
                </a:ext>
              </a:extLst>
            </p:cNvPr>
            <p:cNvSpPr/>
            <p:nvPr/>
          </p:nvSpPr>
          <p:spPr>
            <a:xfrm>
              <a:off x="4823378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D7255F9-23C1-4759-B56F-EEADDD05861A}"/>
                </a:ext>
              </a:extLst>
            </p:cNvPr>
            <p:cNvSpPr/>
            <p:nvPr/>
          </p:nvSpPr>
          <p:spPr>
            <a:xfrm>
              <a:off x="5671792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1EF7216-7846-41A9-A218-E586B2D8F3DF}"/>
                </a:ext>
              </a:extLst>
            </p:cNvPr>
            <p:cNvSpPr/>
            <p:nvPr/>
          </p:nvSpPr>
          <p:spPr>
            <a:xfrm>
              <a:off x="4823378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F80E23A1-E875-4220-ACB5-994746CAA3E1}"/>
                </a:ext>
              </a:extLst>
            </p:cNvPr>
            <p:cNvSpPr/>
            <p:nvPr/>
          </p:nvSpPr>
          <p:spPr>
            <a:xfrm>
              <a:off x="5671792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036A7461-D276-485B-ABB0-985D7B2758BF}"/>
                </a:ext>
              </a:extLst>
            </p:cNvPr>
            <p:cNvSpPr/>
            <p:nvPr/>
          </p:nvSpPr>
          <p:spPr>
            <a:xfrm>
              <a:off x="3126550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90E51005-D98D-4B39-B3EF-4ABBDA1D37C9}"/>
                </a:ext>
              </a:extLst>
            </p:cNvPr>
            <p:cNvSpPr/>
            <p:nvPr/>
          </p:nvSpPr>
          <p:spPr>
            <a:xfrm>
              <a:off x="3974964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4357FB17-B7EE-42E4-9429-2E8FA03F4099}"/>
                </a:ext>
              </a:extLst>
            </p:cNvPr>
            <p:cNvSpPr/>
            <p:nvPr/>
          </p:nvSpPr>
          <p:spPr>
            <a:xfrm>
              <a:off x="3126550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EF5F875-8BF9-4C30-8DFE-17A8D2CE8D5B}"/>
                </a:ext>
              </a:extLst>
            </p:cNvPr>
            <p:cNvSpPr/>
            <p:nvPr/>
          </p:nvSpPr>
          <p:spPr>
            <a:xfrm>
              <a:off x="3974964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5E560C32-BC05-4907-A5A5-10A327A1EF96}"/>
                </a:ext>
              </a:extLst>
            </p:cNvPr>
            <p:cNvSpPr/>
            <p:nvPr/>
          </p:nvSpPr>
          <p:spPr>
            <a:xfrm>
              <a:off x="4823378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81072337-A279-4771-845D-79EFA7FEA1B6}"/>
                </a:ext>
              </a:extLst>
            </p:cNvPr>
            <p:cNvSpPr/>
            <p:nvPr/>
          </p:nvSpPr>
          <p:spPr>
            <a:xfrm>
              <a:off x="5671792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A54E9077-E6DF-4BF0-A8D7-11C74310C9C1}"/>
                </a:ext>
              </a:extLst>
            </p:cNvPr>
            <p:cNvSpPr/>
            <p:nvPr/>
          </p:nvSpPr>
          <p:spPr>
            <a:xfrm>
              <a:off x="4823378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1D4AA126-2598-4296-86E3-1716E7EF7D19}"/>
                </a:ext>
              </a:extLst>
            </p:cNvPr>
            <p:cNvSpPr/>
            <p:nvPr/>
          </p:nvSpPr>
          <p:spPr>
            <a:xfrm>
              <a:off x="5671792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82D7B8F-FCDD-4935-8AA5-25C8EB4F98DE}"/>
                </a:ext>
              </a:extLst>
            </p:cNvPr>
            <p:cNvSpPr/>
            <p:nvPr/>
          </p:nvSpPr>
          <p:spPr>
            <a:xfrm>
              <a:off x="6520206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BCF19951-0278-40E4-B076-03DC93DB3813}"/>
                </a:ext>
              </a:extLst>
            </p:cNvPr>
            <p:cNvSpPr/>
            <p:nvPr/>
          </p:nvSpPr>
          <p:spPr>
            <a:xfrm>
              <a:off x="7368620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AA4CB81-1DC9-410C-A634-3032597DA141}"/>
                </a:ext>
              </a:extLst>
            </p:cNvPr>
            <p:cNvSpPr/>
            <p:nvPr/>
          </p:nvSpPr>
          <p:spPr>
            <a:xfrm>
              <a:off x="6520206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BDA4365F-E896-4FF2-88A7-318B6B5E35D7}"/>
                </a:ext>
              </a:extLst>
            </p:cNvPr>
            <p:cNvSpPr/>
            <p:nvPr/>
          </p:nvSpPr>
          <p:spPr>
            <a:xfrm>
              <a:off x="7368620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1FA16492-09DB-4035-9986-0705FF658406}"/>
                </a:ext>
              </a:extLst>
            </p:cNvPr>
            <p:cNvSpPr/>
            <p:nvPr/>
          </p:nvSpPr>
          <p:spPr>
            <a:xfrm>
              <a:off x="8217034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35441F8D-898F-4C1E-8D05-609BEC068E47}"/>
                </a:ext>
              </a:extLst>
            </p:cNvPr>
            <p:cNvSpPr/>
            <p:nvPr/>
          </p:nvSpPr>
          <p:spPr>
            <a:xfrm>
              <a:off x="8217034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42AB30D-64A2-4C2C-90D2-D82EF4F24E94}"/>
                </a:ext>
              </a:extLst>
            </p:cNvPr>
            <p:cNvSpPr/>
            <p:nvPr/>
          </p:nvSpPr>
          <p:spPr>
            <a:xfrm>
              <a:off x="6520206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28BEF086-FAC2-46B5-BC77-6EBA3D29558E}"/>
                </a:ext>
              </a:extLst>
            </p:cNvPr>
            <p:cNvSpPr/>
            <p:nvPr/>
          </p:nvSpPr>
          <p:spPr>
            <a:xfrm>
              <a:off x="7368620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622C0919-E9AB-4AD1-8003-E9F2FC3D7A4B}"/>
                </a:ext>
              </a:extLst>
            </p:cNvPr>
            <p:cNvSpPr/>
            <p:nvPr/>
          </p:nvSpPr>
          <p:spPr>
            <a:xfrm>
              <a:off x="6520206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73C724F3-1171-417B-A4DE-82CCFCB2C934}"/>
                </a:ext>
              </a:extLst>
            </p:cNvPr>
            <p:cNvSpPr/>
            <p:nvPr/>
          </p:nvSpPr>
          <p:spPr>
            <a:xfrm>
              <a:off x="7368620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FD86805-D266-4391-9057-5D20230E0757}"/>
                </a:ext>
              </a:extLst>
            </p:cNvPr>
            <p:cNvSpPr/>
            <p:nvPr/>
          </p:nvSpPr>
          <p:spPr>
            <a:xfrm>
              <a:off x="8217034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3F3D989C-1B4A-4CF1-B464-3B46B9D1DE16}"/>
                </a:ext>
              </a:extLst>
            </p:cNvPr>
            <p:cNvSpPr/>
            <p:nvPr/>
          </p:nvSpPr>
          <p:spPr>
            <a:xfrm>
              <a:off x="8217034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4B3A1229-77BD-459A-BD74-DF28AF2863F8}"/>
                </a:ext>
              </a:extLst>
            </p:cNvPr>
            <p:cNvSpPr/>
            <p:nvPr/>
          </p:nvSpPr>
          <p:spPr>
            <a:xfrm>
              <a:off x="3126550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0E993D33-F111-45EC-A53F-10A328D8D9F1}"/>
                </a:ext>
              </a:extLst>
            </p:cNvPr>
            <p:cNvSpPr/>
            <p:nvPr/>
          </p:nvSpPr>
          <p:spPr>
            <a:xfrm>
              <a:off x="3974964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61F8F6DE-47FA-4B16-8777-CBB02B804133}"/>
                </a:ext>
              </a:extLst>
            </p:cNvPr>
            <p:cNvSpPr/>
            <p:nvPr/>
          </p:nvSpPr>
          <p:spPr>
            <a:xfrm>
              <a:off x="3126550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9F874A51-BF60-4686-8ACB-232353150540}"/>
                </a:ext>
              </a:extLst>
            </p:cNvPr>
            <p:cNvSpPr/>
            <p:nvPr/>
          </p:nvSpPr>
          <p:spPr>
            <a:xfrm>
              <a:off x="3974964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07F1ECFF-C193-4C88-974E-4CF238AA53C5}"/>
                </a:ext>
              </a:extLst>
            </p:cNvPr>
            <p:cNvSpPr/>
            <p:nvPr/>
          </p:nvSpPr>
          <p:spPr>
            <a:xfrm>
              <a:off x="4823378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637AE80D-F4E1-4C0C-A1CF-FF869C947BE6}"/>
                </a:ext>
              </a:extLst>
            </p:cNvPr>
            <p:cNvSpPr/>
            <p:nvPr/>
          </p:nvSpPr>
          <p:spPr>
            <a:xfrm>
              <a:off x="5671792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8E4A666-397C-44EB-9996-13645F7719A8}"/>
                </a:ext>
              </a:extLst>
            </p:cNvPr>
            <p:cNvSpPr/>
            <p:nvPr/>
          </p:nvSpPr>
          <p:spPr>
            <a:xfrm>
              <a:off x="4823378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A3F30337-7CDC-4D0F-9B44-CDC76CD3E643}"/>
                </a:ext>
              </a:extLst>
            </p:cNvPr>
            <p:cNvSpPr/>
            <p:nvPr/>
          </p:nvSpPr>
          <p:spPr>
            <a:xfrm>
              <a:off x="5671792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91150E16-D44B-4414-9AF5-B83C9C5D6BB3}"/>
                </a:ext>
              </a:extLst>
            </p:cNvPr>
            <p:cNvSpPr/>
            <p:nvPr/>
          </p:nvSpPr>
          <p:spPr>
            <a:xfrm>
              <a:off x="3126550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8E9EBB63-F2AE-480D-907B-7BDEFAF71265}"/>
                </a:ext>
              </a:extLst>
            </p:cNvPr>
            <p:cNvSpPr/>
            <p:nvPr/>
          </p:nvSpPr>
          <p:spPr>
            <a:xfrm>
              <a:off x="3974964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AE0BD7AB-60EE-42D7-8739-F7A94034B8DC}"/>
                </a:ext>
              </a:extLst>
            </p:cNvPr>
            <p:cNvSpPr/>
            <p:nvPr/>
          </p:nvSpPr>
          <p:spPr>
            <a:xfrm>
              <a:off x="4823378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91625E2-135F-4F8B-98AE-8E647767D7B2}"/>
                </a:ext>
              </a:extLst>
            </p:cNvPr>
            <p:cNvSpPr/>
            <p:nvPr/>
          </p:nvSpPr>
          <p:spPr>
            <a:xfrm>
              <a:off x="5671792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B1D70680-6EAD-4264-BD29-FB555FD4004D}"/>
                </a:ext>
              </a:extLst>
            </p:cNvPr>
            <p:cNvSpPr/>
            <p:nvPr/>
          </p:nvSpPr>
          <p:spPr>
            <a:xfrm>
              <a:off x="6520206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51508E7-AB5B-4922-AB5F-420B5220EA30}"/>
                </a:ext>
              </a:extLst>
            </p:cNvPr>
            <p:cNvSpPr/>
            <p:nvPr/>
          </p:nvSpPr>
          <p:spPr>
            <a:xfrm>
              <a:off x="7368620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A462D759-ECDD-42F3-B71A-86F784156056}"/>
                </a:ext>
              </a:extLst>
            </p:cNvPr>
            <p:cNvSpPr/>
            <p:nvPr/>
          </p:nvSpPr>
          <p:spPr>
            <a:xfrm>
              <a:off x="6520206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046826FC-DCEF-4A49-8F20-84CDB1FA1C2E}"/>
                </a:ext>
              </a:extLst>
            </p:cNvPr>
            <p:cNvSpPr/>
            <p:nvPr/>
          </p:nvSpPr>
          <p:spPr>
            <a:xfrm>
              <a:off x="7368620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D10F9E09-4A1D-49FF-A5F1-133E7BB113BB}"/>
                </a:ext>
              </a:extLst>
            </p:cNvPr>
            <p:cNvSpPr/>
            <p:nvPr/>
          </p:nvSpPr>
          <p:spPr>
            <a:xfrm>
              <a:off x="8217034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AF24A2A0-038C-4B00-A0FB-D9B25A53B579}"/>
                </a:ext>
              </a:extLst>
            </p:cNvPr>
            <p:cNvSpPr/>
            <p:nvPr/>
          </p:nvSpPr>
          <p:spPr>
            <a:xfrm>
              <a:off x="8217034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BAB69827-9A22-4D20-B77F-1990569E3BA6}"/>
                </a:ext>
              </a:extLst>
            </p:cNvPr>
            <p:cNvSpPr/>
            <p:nvPr/>
          </p:nvSpPr>
          <p:spPr>
            <a:xfrm>
              <a:off x="6520206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3311F4BA-A0E9-4AFA-928F-445CB0C9A551}"/>
                </a:ext>
              </a:extLst>
            </p:cNvPr>
            <p:cNvSpPr/>
            <p:nvPr/>
          </p:nvSpPr>
          <p:spPr>
            <a:xfrm>
              <a:off x="7368620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DF269D36-D3CF-492A-A31D-9722C3FE83D8}"/>
                </a:ext>
              </a:extLst>
            </p:cNvPr>
            <p:cNvSpPr/>
            <p:nvPr/>
          </p:nvSpPr>
          <p:spPr>
            <a:xfrm>
              <a:off x="8217034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558" name="Rectangle 557">
            <a:extLst>
              <a:ext uri="{FF2B5EF4-FFF2-40B4-BE49-F238E27FC236}">
                <a16:creationId xmlns:a16="http://schemas.microsoft.com/office/drawing/2014/main" id="{D0EFAD8A-0BC6-4F63-BB35-074C7C969DA5}"/>
              </a:ext>
            </a:extLst>
          </p:cNvPr>
          <p:cNvSpPr/>
          <p:nvPr/>
        </p:nvSpPr>
        <p:spPr>
          <a:xfrm>
            <a:off x="7866424" y="16079922"/>
            <a:ext cx="616267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#20 by Pedro PSI – 15</a:t>
            </a:r>
            <a:r>
              <a:rPr lang="en-U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of December 2020</a:t>
            </a:r>
          </a:p>
          <a:p>
            <a:pPr algn="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pedropsi.github.io/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kudamono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679FBE0-FC19-478F-96ED-AD67552CA947}"/>
              </a:ext>
            </a:extLst>
          </p:cNvPr>
          <p:cNvGrpSpPr/>
          <p:nvPr/>
        </p:nvGrpSpPr>
        <p:grpSpPr>
          <a:xfrm>
            <a:off x="1944504" y="6004389"/>
            <a:ext cx="9762101" cy="9593926"/>
            <a:chOff x="-292006" y="4232506"/>
            <a:chExt cx="6212428" cy="6105404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157214B-1574-4A27-8FD9-7B2AE022E12A}"/>
                </a:ext>
              </a:extLst>
            </p:cNvPr>
            <p:cNvSpPr/>
            <p:nvPr/>
          </p:nvSpPr>
          <p:spPr>
            <a:xfrm rot="2750059">
              <a:off x="1321589" y="5129096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084EE7A-B243-4B03-AA00-4E4E1309CE89}"/>
                </a:ext>
              </a:extLst>
            </p:cNvPr>
            <p:cNvSpPr/>
            <p:nvPr/>
          </p:nvSpPr>
          <p:spPr>
            <a:xfrm rot="2750059">
              <a:off x="4742674" y="6831513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CC08457-6240-4433-B45E-9D092E0E2EBE}"/>
                </a:ext>
              </a:extLst>
            </p:cNvPr>
            <p:cNvSpPr/>
            <p:nvPr/>
          </p:nvSpPr>
          <p:spPr>
            <a:xfrm rot="2750059">
              <a:off x="3042952" y="9340439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6219F3D-DE31-41C1-B1E7-B29CF81190F6}"/>
                </a:ext>
              </a:extLst>
            </p:cNvPr>
            <p:cNvSpPr/>
            <p:nvPr/>
          </p:nvSpPr>
          <p:spPr>
            <a:xfrm rot="2750059">
              <a:off x="529136" y="8486912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A890711-2ECE-4D16-89C7-FE628AD0B6B0}"/>
                </a:ext>
              </a:extLst>
            </p:cNvPr>
            <p:cNvSpPr/>
            <p:nvPr/>
          </p:nvSpPr>
          <p:spPr>
            <a:xfrm rot="7313666">
              <a:off x="1314970" y="9247203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8D29B58-C533-4FB3-8AED-FA20D8B60A4E}"/>
                </a:ext>
              </a:extLst>
            </p:cNvPr>
            <p:cNvSpPr/>
            <p:nvPr/>
          </p:nvSpPr>
          <p:spPr>
            <a:xfrm rot="7313666">
              <a:off x="1263459" y="5897723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A8CC036-5819-410E-90DD-1D506E8C6A01}"/>
                </a:ext>
              </a:extLst>
            </p:cNvPr>
            <p:cNvSpPr/>
            <p:nvPr/>
          </p:nvSpPr>
          <p:spPr>
            <a:xfrm rot="7313666">
              <a:off x="2949234" y="7493024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987F530-EA84-4929-BDB1-EA6F2257CC38}"/>
                </a:ext>
              </a:extLst>
            </p:cNvPr>
            <p:cNvSpPr/>
            <p:nvPr/>
          </p:nvSpPr>
          <p:spPr>
            <a:xfrm>
              <a:off x="2878400" y="6723207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42A4808-0655-48E9-B4AB-C0F14D6B5541}"/>
                </a:ext>
              </a:extLst>
            </p:cNvPr>
            <p:cNvSpPr/>
            <p:nvPr/>
          </p:nvSpPr>
          <p:spPr>
            <a:xfrm rot="7313666">
              <a:off x="4592666" y="5828885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F4B4416A-8BE9-48FF-B24F-5E15E0F736E0}"/>
                </a:ext>
              </a:extLst>
            </p:cNvPr>
            <p:cNvSpPr/>
            <p:nvPr/>
          </p:nvSpPr>
          <p:spPr>
            <a:xfrm>
              <a:off x="4615769" y="9172893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380AB24-D2EA-4907-9E9A-5C9F57F92F0E}"/>
                </a:ext>
              </a:extLst>
            </p:cNvPr>
            <p:cNvSpPr/>
            <p:nvPr/>
          </p:nvSpPr>
          <p:spPr>
            <a:xfrm>
              <a:off x="3665363" y="4232506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82083C2A-7E77-4445-939F-3571D26E3B29}"/>
                </a:ext>
              </a:extLst>
            </p:cNvPr>
            <p:cNvSpPr/>
            <p:nvPr/>
          </p:nvSpPr>
          <p:spPr>
            <a:xfrm rot="19185010">
              <a:off x="4706912" y="4325547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DD3FD67-9AEE-4C2F-8AA2-C835F2EAC6A1}"/>
                </a:ext>
              </a:extLst>
            </p:cNvPr>
            <p:cNvSpPr/>
            <p:nvPr/>
          </p:nvSpPr>
          <p:spPr>
            <a:xfrm rot="19185010">
              <a:off x="2171574" y="7527845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D9A7939-E2BA-4F49-9572-61E932296E07}"/>
                </a:ext>
              </a:extLst>
            </p:cNvPr>
            <p:cNvSpPr/>
            <p:nvPr/>
          </p:nvSpPr>
          <p:spPr>
            <a:xfrm rot="19185010">
              <a:off x="-292006" y="9943926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8E20B6A9-1E34-45DC-80AD-A481626B1BAF}"/>
                </a:ext>
              </a:extLst>
            </p:cNvPr>
            <p:cNvSpPr/>
            <p:nvPr/>
          </p:nvSpPr>
          <p:spPr>
            <a:xfrm rot="19185010">
              <a:off x="5335380" y="9943926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5D7283B-4320-4CDD-9F70-CCD83870715F}"/>
              </a:ext>
            </a:extLst>
          </p:cNvPr>
          <p:cNvSpPr/>
          <p:nvPr/>
        </p:nvSpPr>
        <p:spPr>
          <a:xfrm>
            <a:off x="-511714" y="16309515"/>
            <a:ext cx="616267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With thanks to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dohz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A877F76-7553-4FDF-AD87-434713529DA3}"/>
              </a:ext>
            </a:extLst>
          </p:cNvPr>
          <p:cNvGrpSpPr/>
          <p:nvPr/>
        </p:nvGrpSpPr>
        <p:grpSpPr>
          <a:xfrm>
            <a:off x="-141975" y="1287039"/>
            <a:ext cx="13870675" cy="4257797"/>
            <a:chOff x="-141975" y="1287039"/>
            <a:chExt cx="13870675" cy="4257797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6B253DD-9428-4D35-B032-4AE3F4A39F0B}"/>
                </a:ext>
              </a:extLst>
            </p:cNvPr>
            <p:cNvGrpSpPr/>
            <p:nvPr/>
          </p:nvGrpSpPr>
          <p:grpSpPr>
            <a:xfrm>
              <a:off x="-101601" y="3170603"/>
              <a:ext cx="13704152" cy="2374233"/>
              <a:chOff x="-101601" y="1003185"/>
              <a:chExt cx="13704152" cy="2374233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41BAB696-1E19-490A-BB58-4CAEF447AB4C}"/>
                  </a:ext>
                </a:extLst>
              </p:cNvPr>
              <p:cNvSpPr/>
              <p:nvPr/>
            </p:nvSpPr>
            <p:spPr>
              <a:xfrm>
                <a:off x="-101601" y="1003185"/>
                <a:ext cx="13704152" cy="2374233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89DA9CB1-1CFF-4EE5-9563-33B6265D9034}"/>
                  </a:ext>
                </a:extLst>
              </p:cNvPr>
              <p:cNvSpPr/>
              <p:nvPr/>
            </p:nvSpPr>
            <p:spPr>
              <a:xfrm rot="2750059">
                <a:off x="3973197" y="1709829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9BD5C70-6DFE-4398-B848-1B360C723935}"/>
                  </a:ext>
                </a:extLst>
              </p:cNvPr>
              <p:cNvSpPr/>
              <p:nvPr/>
            </p:nvSpPr>
            <p:spPr>
              <a:xfrm rot="19185010">
                <a:off x="3844155" y="2703774"/>
                <a:ext cx="585042" cy="39398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AEBA6FE8-BEE6-4875-8DF4-462AD0487F06}"/>
                  </a:ext>
                </a:extLst>
              </p:cNvPr>
              <p:cNvSpPr/>
              <p:nvPr/>
            </p:nvSpPr>
            <p:spPr>
              <a:xfrm rot="7313666">
                <a:off x="4664399" y="1292675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290EB8E0-1680-4F57-A2E7-174454146F2C}"/>
                  </a:ext>
                </a:extLst>
              </p:cNvPr>
              <p:cNvSpPr/>
              <p:nvPr/>
            </p:nvSpPr>
            <p:spPr>
              <a:xfrm>
                <a:off x="4522310" y="2122666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BE2239B5-1C7C-4693-92A9-6BF1F9C4027D}"/>
                  </a:ext>
                </a:extLst>
              </p:cNvPr>
              <p:cNvSpPr/>
              <p:nvPr/>
            </p:nvSpPr>
            <p:spPr>
              <a:xfrm>
                <a:off x="5498710" y="1287650"/>
                <a:ext cx="7747390" cy="18004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All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connected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single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only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pairs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b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belong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closed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over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1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melon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passes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through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b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177" name="Subtitle 2">
                <a:extLst>
                  <a:ext uri="{FF2B5EF4-FFF2-40B4-BE49-F238E27FC236}">
                    <a16:creationId xmlns:a16="http://schemas.microsoft.com/office/drawing/2014/main" id="{0C78E328-ECBD-47F1-ABA9-CADA9B166F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309" y="1351213"/>
                <a:ext cx="3570572" cy="16557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share a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bunch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seek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their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pair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600" b="1" i="1" dirty="0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stay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unbroken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6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b="1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sour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alone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001C088E-F493-43F7-ADDC-FB1CC586964C}"/>
                </a:ext>
              </a:extLst>
            </p:cNvPr>
            <p:cNvSpPr/>
            <p:nvPr/>
          </p:nvSpPr>
          <p:spPr>
            <a:xfrm>
              <a:off x="-101600" y="1287039"/>
              <a:ext cx="6077305" cy="1446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8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Kudamono</a:t>
              </a:r>
              <a:endParaRPr lang="pt-PT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67443069-DF45-4603-BDD1-F152D8024F13}"/>
                </a:ext>
              </a:extLst>
            </p:cNvPr>
            <p:cNvSpPr/>
            <p:nvPr/>
          </p:nvSpPr>
          <p:spPr>
            <a:xfrm>
              <a:off x="-141975" y="2497672"/>
              <a:ext cx="138706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Draw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single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fruit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type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along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don’t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cross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branch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283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C5B11EB-E964-4ABE-88B8-40046628C16B}"/>
              </a:ext>
            </a:extLst>
          </p:cNvPr>
          <p:cNvGrpSpPr/>
          <p:nvPr/>
        </p:nvGrpSpPr>
        <p:grpSpPr>
          <a:xfrm>
            <a:off x="-775510" y="944082"/>
            <a:ext cx="15024910" cy="15972318"/>
            <a:chOff x="-775510" y="944082"/>
            <a:chExt cx="15024910" cy="496983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E4EAD64-1090-46CC-8017-B7905456A46B}"/>
                </a:ext>
              </a:extLst>
            </p:cNvPr>
            <p:cNvGrpSpPr/>
            <p:nvPr/>
          </p:nvGrpSpPr>
          <p:grpSpPr>
            <a:xfrm rot="16200000">
              <a:off x="4252027" y="-4083455"/>
              <a:ext cx="4969836" cy="15024910"/>
              <a:chOff x="-2620523" y="-2917017"/>
              <a:chExt cx="13847238" cy="689604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8C4EF3A-6787-433D-BCDA-48C88426C661}"/>
                  </a:ext>
                </a:extLst>
              </p:cNvPr>
              <p:cNvSpPr/>
              <p:nvPr/>
            </p:nvSpPr>
            <p:spPr>
              <a:xfrm>
                <a:off x="-2620522" y="-2917017"/>
                <a:ext cx="13847236" cy="1784102"/>
              </a:xfrm>
              <a:prstGeom prst="rect">
                <a:avLst/>
              </a:pr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7DF3E78D-50D9-494A-A1EE-168A7D4DFE39}"/>
                  </a:ext>
                </a:extLst>
              </p:cNvPr>
              <p:cNvSpPr/>
              <p:nvPr/>
            </p:nvSpPr>
            <p:spPr>
              <a:xfrm>
                <a:off x="-2620522" y="-1187264"/>
                <a:ext cx="13847236" cy="1784102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FD90EDED-CB2A-4AC2-B6AC-D68D8DE3E282}"/>
                  </a:ext>
                </a:extLst>
              </p:cNvPr>
              <p:cNvSpPr/>
              <p:nvPr/>
            </p:nvSpPr>
            <p:spPr>
              <a:xfrm>
                <a:off x="-2620522" y="545481"/>
                <a:ext cx="13847236" cy="178410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457F5BA3-A1CF-43F4-A6E1-504C75909577}"/>
                  </a:ext>
                </a:extLst>
              </p:cNvPr>
              <p:cNvSpPr/>
              <p:nvPr/>
            </p:nvSpPr>
            <p:spPr>
              <a:xfrm>
                <a:off x="-2620523" y="2296797"/>
                <a:ext cx="13847238" cy="1682226"/>
              </a:xfrm>
              <a:prstGeom prst="rect">
                <a:avLst/>
              </a:prstGeom>
              <a:solidFill>
                <a:srgbClr val="3857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224DF6A-190B-4FFD-883C-D56E28634E8A}"/>
                </a:ext>
              </a:extLst>
            </p:cNvPr>
            <p:cNvSpPr/>
            <p:nvPr/>
          </p:nvSpPr>
          <p:spPr>
            <a:xfrm>
              <a:off x="-646350" y="991499"/>
              <a:ext cx="14768749" cy="48797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20B84A8-7627-4D7C-A8BA-70E359A459B1}"/>
              </a:ext>
            </a:extLst>
          </p:cNvPr>
          <p:cNvGrpSpPr/>
          <p:nvPr/>
        </p:nvGrpSpPr>
        <p:grpSpPr>
          <a:xfrm>
            <a:off x="-141975" y="1287039"/>
            <a:ext cx="13870675" cy="4257797"/>
            <a:chOff x="-141975" y="1287039"/>
            <a:chExt cx="13870675" cy="425779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D2A04D9-5718-405D-942B-BBBF4694E6E2}"/>
                </a:ext>
              </a:extLst>
            </p:cNvPr>
            <p:cNvGrpSpPr/>
            <p:nvPr/>
          </p:nvGrpSpPr>
          <p:grpSpPr>
            <a:xfrm>
              <a:off x="-101601" y="3170603"/>
              <a:ext cx="13704152" cy="2374233"/>
              <a:chOff x="-101601" y="1003185"/>
              <a:chExt cx="13704152" cy="237423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2DF483E-1169-4EF7-A486-B1B0CFA8FD2E}"/>
                  </a:ext>
                </a:extLst>
              </p:cNvPr>
              <p:cNvSpPr/>
              <p:nvPr/>
            </p:nvSpPr>
            <p:spPr>
              <a:xfrm>
                <a:off x="-101601" y="1003185"/>
                <a:ext cx="13704152" cy="2374233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895AA8FF-20EA-4C74-A2F6-D2D0EAC8E7D1}"/>
                  </a:ext>
                </a:extLst>
              </p:cNvPr>
              <p:cNvSpPr/>
              <p:nvPr/>
            </p:nvSpPr>
            <p:spPr>
              <a:xfrm rot="2750059">
                <a:off x="3973197" y="1709829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E69CB218-5710-49F2-97AF-CAC78973E853}"/>
                  </a:ext>
                </a:extLst>
              </p:cNvPr>
              <p:cNvSpPr/>
              <p:nvPr/>
            </p:nvSpPr>
            <p:spPr>
              <a:xfrm rot="19185010">
                <a:off x="3844155" y="2703774"/>
                <a:ext cx="585042" cy="39398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A6127D10-681B-4627-8A25-D123AA521CF7}"/>
                  </a:ext>
                </a:extLst>
              </p:cNvPr>
              <p:cNvSpPr/>
              <p:nvPr/>
            </p:nvSpPr>
            <p:spPr>
              <a:xfrm rot="7313666">
                <a:off x="4664399" y="1292675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EFF29FD-D3A6-46C6-9692-C71F150AA3DF}"/>
                  </a:ext>
                </a:extLst>
              </p:cNvPr>
              <p:cNvSpPr/>
              <p:nvPr/>
            </p:nvSpPr>
            <p:spPr>
              <a:xfrm>
                <a:off x="4522310" y="2122666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4E2E1B4A-F70D-4A2C-8464-276010A8B213}"/>
                  </a:ext>
                </a:extLst>
              </p:cNvPr>
              <p:cNvSpPr/>
              <p:nvPr/>
            </p:nvSpPr>
            <p:spPr>
              <a:xfrm>
                <a:off x="5498710" y="1287650"/>
                <a:ext cx="7747390" cy="18004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All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connected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single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only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pairs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b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belong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closed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over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1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melon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passes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through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b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164" name="Subtitle 2">
                <a:extLst>
                  <a:ext uri="{FF2B5EF4-FFF2-40B4-BE49-F238E27FC236}">
                    <a16:creationId xmlns:a16="http://schemas.microsoft.com/office/drawing/2014/main" id="{5F281D40-796E-48EE-BC1E-FD6BCEBE9D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309" y="1351213"/>
                <a:ext cx="3570572" cy="16557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share a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bunch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seek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their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pair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600" b="1" i="1" dirty="0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stay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unbroken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6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b="1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sour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alone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CF8D95BD-E060-4C27-9EE6-383304492B10}"/>
                </a:ext>
              </a:extLst>
            </p:cNvPr>
            <p:cNvSpPr/>
            <p:nvPr/>
          </p:nvSpPr>
          <p:spPr>
            <a:xfrm>
              <a:off x="-101600" y="1287039"/>
              <a:ext cx="6077305" cy="1446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8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Kudamono</a:t>
              </a:r>
              <a:endParaRPr lang="pt-PT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038BB6A6-BB37-48AF-B5D6-904EBE0C017D}"/>
                </a:ext>
              </a:extLst>
            </p:cNvPr>
            <p:cNvSpPr/>
            <p:nvPr/>
          </p:nvSpPr>
          <p:spPr>
            <a:xfrm>
              <a:off x="-141975" y="2497672"/>
              <a:ext cx="138706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Draw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single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fruit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type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along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don’t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cross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branch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E67EE4FD-CF87-46D9-93C3-6F01EFF98FAE}"/>
              </a:ext>
            </a:extLst>
          </p:cNvPr>
          <p:cNvGrpSpPr/>
          <p:nvPr/>
        </p:nvGrpSpPr>
        <p:grpSpPr>
          <a:xfrm>
            <a:off x="2284156" y="6460142"/>
            <a:ext cx="8974588" cy="8936408"/>
            <a:chOff x="3126550" y="3774507"/>
            <a:chExt cx="5938898" cy="5913633"/>
          </a:xfrm>
        </p:grpSpPr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881C168E-CE8B-4F79-B10F-9BBAD33B8A66}"/>
                </a:ext>
              </a:extLst>
            </p:cNvPr>
            <p:cNvSpPr/>
            <p:nvPr/>
          </p:nvSpPr>
          <p:spPr>
            <a:xfrm>
              <a:off x="3126550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87B65E60-E328-464E-BCA3-2EECDC5F73A0}"/>
                </a:ext>
              </a:extLst>
            </p:cNvPr>
            <p:cNvSpPr/>
            <p:nvPr/>
          </p:nvSpPr>
          <p:spPr>
            <a:xfrm>
              <a:off x="3974964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7711AE5F-188A-41E9-A8EC-866168BC86DF}"/>
                </a:ext>
              </a:extLst>
            </p:cNvPr>
            <p:cNvSpPr/>
            <p:nvPr/>
          </p:nvSpPr>
          <p:spPr>
            <a:xfrm>
              <a:off x="3126550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66F9ED91-D862-47E1-9D93-C50A6AE0E5A4}"/>
                </a:ext>
              </a:extLst>
            </p:cNvPr>
            <p:cNvSpPr/>
            <p:nvPr/>
          </p:nvSpPr>
          <p:spPr>
            <a:xfrm>
              <a:off x="3974964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C5504B86-76AF-4727-BC42-BC8F4B5334E2}"/>
                </a:ext>
              </a:extLst>
            </p:cNvPr>
            <p:cNvSpPr/>
            <p:nvPr/>
          </p:nvSpPr>
          <p:spPr>
            <a:xfrm>
              <a:off x="4823378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80D1565D-FA7D-4227-88AE-E1277F834322}"/>
                </a:ext>
              </a:extLst>
            </p:cNvPr>
            <p:cNvSpPr/>
            <p:nvPr/>
          </p:nvSpPr>
          <p:spPr>
            <a:xfrm>
              <a:off x="5671792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6092DC0F-5581-49B8-8661-31A73879A4B9}"/>
                </a:ext>
              </a:extLst>
            </p:cNvPr>
            <p:cNvSpPr/>
            <p:nvPr/>
          </p:nvSpPr>
          <p:spPr>
            <a:xfrm>
              <a:off x="4823378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2B2B1A5D-BE36-4DB3-BA46-D93541F350D4}"/>
                </a:ext>
              </a:extLst>
            </p:cNvPr>
            <p:cNvSpPr/>
            <p:nvPr/>
          </p:nvSpPr>
          <p:spPr>
            <a:xfrm>
              <a:off x="5671792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5B579FFB-2C0B-4334-9A37-C7DFF1BAE974}"/>
                </a:ext>
              </a:extLst>
            </p:cNvPr>
            <p:cNvSpPr/>
            <p:nvPr/>
          </p:nvSpPr>
          <p:spPr>
            <a:xfrm>
              <a:off x="3126550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F99590D4-B683-4FB1-A47D-B447627760BA}"/>
                </a:ext>
              </a:extLst>
            </p:cNvPr>
            <p:cNvSpPr/>
            <p:nvPr/>
          </p:nvSpPr>
          <p:spPr>
            <a:xfrm>
              <a:off x="3974964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E131764E-2EBE-46A5-98B5-D5B2E9464A67}"/>
                </a:ext>
              </a:extLst>
            </p:cNvPr>
            <p:cNvSpPr/>
            <p:nvPr/>
          </p:nvSpPr>
          <p:spPr>
            <a:xfrm>
              <a:off x="3126550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1259CE41-D259-420E-93D1-B4C58EFC20B1}"/>
                </a:ext>
              </a:extLst>
            </p:cNvPr>
            <p:cNvSpPr/>
            <p:nvPr/>
          </p:nvSpPr>
          <p:spPr>
            <a:xfrm>
              <a:off x="3974964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F553106D-A9ED-4EFC-AC78-C3F796CF48D5}"/>
                </a:ext>
              </a:extLst>
            </p:cNvPr>
            <p:cNvSpPr/>
            <p:nvPr/>
          </p:nvSpPr>
          <p:spPr>
            <a:xfrm>
              <a:off x="4823378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E7466C10-D9E9-4390-B66E-75D753B2D80B}"/>
                </a:ext>
              </a:extLst>
            </p:cNvPr>
            <p:cNvSpPr/>
            <p:nvPr/>
          </p:nvSpPr>
          <p:spPr>
            <a:xfrm>
              <a:off x="5671792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788A9437-FDB6-47E5-AA46-EC68672CC7CD}"/>
                </a:ext>
              </a:extLst>
            </p:cNvPr>
            <p:cNvSpPr/>
            <p:nvPr/>
          </p:nvSpPr>
          <p:spPr>
            <a:xfrm>
              <a:off x="4823378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272B030D-56F1-4EB4-8123-ADB9507D50B4}"/>
                </a:ext>
              </a:extLst>
            </p:cNvPr>
            <p:cNvSpPr/>
            <p:nvPr/>
          </p:nvSpPr>
          <p:spPr>
            <a:xfrm>
              <a:off x="5671792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A7C82D7B-BB05-4568-BEC4-F024C322497A}"/>
                </a:ext>
              </a:extLst>
            </p:cNvPr>
            <p:cNvSpPr/>
            <p:nvPr/>
          </p:nvSpPr>
          <p:spPr>
            <a:xfrm>
              <a:off x="6520206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79D6C397-F86D-4A17-BF4A-DCBD760FA4B4}"/>
                </a:ext>
              </a:extLst>
            </p:cNvPr>
            <p:cNvSpPr/>
            <p:nvPr/>
          </p:nvSpPr>
          <p:spPr>
            <a:xfrm>
              <a:off x="7368620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3BDD022A-7FFF-4D8E-B084-5E24CC7E7B10}"/>
                </a:ext>
              </a:extLst>
            </p:cNvPr>
            <p:cNvSpPr/>
            <p:nvPr/>
          </p:nvSpPr>
          <p:spPr>
            <a:xfrm>
              <a:off x="6520206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77D37798-BD57-4A24-BAFE-28D8DBE2203B}"/>
                </a:ext>
              </a:extLst>
            </p:cNvPr>
            <p:cNvSpPr/>
            <p:nvPr/>
          </p:nvSpPr>
          <p:spPr>
            <a:xfrm>
              <a:off x="7368620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A7F8C920-8A13-4A42-A5D2-5E23ACDABB5D}"/>
                </a:ext>
              </a:extLst>
            </p:cNvPr>
            <p:cNvSpPr/>
            <p:nvPr/>
          </p:nvSpPr>
          <p:spPr>
            <a:xfrm>
              <a:off x="8217034" y="377450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5CD3DE7C-AD9A-4797-A6F1-FCD5F95F6006}"/>
                </a:ext>
              </a:extLst>
            </p:cNvPr>
            <p:cNvSpPr/>
            <p:nvPr/>
          </p:nvSpPr>
          <p:spPr>
            <a:xfrm>
              <a:off x="8217034" y="462292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D6B36459-8E34-4D54-A9B7-B5E45972C770}"/>
                </a:ext>
              </a:extLst>
            </p:cNvPr>
            <p:cNvSpPr/>
            <p:nvPr/>
          </p:nvSpPr>
          <p:spPr>
            <a:xfrm>
              <a:off x="6520206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7EBAB8AB-111C-4F56-ADF5-775A33D56848}"/>
                </a:ext>
              </a:extLst>
            </p:cNvPr>
            <p:cNvSpPr/>
            <p:nvPr/>
          </p:nvSpPr>
          <p:spPr>
            <a:xfrm>
              <a:off x="7368620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BBE8AD88-F702-48B7-B6B8-A6102AE6E9AA}"/>
                </a:ext>
              </a:extLst>
            </p:cNvPr>
            <p:cNvSpPr/>
            <p:nvPr/>
          </p:nvSpPr>
          <p:spPr>
            <a:xfrm>
              <a:off x="6520206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6D860E93-DC75-42E5-BE3E-2545C59E5B8A}"/>
                </a:ext>
              </a:extLst>
            </p:cNvPr>
            <p:cNvSpPr/>
            <p:nvPr/>
          </p:nvSpPr>
          <p:spPr>
            <a:xfrm>
              <a:off x="7368620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AC02CD5D-57BD-4366-98C0-827B05A3C877}"/>
                </a:ext>
              </a:extLst>
            </p:cNvPr>
            <p:cNvSpPr/>
            <p:nvPr/>
          </p:nvSpPr>
          <p:spPr>
            <a:xfrm>
              <a:off x="8217034" y="547133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E8D2215D-9BEC-4387-AAF0-6147053B4FB7}"/>
                </a:ext>
              </a:extLst>
            </p:cNvPr>
            <p:cNvSpPr/>
            <p:nvPr/>
          </p:nvSpPr>
          <p:spPr>
            <a:xfrm>
              <a:off x="8217034" y="631974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6BD1CD7A-71CB-4449-BC03-0E88CDF95978}"/>
                </a:ext>
              </a:extLst>
            </p:cNvPr>
            <p:cNvSpPr/>
            <p:nvPr/>
          </p:nvSpPr>
          <p:spPr>
            <a:xfrm>
              <a:off x="3126550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CFDE3298-79A0-46A8-919E-DD527F813EF6}"/>
                </a:ext>
              </a:extLst>
            </p:cNvPr>
            <p:cNvSpPr/>
            <p:nvPr/>
          </p:nvSpPr>
          <p:spPr>
            <a:xfrm>
              <a:off x="3974964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32926E9A-BFDE-4492-9063-883A798329E6}"/>
                </a:ext>
              </a:extLst>
            </p:cNvPr>
            <p:cNvSpPr/>
            <p:nvPr/>
          </p:nvSpPr>
          <p:spPr>
            <a:xfrm>
              <a:off x="3126550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621D0419-9AC3-46DD-9A0E-04D834C09BEC}"/>
                </a:ext>
              </a:extLst>
            </p:cNvPr>
            <p:cNvSpPr/>
            <p:nvPr/>
          </p:nvSpPr>
          <p:spPr>
            <a:xfrm>
              <a:off x="3974964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21E809A7-C1FF-4639-8CD7-A27CC6D31E6E}"/>
                </a:ext>
              </a:extLst>
            </p:cNvPr>
            <p:cNvSpPr/>
            <p:nvPr/>
          </p:nvSpPr>
          <p:spPr>
            <a:xfrm>
              <a:off x="4823378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F82288ED-E610-43AF-AA31-7C02AB8B8FD4}"/>
                </a:ext>
              </a:extLst>
            </p:cNvPr>
            <p:cNvSpPr/>
            <p:nvPr/>
          </p:nvSpPr>
          <p:spPr>
            <a:xfrm>
              <a:off x="5671792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EA8CA7C0-D0A6-4AE0-9AD8-B9B425173CC6}"/>
                </a:ext>
              </a:extLst>
            </p:cNvPr>
            <p:cNvSpPr/>
            <p:nvPr/>
          </p:nvSpPr>
          <p:spPr>
            <a:xfrm>
              <a:off x="4823378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14DA66F9-325A-41C1-B4DA-BA6299A6ED56}"/>
                </a:ext>
              </a:extLst>
            </p:cNvPr>
            <p:cNvSpPr/>
            <p:nvPr/>
          </p:nvSpPr>
          <p:spPr>
            <a:xfrm>
              <a:off x="5671792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9DC47982-389A-4654-BBD9-712D9F15AC59}"/>
                </a:ext>
              </a:extLst>
            </p:cNvPr>
            <p:cNvSpPr/>
            <p:nvPr/>
          </p:nvSpPr>
          <p:spPr>
            <a:xfrm>
              <a:off x="3126550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5CE4B99C-4DB0-4358-9BB9-DA26CC20DB2A}"/>
                </a:ext>
              </a:extLst>
            </p:cNvPr>
            <p:cNvSpPr/>
            <p:nvPr/>
          </p:nvSpPr>
          <p:spPr>
            <a:xfrm>
              <a:off x="3974964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81D3C279-2940-4EF3-AAB3-DB1F1BD42FDD}"/>
                </a:ext>
              </a:extLst>
            </p:cNvPr>
            <p:cNvSpPr/>
            <p:nvPr/>
          </p:nvSpPr>
          <p:spPr>
            <a:xfrm>
              <a:off x="4823378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4F8657A9-56B9-4C7F-A423-C8DDCB9B1959}"/>
                </a:ext>
              </a:extLst>
            </p:cNvPr>
            <p:cNvSpPr/>
            <p:nvPr/>
          </p:nvSpPr>
          <p:spPr>
            <a:xfrm>
              <a:off x="5671792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19F019A5-E9B1-4900-B309-44D2D6D68644}"/>
                </a:ext>
              </a:extLst>
            </p:cNvPr>
            <p:cNvSpPr/>
            <p:nvPr/>
          </p:nvSpPr>
          <p:spPr>
            <a:xfrm>
              <a:off x="6520206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43A32A7B-A2D3-4A47-B5A4-CE9064A5A8EC}"/>
                </a:ext>
              </a:extLst>
            </p:cNvPr>
            <p:cNvSpPr/>
            <p:nvPr/>
          </p:nvSpPr>
          <p:spPr>
            <a:xfrm>
              <a:off x="7368620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E29ED2DD-7C4D-41F3-9D35-32D389641CCD}"/>
                </a:ext>
              </a:extLst>
            </p:cNvPr>
            <p:cNvSpPr/>
            <p:nvPr/>
          </p:nvSpPr>
          <p:spPr>
            <a:xfrm>
              <a:off x="6520206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DC7A776C-11A1-4147-AF8F-A1B2AD6376A6}"/>
                </a:ext>
              </a:extLst>
            </p:cNvPr>
            <p:cNvSpPr/>
            <p:nvPr/>
          </p:nvSpPr>
          <p:spPr>
            <a:xfrm>
              <a:off x="7368620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B2C86D86-BC86-46CB-894F-4B12671C9548}"/>
                </a:ext>
              </a:extLst>
            </p:cNvPr>
            <p:cNvSpPr/>
            <p:nvPr/>
          </p:nvSpPr>
          <p:spPr>
            <a:xfrm>
              <a:off x="8217034" y="714289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14CEB460-67AD-4135-AA79-1F22B8FC21AB}"/>
                </a:ext>
              </a:extLst>
            </p:cNvPr>
            <p:cNvSpPr/>
            <p:nvPr/>
          </p:nvSpPr>
          <p:spPr>
            <a:xfrm>
              <a:off x="8217034" y="7991312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1602A3E5-AB44-49BB-BA48-C03535110C23}"/>
                </a:ext>
              </a:extLst>
            </p:cNvPr>
            <p:cNvSpPr/>
            <p:nvPr/>
          </p:nvSpPr>
          <p:spPr>
            <a:xfrm>
              <a:off x="6520206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0CC9976D-6EAE-4716-8815-2C5E227BD052}"/>
                </a:ext>
              </a:extLst>
            </p:cNvPr>
            <p:cNvSpPr/>
            <p:nvPr/>
          </p:nvSpPr>
          <p:spPr>
            <a:xfrm>
              <a:off x="7368620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D929EB49-2334-4CD4-9FD4-D55401761091}"/>
                </a:ext>
              </a:extLst>
            </p:cNvPr>
            <p:cNvSpPr/>
            <p:nvPr/>
          </p:nvSpPr>
          <p:spPr>
            <a:xfrm>
              <a:off x="8217034" y="883972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43F52E73-E5EC-40D3-90D1-244A6EAA7464}"/>
              </a:ext>
            </a:extLst>
          </p:cNvPr>
          <p:cNvGrpSpPr/>
          <p:nvPr/>
        </p:nvGrpSpPr>
        <p:grpSpPr>
          <a:xfrm>
            <a:off x="1845338" y="5973659"/>
            <a:ext cx="9940262" cy="9681256"/>
            <a:chOff x="6063939" y="4082348"/>
            <a:chExt cx="6577929" cy="6406533"/>
          </a:xfrm>
        </p:grpSpPr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7D14469C-E991-4B4C-80BB-6DA5BFEC5266}"/>
                </a:ext>
              </a:extLst>
            </p:cNvPr>
            <p:cNvSpPr/>
            <p:nvPr/>
          </p:nvSpPr>
          <p:spPr>
            <a:xfrm rot="2750059">
              <a:off x="9495435" y="4207579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9E8DEB1-0A74-453F-B4B0-66A53A9A4BC1}"/>
                </a:ext>
              </a:extLst>
            </p:cNvPr>
            <p:cNvSpPr/>
            <p:nvPr/>
          </p:nvSpPr>
          <p:spPr>
            <a:xfrm rot="2750059">
              <a:off x="11228591" y="7550410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4B611E4-6D19-425F-81B1-5F8E822ED02C}"/>
                </a:ext>
              </a:extLst>
            </p:cNvPr>
            <p:cNvSpPr/>
            <p:nvPr/>
          </p:nvSpPr>
          <p:spPr>
            <a:xfrm rot="2750059">
              <a:off x="9523414" y="8397037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C1EA548D-E689-4CE4-8CD4-E8A5DB5087E9}"/>
                </a:ext>
              </a:extLst>
            </p:cNvPr>
            <p:cNvSpPr/>
            <p:nvPr/>
          </p:nvSpPr>
          <p:spPr>
            <a:xfrm rot="2750059">
              <a:off x="11250442" y="5000574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445004AA-1AB8-4F8D-BDD2-E07CBE3EF57C}"/>
                </a:ext>
              </a:extLst>
            </p:cNvPr>
            <p:cNvSpPr/>
            <p:nvPr/>
          </p:nvSpPr>
          <p:spPr>
            <a:xfrm rot="7313666">
              <a:off x="7729580" y="7512222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7A0F091-8096-44CC-9F7D-4DDB24C1781D}"/>
                </a:ext>
              </a:extLst>
            </p:cNvPr>
            <p:cNvSpPr/>
            <p:nvPr/>
          </p:nvSpPr>
          <p:spPr>
            <a:xfrm>
              <a:off x="10271630" y="6723207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A44E0450-451B-48D5-8298-A159D4198885}"/>
                </a:ext>
              </a:extLst>
            </p:cNvPr>
            <p:cNvSpPr/>
            <p:nvPr/>
          </p:nvSpPr>
          <p:spPr>
            <a:xfrm>
              <a:off x="10302301" y="9172893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68DB6067-2FA0-45EE-AB9E-26BA8D92DDCC}"/>
                </a:ext>
              </a:extLst>
            </p:cNvPr>
            <p:cNvSpPr/>
            <p:nvPr/>
          </p:nvSpPr>
          <p:spPr>
            <a:xfrm rot="7313666">
              <a:off x="10281708" y="4180448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4A018DA0-CAFD-480A-9A8D-C67B483F757E}"/>
                </a:ext>
              </a:extLst>
            </p:cNvPr>
            <p:cNvSpPr/>
            <p:nvPr/>
          </p:nvSpPr>
          <p:spPr>
            <a:xfrm>
              <a:off x="6063939" y="6749402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7B2D3321-192F-435C-8EEA-561B6BF800B0}"/>
                </a:ext>
              </a:extLst>
            </p:cNvPr>
            <p:cNvSpPr/>
            <p:nvPr/>
          </p:nvSpPr>
          <p:spPr>
            <a:xfrm>
              <a:off x="8506973" y="4132511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6689936C-A12A-4513-9D63-D6DDD12D3069}"/>
                </a:ext>
              </a:extLst>
            </p:cNvPr>
            <p:cNvSpPr/>
            <p:nvPr/>
          </p:nvSpPr>
          <p:spPr>
            <a:xfrm rot="2750059">
              <a:off x="7018744" y="9223757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EC514D82-CEC3-4AA6-9006-30CBD9E45431}"/>
                </a:ext>
              </a:extLst>
            </p:cNvPr>
            <p:cNvSpPr/>
            <p:nvPr/>
          </p:nvSpPr>
          <p:spPr>
            <a:xfrm rot="2750059">
              <a:off x="9553371" y="9220186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4431D53B-56BE-47B8-9E54-E9F07BF21073}"/>
                </a:ext>
              </a:extLst>
            </p:cNvPr>
            <p:cNvSpPr/>
            <p:nvPr/>
          </p:nvSpPr>
          <p:spPr>
            <a:xfrm rot="7313666">
              <a:off x="11975998" y="4192721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78BCAA2-1952-4636-9DAE-47911812AD3A}"/>
                </a:ext>
              </a:extLst>
            </p:cNvPr>
            <p:cNvSpPr/>
            <p:nvPr/>
          </p:nvSpPr>
          <p:spPr>
            <a:xfrm rot="19185010">
              <a:off x="8563448" y="5968612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00F3ED8C-00BA-4014-98D0-71B143DE0EC6}"/>
                </a:ext>
              </a:extLst>
            </p:cNvPr>
            <p:cNvSpPr/>
            <p:nvPr/>
          </p:nvSpPr>
          <p:spPr>
            <a:xfrm>
              <a:off x="11874539" y="9172893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9A45D4A5-8A48-4559-97F3-36E2D9C417A3}"/>
                </a:ext>
              </a:extLst>
            </p:cNvPr>
            <p:cNvSpPr/>
            <p:nvPr/>
          </p:nvSpPr>
          <p:spPr>
            <a:xfrm rot="19185010">
              <a:off x="6972861" y="5055698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2105389-23F4-4113-942A-FF825DAF9994}"/>
                </a:ext>
              </a:extLst>
            </p:cNvPr>
            <p:cNvSpPr/>
            <p:nvPr/>
          </p:nvSpPr>
          <p:spPr>
            <a:xfrm rot="19185010">
              <a:off x="6983883" y="7506967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CA9EEF2-B71B-47D7-9A94-2179D248DD6A}"/>
                </a:ext>
              </a:extLst>
            </p:cNvPr>
            <p:cNvSpPr/>
            <p:nvPr/>
          </p:nvSpPr>
          <p:spPr>
            <a:xfrm rot="19185010">
              <a:off x="12033219" y="10094897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58" name="Rectangle 557">
            <a:extLst>
              <a:ext uri="{FF2B5EF4-FFF2-40B4-BE49-F238E27FC236}">
                <a16:creationId xmlns:a16="http://schemas.microsoft.com/office/drawing/2014/main" id="{D0EFAD8A-0BC6-4F63-BB35-074C7C969DA5}"/>
              </a:ext>
            </a:extLst>
          </p:cNvPr>
          <p:cNvSpPr/>
          <p:nvPr/>
        </p:nvSpPr>
        <p:spPr>
          <a:xfrm>
            <a:off x="7866424" y="16079922"/>
            <a:ext cx="616267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#21 by Pedro PSI – 16</a:t>
            </a:r>
            <a:r>
              <a:rPr lang="en-U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of December 2020</a:t>
            </a:r>
          </a:p>
          <a:p>
            <a:pPr algn="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pedropsi.github.io/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kudamono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CDC79BF-B348-4468-AE5A-AE92110EC4BD}"/>
              </a:ext>
            </a:extLst>
          </p:cNvPr>
          <p:cNvSpPr/>
          <p:nvPr/>
        </p:nvSpPr>
        <p:spPr>
          <a:xfrm>
            <a:off x="-511714" y="16309515"/>
            <a:ext cx="616267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With thanks to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dohz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620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C5B11EB-E964-4ABE-88B8-40046628C16B}"/>
              </a:ext>
            </a:extLst>
          </p:cNvPr>
          <p:cNvGrpSpPr/>
          <p:nvPr/>
        </p:nvGrpSpPr>
        <p:grpSpPr>
          <a:xfrm>
            <a:off x="-775510" y="944082"/>
            <a:ext cx="15024910" cy="15972318"/>
            <a:chOff x="-775510" y="944082"/>
            <a:chExt cx="15024910" cy="496983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E4EAD64-1090-46CC-8017-B7905456A46B}"/>
                </a:ext>
              </a:extLst>
            </p:cNvPr>
            <p:cNvGrpSpPr/>
            <p:nvPr/>
          </p:nvGrpSpPr>
          <p:grpSpPr>
            <a:xfrm rot="16200000">
              <a:off x="4252027" y="-4083455"/>
              <a:ext cx="4969836" cy="15024910"/>
              <a:chOff x="-2620523" y="-2917017"/>
              <a:chExt cx="13847238" cy="689604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8C4EF3A-6787-433D-BCDA-48C88426C661}"/>
                  </a:ext>
                </a:extLst>
              </p:cNvPr>
              <p:cNvSpPr/>
              <p:nvPr/>
            </p:nvSpPr>
            <p:spPr>
              <a:xfrm>
                <a:off x="-2620522" y="-2917017"/>
                <a:ext cx="13847236" cy="1784102"/>
              </a:xfrm>
              <a:prstGeom prst="rect">
                <a:avLst/>
              </a:pr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7DF3E78D-50D9-494A-A1EE-168A7D4DFE39}"/>
                  </a:ext>
                </a:extLst>
              </p:cNvPr>
              <p:cNvSpPr/>
              <p:nvPr/>
            </p:nvSpPr>
            <p:spPr>
              <a:xfrm>
                <a:off x="-2620522" y="-1187264"/>
                <a:ext cx="13847236" cy="1784102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FD90EDED-CB2A-4AC2-B6AC-D68D8DE3E282}"/>
                  </a:ext>
                </a:extLst>
              </p:cNvPr>
              <p:cNvSpPr/>
              <p:nvPr/>
            </p:nvSpPr>
            <p:spPr>
              <a:xfrm>
                <a:off x="-2620522" y="545481"/>
                <a:ext cx="13847236" cy="178410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457F5BA3-A1CF-43F4-A6E1-504C75909577}"/>
                  </a:ext>
                </a:extLst>
              </p:cNvPr>
              <p:cNvSpPr/>
              <p:nvPr/>
            </p:nvSpPr>
            <p:spPr>
              <a:xfrm>
                <a:off x="-2620523" y="2296797"/>
                <a:ext cx="13847238" cy="1682226"/>
              </a:xfrm>
              <a:prstGeom prst="rect">
                <a:avLst/>
              </a:prstGeom>
              <a:solidFill>
                <a:srgbClr val="3857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224DF6A-190B-4FFD-883C-D56E28634E8A}"/>
                </a:ext>
              </a:extLst>
            </p:cNvPr>
            <p:cNvSpPr/>
            <p:nvPr/>
          </p:nvSpPr>
          <p:spPr>
            <a:xfrm>
              <a:off x="-646350" y="991499"/>
              <a:ext cx="14768749" cy="48797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sp>
        <p:nvSpPr>
          <p:cNvPr id="558" name="Rectangle 557">
            <a:extLst>
              <a:ext uri="{FF2B5EF4-FFF2-40B4-BE49-F238E27FC236}">
                <a16:creationId xmlns:a16="http://schemas.microsoft.com/office/drawing/2014/main" id="{D0EFAD8A-0BC6-4F63-BB35-074C7C969DA5}"/>
              </a:ext>
            </a:extLst>
          </p:cNvPr>
          <p:cNvSpPr/>
          <p:nvPr/>
        </p:nvSpPr>
        <p:spPr>
          <a:xfrm>
            <a:off x="7866424" y="16079922"/>
            <a:ext cx="616267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#23 by Pedro PSI – 16</a:t>
            </a:r>
            <a:r>
              <a:rPr lang="en-U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of December 2020</a:t>
            </a:r>
          </a:p>
          <a:p>
            <a:pPr algn="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pedropsi.github.io/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kudamono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224EFCF3-023E-4B5A-BDEC-EB99D4F44FD6}"/>
              </a:ext>
            </a:extLst>
          </p:cNvPr>
          <p:cNvGrpSpPr/>
          <p:nvPr/>
        </p:nvGrpSpPr>
        <p:grpSpPr>
          <a:xfrm>
            <a:off x="2148062" y="5880094"/>
            <a:ext cx="8829002" cy="9752314"/>
            <a:chOff x="1521345" y="-800438"/>
            <a:chExt cx="7658022" cy="8458875"/>
          </a:xfrm>
        </p:grpSpPr>
        <p:sp>
          <p:nvSpPr>
            <p:cNvPr id="591" name="Rectangle 590">
              <a:extLst>
                <a:ext uri="{FF2B5EF4-FFF2-40B4-BE49-F238E27FC236}">
                  <a16:creationId xmlns:a16="http://schemas.microsoft.com/office/drawing/2014/main" id="{3BD8FAB1-0C88-45AD-8CAF-79DAB9A7E9AC}"/>
                </a:ext>
              </a:extLst>
            </p:cNvPr>
            <p:cNvSpPr/>
            <p:nvPr/>
          </p:nvSpPr>
          <p:spPr>
            <a:xfrm>
              <a:off x="1521345" y="-80043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2" name="Rectangle 591">
              <a:extLst>
                <a:ext uri="{FF2B5EF4-FFF2-40B4-BE49-F238E27FC236}">
                  <a16:creationId xmlns:a16="http://schemas.microsoft.com/office/drawing/2014/main" id="{F03F2287-BB0B-4E9C-98FA-6E25C71DFAA1}"/>
                </a:ext>
              </a:extLst>
            </p:cNvPr>
            <p:cNvSpPr/>
            <p:nvPr/>
          </p:nvSpPr>
          <p:spPr>
            <a:xfrm>
              <a:off x="1521345" y="4797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333B2162-9F45-4DC5-9298-7D4A63DBDF7E}"/>
                </a:ext>
              </a:extLst>
            </p:cNvPr>
            <p:cNvSpPr/>
            <p:nvPr/>
          </p:nvSpPr>
          <p:spPr>
            <a:xfrm>
              <a:off x="2369759" y="-80043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C1E8D84E-4E1B-4B4C-A1B1-31BE4247D975}"/>
                </a:ext>
              </a:extLst>
            </p:cNvPr>
            <p:cNvSpPr/>
            <p:nvPr/>
          </p:nvSpPr>
          <p:spPr>
            <a:xfrm>
              <a:off x="3218173" y="-80043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5" name="Rectangle 594">
              <a:extLst>
                <a:ext uri="{FF2B5EF4-FFF2-40B4-BE49-F238E27FC236}">
                  <a16:creationId xmlns:a16="http://schemas.microsoft.com/office/drawing/2014/main" id="{204CCF48-1351-47F5-B80C-0D126F21EF7E}"/>
                </a:ext>
              </a:extLst>
            </p:cNvPr>
            <p:cNvSpPr/>
            <p:nvPr/>
          </p:nvSpPr>
          <p:spPr>
            <a:xfrm>
              <a:off x="2369759" y="4797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6" name="Rectangle 595">
              <a:extLst>
                <a:ext uri="{FF2B5EF4-FFF2-40B4-BE49-F238E27FC236}">
                  <a16:creationId xmlns:a16="http://schemas.microsoft.com/office/drawing/2014/main" id="{13EA468D-73DC-46E3-8269-A29BE61C6A96}"/>
                </a:ext>
              </a:extLst>
            </p:cNvPr>
            <p:cNvSpPr/>
            <p:nvPr/>
          </p:nvSpPr>
          <p:spPr>
            <a:xfrm>
              <a:off x="3218173" y="4797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7" name="Rectangle 596">
              <a:extLst>
                <a:ext uri="{FF2B5EF4-FFF2-40B4-BE49-F238E27FC236}">
                  <a16:creationId xmlns:a16="http://schemas.microsoft.com/office/drawing/2014/main" id="{09AC48C3-E75E-4A87-9A41-562B4721EA8B}"/>
                </a:ext>
              </a:extLst>
            </p:cNvPr>
            <p:cNvSpPr/>
            <p:nvPr/>
          </p:nvSpPr>
          <p:spPr>
            <a:xfrm>
              <a:off x="1521345" y="896390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8" name="Rectangle 597">
              <a:extLst>
                <a:ext uri="{FF2B5EF4-FFF2-40B4-BE49-F238E27FC236}">
                  <a16:creationId xmlns:a16="http://schemas.microsoft.com/office/drawing/2014/main" id="{E4A7E395-4AA0-4F55-B7F5-9D9294C47279}"/>
                </a:ext>
              </a:extLst>
            </p:cNvPr>
            <p:cNvSpPr/>
            <p:nvPr/>
          </p:nvSpPr>
          <p:spPr>
            <a:xfrm>
              <a:off x="1521345" y="1744804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9D8BE673-F93C-4BC1-B064-249127A15DDF}"/>
                </a:ext>
              </a:extLst>
            </p:cNvPr>
            <p:cNvSpPr/>
            <p:nvPr/>
          </p:nvSpPr>
          <p:spPr>
            <a:xfrm>
              <a:off x="2369759" y="896390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31600C60-E485-4E39-94FA-0FADF9C4F106}"/>
                </a:ext>
              </a:extLst>
            </p:cNvPr>
            <p:cNvSpPr/>
            <p:nvPr/>
          </p:nvSpPr>
          <p:spPr>
            <a:xfrm>
              <a:off x="3218173" y="896390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48CE8ED5-42B9-432E-9A3D-43B4B4F4E3ED}"/>
                </a:ext>
              </a:extLst>
            </p:cNvPr>
            <p:cNvSpPr/>
            <p:nvPr/>
          </p:nvSpPr>
          <p:spPr>
            <a:xfrm>
              <a:off x="2369759" y="1744804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18205FB7-EDE5-4F44-86B0-E9AB3DF2CAAE}"/>
                </a:ext>
              </a:extLst>
            </p:cNvPr>
            <p:cNvSpPr/>
            <p:nvPr/>
          </p:nvSpPr>
          <p:spPr>
            <a:xfrm>
              <a:off x="3218173" y="1744804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35C3CD73-18A4-4430-AF7E-647DD33802F7}"/>
                </a:ext>
              </a:extLst>
            </p:cNvPr>
            <p:cNvSpPr/>
            <p:nvPr/>
          </p:nvSpPr>
          <p:spPr>
            <a:xfrm>
              <a:off x="4066587" y="-80043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D5EDE415-D2C7-471A-AE1B-CFE3DED6CB33}"/>
                </a:ext>
              </a:extLst>
            </p:cNvPr>
            <p:cNvSpPr/>
            <p:nvPr/>
          </p:nvSpPr>
          <p:spPr>
            <a:xfrm>
              <a:off x="4915001" y="-80043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66A7B1B8-3D68-4146-A150-D0919F40C4C7}"/>
                </a:ext>
              </a:extLst>
            </p:cNvPr>
            <p:cNvSpPr/>
            <p:nvPr/>
          </p:nvSpPr>
          <p:spPr>
            <a:xfrm>
              <a:off x="4066587" y="4797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CF897D3D-76FD-4B10-BE07-A24E946F30BE}"/>
                </a:ext>
              </a:extLst>
            </p:cNvPr>
            <p:cNvSpPr/>
            <p:nvPr/>
          </p:nvSpPr>
          <p:spPr>
            <a:xfrm>
              <a:off x="4915001" y="4797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7" name="Rectangle 606">
              <a:extLst>
                <a:ext uri="{FF2B5EF4-FFF2-40B4-BE49-F238E27FC236}">
                  <a16:creationId xmlns:a16="http://schemas.microsoft.com/office/drawing/2014/main" id="{C921E1A2-1B5C-4337-AAD8-8D17C37EA9FA}"/>
                </a:ext>
              </a:extLst>
            </p:cNvPr>
            <p:cNvSpPr/>
            <p:nvPr/>
          </p:nvSpPr>
          <p:spPr>
            <a:xfrm>
              <a:off x="5763415" y="-80043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8" name="Rectangle 607">
              <a:extLst>
                <a:ext uri="{FF2B5EF4-FFF2-40B4-BE49-F238E27FC236}">
                  <a16:creationId xmlns:a16="http://schemas.microsoft.com/office/drawing/2014/main" id="{2986927E-7584-4A76-9209-391969E10FF4}"/>
                </a:ext>
              </a:extLst>
            </p:cNvPr>
            <p:cNvSpPr/>
            <p:nvPr/>
          </p:nvSpPr>
          <p:spPr>
            <a:xfrm>
              <a:off x="5763415" y="4797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4B5431FB-7488-47E1-A8D3-0754B06AFF0E}"/>
                </a:ext>
              </a:extLst>
            </p:cNvPr>
            <p:cNvSpPr/>
            <p:nvPr/>
          </p:nvSpPr>
          <p:spPr>
            <a:xfrm>
              <a:off x="4066587" y="896390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FC14CE1B-E190-4D91-B078-F177F95AD950}"/>
                </a:ext>
              </a:extLst>
            </p:cNvPr>
            <p:cNvSpPr/>
            <p:nvPr/>
          </p:nvSpPr>
          <p:spPr>
            <a:xfrm>
              <a:off x="4915001" y="896390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AE10F128-D400-43AE-82A5-277FA6F1BF98}"/>
                </a:ext>
              </a:extLst>
            </p:cNvPr>
            <p:cNvSpPr/>
            <p:nvPr/>
          </p:nvSpPr>
          <p:spPr>
            <a:xfrm>
              <a:off x="4066587" y="1744804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89C1BFEF-8278-4074-98C7-2F6D4E627359}"/>
                </a:ext>
              </a:extLst>
            </p:cNvPr>
            <p:cNvSpPr/>
            <p:nvPr/>
          </p:nvSpPr>
          <p:spPr>
            <a:xfrm>
              <a:off x="4915001" y="1744804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CD0BF8BE-BCA7-448C-AAB5-BCF02521532C}"/>
                </a:ext>
              </a:extLst>
            </p:cNvPr>
            <p:cNvSpPr/>
            <p:nvPr/>
          </p:nvSpPr>
          <p:spPr>
            <a:xfrm>
              <a:off x="5763415" y="896390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FBE87A8B-BE72-4A18-B6E9-8683340F2C85}"/>
                </a:ext>
              </a:extLst>
            </p:cNvPr>
            <p:cNvSpPr/>
            <p:nvPr/>
          </p:nvSpPr>
          <p:spPr>
            <a:xfrm>
              <a:off x="5763415" y="1744804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99635C86-8D8C-40C0-AEE5-AD4C02EE2F53}"/>
                </a:ext>
              </a:extLst>
            </p:cNvPr>
            <p:cNvSpPr/>
            <p:nvPr/>
          </p:nvSpPr>
          <p:spPr>
            <a:xfrm>
              <a:off x="1521345" y="256795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463A5E6E-D298-40D0-B6B4-F41ECBA29422}"/>
                </a:ext>
              </a:extLst>
            </p:cNvPr>
            <p:cNvSpPr/>
            <p:nvPr/>
          </p:nvSpPr>
          <p:spPr>
            <a:xfrm>
              <a:off x="1521345" y="341636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84EC4C67-AAF9-4500-B719-25127E63CE98}"/>
                </a:ext>
              </a:extLst>
            </p:cNvPr>
            <p:cNvSpPr/>
            <p:nvPr/>
          </p:nvSpPr>
          <p:spPr>
            <a:xfrm>
              <a:off x="2369759" y="256795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CDCC918B-EB44-4128-A786-67356C5F582A}"/>
                </a:ext>
              </a:extLst>
            </p:cNvPr>
            <p:cNvSpPr/>
            <p:nvPr/>
          </p:nvSpPr>
          <p:spPr>
            <a:xfrm>
              <a:off x="3218173" y="256795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19" name="Rectangle 618">
              <a:extLst>
                <a:ext uri="{FF2B5EF4-FFF2-40B4-BE49-F238E27FC236}">
                  <a16:creationId xmlns:a16="http://schemas.microsoft.com/office/drawing/2014/main" id="{8BB7AD0B-7EE5-41D1-849E-6EE5B82DF05C}"/>
                </a:ext>
              </a:extLst>
            </p:cNvPr>
            <p:cNvSpPr/>
            <p:nvPr/>
          </p:nvSpPr>
          <p:spPr>
            <a:xfrm>
              <a:off x="2369759" y="341636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66335F33-EA10-4D41-A033-EB4377D6CBA0}"/>
                </a:ext>
              </a:extLst>
            </p:cNvPr>
            <p:cNvSpPr/>
            <p:nvPr/>
          </p:nvSpPr>
          <p:spPr>
            <a:xfrm>
              <a:off x="3218173" y="341636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1" name="Rectangle 620">
              <a:extLst>
                <a:ext uri="{FF2B5EF4-FFF2-40B4-BE49-F238E27FC236}">
                  <a16:creationId xmlns:a16="http://schemas.microsoft.com/office/drawing/2014/main" id="{DCE25504-0361-4A0F-AA6E-DD7A4DB58C44}"/>
                </a:ext>
              </a:extLst>
            </p:cNvPr>
            <p:cNvSpPr/>
            <p:nvPr/>
          </p:nvSpPr>
          <p:spPr>
            <a:xfrm>
              <a:off x="1521345" y="426478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2" name="Rectangle 621">
              <a:extLst>
                <a:ext uri="{FF2B5EF4-FFF2-40B4-BE49-F238E27FC236}">
                  <a16:creationId xmlns:a16="http://schemas.microsoft.com/office/drawing/2014/main" id="{E08B51E6-5685-4D52-ACF8-03146D99B7D8}"/>
                </a:ext>
              </a:extLst>
            </p:cNvPr>
            <p:cNvSpPr/>
            <p:nvPr/>
          </p:nvSpPr>
          <p:spPr>
            <a:xfrm>
              <a:off x="2369759" y="426478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3" name="Rectangle 622">
              <a:extLst>
                <a:ext uri="{FF2B5EF4-FFF2-40B4-BE49-F238E27FC236}">
                  <a16:creationId xmlns:a16="http://schemas.microsoft.com/office/drawing/2014/main" id="{F4FEDB7C-178E-4297-AD0D-BD7DD41E9DE4}"/>
                </a:ext>
              </a:extLst>
            </p:cNvPr>
            <p:cNvSpPr/>
            <p:nvPr/>
          </p:nvSpPr>
          <p:spPr>
            <a:xfrm>
              <a:off x="3218173" y="426478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4" name="Rectangle 623">
              <a:extLst>
                <a:ext uri="{FF2B5EF4-FFF2-40B4-BE49-F238E27FC236}">
                  <a16:creationId xmlns:a16="http://schemas.microsoft.com/office/drawing/2014/main" id="{BD22F76D-D594-4F3A-AA46-42C3821B50D7}"/>
                </a:ext>
              </a:extLst>
            </p:cNvPr>
            <p:cNvSpPr/>
            <p:nvPr/>
          </p:nvSpPr>
          <p:spPr>
            <a:xfrm>
              <a:off x="4066587" y="256795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5" name="Rectangle 624">
              <a:extLst>
                <a:ext uri="{FF2B5EF4-FFF2-40B4-BE49-F238E27FC236}">
                  <a16:creationId xmlns:a16="http://schemas.microsoft.com/office/drawing/2014/main" id="{C4DDBB6F-26B0-40FC-A333-E0C498F623FB}"/>
                </a:ext>
              </a:extLst>
            </p:cNvPr>
            <p:cNvSpPr/>
            <p:nvPr/>
          </p:nvSpPr>
          <p:spPr>
            <a:xfrm>
              <a:off x="4915001" y="256795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6" name="Rectangle 625">
              <a:extLst>
                <a:ext uri="{FF2B5EF4-FFF2-40B4-BE49-F238E27FC236}">
                  <a16:creationId xmlns:a16="http://schemas.microsoft.com/office/drawing/2014/main" id="{1927884E-0F3A-41B9-9B81-420999D14D1A}"/>
                </a:ext>
              </a:extLst>
            </p:cNvPr>
            <p:cNvSpPr/>
            <p:nvPr/>
          </p:nvSpPr>
          <p:spPr>
            <a:xfrm>
              <a:off x="4066587" y="341636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7" name="Rectangle 626">
              <a:extLst>
                <a:ext uri="{FF2B5EF4-FFF2-40B4-BE49-F238E27FC236}">
                  <a16:creationId xmlns:a16="http://schemas.microsoft.com/office/drawing/2014/main" id="{0151697A-F3D7-402E-ACC9-44F80132629A}"/>
                </a:ext>
              </a:extLst>
            </p:cNvPr>
            <p:cNvSpPr/>
            <p:nvPr/>
          </p:nvSpPr>
          <p:spPr>
            <a:xfrm>
              <a:off x="4915001" y="341636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8" name="Rectangle 627">
              <a:extLst>
                <a:ext uri="{FF2B5EF4-FFF2-40B4-BE49-F238E27FC236}">
                  <a16:creationId xmlns:a16="http://schemas.microsoft.com/office/drawing/2014/main" id="{72EC7F75-35D2-4AE7-A75E-2BBEF3620B2E}"/>
                </a:ext>
              </a:extLst>
            </p:cNvPr>
            <p:cNvSpPr/>
            <p:nvPr/>
          </p:nvSpPr>
          <p:spPr>
            <a:xfrm>
              <a:off x="5763415" y="256795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29" name="Rectangle 628">
              <a:extLst>
                <a:ext uri="{FF2B5EF4-FFF2-40B4-BE49-F238E27FC236}">
                  <a16:creationId xmlns:a16="http://schemas.microsoft.com/office/drawing/2014/main" id="{DB821B0A-5132-40EB-B87E-5C4B13004EEA}"/>
                </a:ext>
              </a:extLst>
            </p:cNvPr>
            <p:cNvSpPr/>
            <p:nvPr/>
          </p:nvSpPr>
          <p:spPr>
            <a:xfrm>
              <a:off x="5763415" y="341636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0" name="Rectangle 629">
              <a:extLst>
                <a:ext uri="{FF2B5EF4-FFF2-40B4-BE49-F238E27FC236}">
                  <a16:creationId xmlns:a16="http://schemas.microsoft.com/office/drawing/2014/main" id="{527E7192-D7A3-4871-B38D-60845D8DB0D6}"/>
                </a:ext>
              </a:extLst>
            </p:cNvPr>
            <p:cNvSpPr/>
            <p:nvPr/>
          </p:nvSpPr>
          <p:spPr>
            <a:xfrm>
              <a:off x="4066587" y="426478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1" name="Rectangle 630">
              <a:extLst>
                <a:ext uri="{FF2B5EF4-FFF2-40B4-BE49-F238E27FC236}">
                  <a16:creationId xmlns:a16="http://schemas.microsoft.com/office/drawing/2014/main" id="{8DFDDAFB-E399-4DFB-B183-075ADF1B5B92}"/>
                </a:ext>
              </a:extLst>
            </p:cNvPr>
            <p:cNvSpPr/>
            <p:nvPr/>
          </p:nvSpPr>
          <p:spPr>
            <a:xfrm>
              <a:off x="4915001" y="426478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2" name="Rectangle 631">
              <a:extLst>
                <a:ext uri="{FF2B5EF4-FFF2-40B4-BE49-F238E27FC236}">
                  <a16:creationId xmlns:a16="http://schemas.microsoft.com/office/drawing/2014/main" id="{DA689D45-DF25-4065-8446-24BFF3A24495}"/>
                </a:ext>
              </a:extLst>
            </p:cNvPr>
            <p:cNvSpPr/>
            <p:nvPr/>
          </p:nvSpPr>
          <p:spPr>
            <a:xfrm>
              <a:off x="5763415" y="426478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3" name="Rectangle 632">
              <a:extLst>
                <a:ext uri="{FF2B5EF4-FFF2-40B4-BE49-F238E27FC236}">
                  <a16:creationId xmlns:a16="http://schemas.microsoft.com/office/drawing/2014/main" id="{A8900AF3-94AF-4681-925B-2D3FBAF41B71}"/>
                </a:ext>
              </a:extLst>
            </p:cNvPr>
            <p:cNvSpPr/>
            <p:nvPr/>
          </p:nvSpPr>
          <p:spPr>
            <a:xfrm>
              <a:off x="1521345" y="511319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4" name="Rectangle 633">
              <a:extLst>
                <a:ext uri="{FF2B5EF4-FFF2-40B4-BE49-F238E27FC236}">
                  <a16:creationId xmlns:a16="http://schemas.microsoft.com/office/drawing/2014/main" id="{940AC959-336A-4C11-BD95-9AA355255B5C}"/>
                </a:ext>
              </a:extLst>
            </p:cNvPr>
            <p:cNvSpPr/>
            <p:nvPr/>
          </p:nvSpPr>
          <p:spPr>
            <a:xfrm>
              <a:off x="2369759" y="511319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5" name="Rectangle 634">
              <a:extLst>
                <a:ext uri="{FF2B5EF4-FFF2-40B4-BE49-F238E27FC236}">
                  <a16:creationId xmlns:a16="http://schemas.microsoft.com/office/drawing/2014/main" id="{481047AD-9A81-43E9-8DC5-83506B7B467E}"/>
                </a:ext>
              </a:extLst>
            </p:cNvPr>
            <p:cNvSpPr/>
            <p:nvPr/>
          </p:nvSpPr>
          <p:spPr>
            <a:xfrm>
              <a:off x="3218173" y="511319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6" name="Rectangle 635">
              <a:extLst>
                <a:ext uri="{FF2B5EF4-FFF2-40B4-BE49-F238E27FC236}">
                  <a16:creationId xmlns:a16="http://schemas.microsoft.com/office/drawing/2014/main" id="{4AAAAD2B-C61C-496A-8AA0-89BDC79C8D88}"/>
                </a:ext>
              </a:extLst>
            </p:cNvPr>
            <p:cNvSpPr/>
            <p:nvPr/>
          </p:nvSpPr>
          <p:spPr>
            <a:xfrm>
              <a:off x="4066587" y="511319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7F5E9A90-E101-4CBC-AF55-092E22EE323F}"/>
                </a:ext>
              </a:extLst>
            </p:cNvPr>
            <p:cNvSpPr/>
            <p:nvPr/>
          </p:nvSpPr>
          <p:spPr>
            <a:xfrm>
              <a:off x="4915001" y="511319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47B8DF1F-F624-4969-9B2E-13CF5FBC7271}"/>
                </a:ext>
              </a:extLst>
            </p:cNvPr>
            <p:cNvSpPr/>
            <p:nvPr/>
          </p:nvSpPr>
          <p:spPr>
            <a:xfrm>
              <a:off x="5763415" y="511319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C534A6B3-AEA0-4F2B-9218-FD312FB37186}"/>
                </a:ext>
              </a:extLst>
            </p:cNvPr>
            <p:cNvSpPr/>
            <p:nvPr/>
          </p:nvSpPr>
          <p:spPr>
            <a:xfrm>
              <a:off x="6616585" y="-80043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C4F6CF96-D7DE-4307-A7B9-42232A594ACE}"/>
                </a:ext>
              </a:extLst>
            </p:cNvPr>
            <p:cNvSpPr/>
            <p:nvPr/>
          </p:nvSpPr>
          <p:spPr>
            <a:xfrm>
              <a:off x="6616585" y="4797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6636C642-D5EB-42B2-A5C3-DA4A8480C222}"/>
                </a:ext>
              </a:extLst>
            </p:cNvPr>
            <p:cNvSpPr/>
            <p:nvPr/>
          </p:nvSpPr>
          <p:spPr>
            <a:xfrm>
              <a:off x="6616585" y="896390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B4043BEB-3B05-4224-B087-9E00CAD27AD0}"/>
                </a:ext>
              </a:extLst>
            </p:cNvPr>
            <p:cNvSpPr/>
            <p:nvPr/>
          </p:nvSpPr>
          <p:spPr>
            <a:xfrm>
              <a:off x="6616585" y="1744804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3" name="Rectangle 642">
              <a:extLst>
                <a:ext uri="{FF2B5EF4-FFF2-40B4-BE49-F238E27FC236}">
                  <a16:creationId xmlns:a16="http://schemas.microsoft.com/office/drawing/2014/main" id="{7E30FE24-6B24-481A-86F8-BFF44846EBF5}"/>
                </a:ext>
              </a:extLst>
            </p:cNvPr>
            <p:cNvSpPr/>
            <p:nvPr/>
          </p:nvSpPr>
          <p:spPr>
            <a:xfrm>
              <a:off x="6616585" y="256795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4" name="Rectangle 643">
              <a:extLst>
                <a:ext uri="{FF2B5EF4-FFF2-40B4-BE49-F238E27FC236}">
                  <a16:creationId xmlns:a16="http://schemas.microsoft.com/office/drawing/2014/main" id="{3B99145D-FAFE-47D9-8BBD-4D26954AEB0D}"/>
                </a:ext>
              </a:extLst>
            </p:cNvPr>
            <p:cNvSpPr/>
            <p:nvPr/>
          </p:nvSpPr>
          <p:spPr>
            <a:xfrm>
              <a:off x="6616585" y="341636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EF0E6B45-EC5A-47A0-A4D0-7A286D4F68A8}"/>
                </a:ext>
              </a:extLst>
            </p:cNvPr>
            <p:cNvSpPr/>
            <p:nvPr/>
          </p:nvSpPr>
          <p:spPr>
            <a:xfrm>
              <a:off x="6616585" y="426478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D26978BB-2570-4AA2-8B6C-F5FFEA9E1692}"/>
                </a:ext>
              </a:extLst>
            </p:cNvPr>
            <p:cNvSpPr/>
            <p:nvPr/>
          </p:nvSpPr>
          <p:spPr>
            <a:xfrm>
              <a:off x="6616585" y="511319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052CFA9F-D320-45C5-B2E8-4AF1095DF5E7}"/>
                </a:ext>
              </a:extLst>
            </p:cNvPr>
            <p:cNvSpPr/>
            <p:nvPr/>
          </p:nvSpPr>
          <p:spPr>
            <a:xfrm>
              <a:off x="1521345" y="596160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0581BC3F-717B-4DF9-9F64-EC7C65430C97}"/>
                </a:ext>
              </a:extLst>
            </p:cNvPr>
            <p:cNvSpPr/>
            <p:nvPr/>
          </p:nvSpPr>
          <p:spPr>
            <a:xfrm>
              <a:off x="2369759" y="596160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9" name="Rectangle 648">
              <a:extLst>
                <a:ext uri="{FF2B5EF4-FFF2-40B4-BE49-F238E27FC236}">
                  <a16:creationId xmlns:a16="http://schemas.microsoft.com/office/drawing/2014/main" id="{A2389CA2-F0AA-4F41-85FD-EB245CD6B6AD}"/>
                </a:ext>
              </a:extLst>
            </p:cNvPr>
            <p:cNvSpPr/>
            <p:nvPr/>
          </p:nvSpPr>
          <p:spPr>
            <a:xfrm>
              <a:off x="3218173" y="596160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12B82A0A-290D-40B4-A1A3-20CAE6624169}"/>
                </a:ext>
              </a:extLst>
            </p:cNvPr>
            <p:cNvSpPr/>
            <p:nvPr/>
          </p:nvSpPr>
          <p:spPr>
            <a:xfrm>
              <a:off x="4066587" y="596160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1" name="Rectangle 650">
              <a:extLst>
                <a:ext uri="{FF2B5EF4-FFF2-40B4-BE49-F238E27FC236}">
                  <a16:creationId xmlns:a16="http://schemas.microsoft.com/office/drawing/2014/main" id="{42039BB5-AF52-482B-9E63-4ABF6F71C0B3}"/>
                </a:ext>
              </a:extLst>
            </p:cNvPr>
            <p:cNvSpPr/>
            <p:nvPr/>
          </p:nvSpPr>
          <p:spPr>
            <a:xfrm>
              <a:off x="4915001" y="596160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2" name="Rectangle 651">
              <a:extLst>
                <a:ext uri="{FF2B5EF4-FFF2-40B4-BE49-F238E27FC236}">
                  <a16:creationId xmlns:a16="http://schemas.microsoft.com/office/drawing/2014/main" id="{D1926472-37AD-451A-AAEF-B894F7F17A76}"/>
                </a:ext>
              </a:extLst>
            </p:cNvPr>
            <p:cNvSpPr/>
            <p:nvPr/>
          </p:nvSpPr>
          <p:spPr>
            <a:xfrm>
              <a:off x="5763415" y="596160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4504299C-AA2F-4403-B793-5771DA5DB71A}"/>
                </a:ext>
              </a:extLst>
            </p:cNvPr>
            <p:cNvSpPr/>
            <p:nvPr/>
          </p:nvSpPr>
          <p:spPr>
            <a:xfrm>
              <a:off x="1521345" y="681002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387F9E4C-7E52-4BAA-AEAA-20802BE51B78}"/>
                </a:ext>
              </a:extLst>
            </p:cNvPr>
            <p:cNvSpPr/>
            <p:nvPr/>
          </p:nvSpPr>
          <p:spPr>
            <a:xfrm>
              <a:off x="2369759" y="681002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231A4381-49F8-4F24-A116-00477D959463}"/>
                </a:ext>
              </a:extLst>
            </p:cNvPr>
            <p:cNvSpPr/>
            <p:nvPr/>
          </p:nvSpPr>
          <p:spPr>
            <a:xfrm>
              <a:off x="3218173" y="681002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9C34F887-181C-4643-8430-1428198DF24D}"/>
                </a:ext>
              </a:extLst>
            </p:cNvPr>
            <p:cNvSpPr/>
            <p:nvPr/>
          </p:nvSpPr>
          <p:spPr>
            <a:xfrm>
              <a:off x="4066587" y="681002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776AEDC6-786A-4C34-B4A3-78137D4D008B}"/>
                </a:ext>
              </a:extLst>
            </p:cNvPr>
            <p:cNvSpPr/>
            <p:nvPr/>
          </p:nvSpPr>
          <p:spPr>
            <a:xfrm>
              <a:off x="4915001" y="681002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626DB612-2FCA-4DD4-8616-F870811B6445}"/>
                </a:ext>
              </a:extLst>
            </p:cNvPr>
            <p:cNvSpPr/>
            <p:nvPr/>
          </p:nvSpPr>
          <p:spPr>
            <a:xfrm>
              <a:off x="5763415" y="681002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59" name="Rectangle 658">
              <a:extLst>
                <a:ext uri="{FF2B5EF4-FFF2-40B4-BE49-F238E27FC236}">
                  <a16:creationId xmlns:a16="http://schemas.microsoft.com/office/drawing/2014/main" id="{245A595C-E6AC-4292-BC3A-D9BFA2574080}"/>
                </a:ext>
              </a:extLst>
            </p:cNvPr>
            <p:cNvSpPr/>
            <p:nvPr/>
          </p:nvSpPr>
          <p:spPr>
            <a:xfrm>
              <a:off x="6616585" y="596160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313EAFB1-C8DB-4D45-94CB-3CF1AD906BBB}"/>
                </a:ext>
              </a:extLst>
            </p:cNvPr>
            <p:cNvSpPr/>
            <p:nvPr/>
          </p:nvSpPr>
          <p:spPr>
            <a:xfrm>
              <a:off x="6616585" y="681002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1" name="Rectangle 660">
              <a:extLst>
                <a:ext uri="{FF2B5EF4-FFF2-40B4-BE49-F238E27FC236}">
                  <a16:creationId xmlns:a16="http://schemas.microsoft.com/office/drawing/2014/main" id="{2809E40C-181C-4CAE-B7F6-884602545D87}"/>
                </a:ext>
              </a:extLst>
            </p:cNvPr>
            <p:cNvSpPr/>
            <p:nvPr/>
          </p:nvSpPr>
          <p:spPr>
            <a:xfrm>
              <a:off x="7477783" y="-80043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2" name="Rectangle 661">
              <a:extLst>
                <a:ext uri="{FF2B5EF4-FFF2-40B4-BE49-F238E27FC236}">
                  <a16:creationId xmlns:a16="http://schemas.microsoft.com/office/drawing/2014/main" id="{76523B79-4FF7-43A1-B1A9-51A9A3E8AC86}"/>
                </a:ext>
              </a:extLst>
            </p:cNvPr>
            <p:cNvSpPr/>
            <p:nvPr/>
          </p:nvSpPr>
          <p:spPr>
            <a:xfrm>
              <a:off x="7477783" y="4797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3" name="Rectangle 662">
              <a:extLst>
                <a:ext uri="{FF2B5EF4-FFF2-40B4-BE49-F238E27FC236}">
                  <a16:creationId xmlns:a16="http://schemas.microsoft.com/office/drawing/2014/main" id="{AC42E892-BB51-4C4B-A385-C815D0F03F52}"/>
                </a:ext>
              </a:extLst>
            </p:cNvPr>
            <p:cNvSpPr/>
            <p:nvPr/>
          </p:nvSpPr>
          <p:spPr>
            <a:xfrm>
              <a:off x="7477783" y="896390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4" name="Rectangle 663">
              <a:extLst>
                <a:ext uri="{FF2B5EF4-FFF2-40B4-BE49-F238E27FC236}">
                  <a16:creationId xmlns:a16="http://schemas.microsoft.com/office/drawing/2014/main" id="{FD871335-95F5-4617-A274-FCF1D4206AD5}"/>
                </a:ext>
              </a:extLst>
            </p:cNvPr>
            <p:cNvSpPr/>
            <p:nvPr/>
          </p:nvSpPr>
          <p:spPr>
            <a:xfrm>
              <a:off x="7477783" y="1744804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5" name="Rectangle 664">
              <a:extLst>
                <a:ext uri="{FF2B5EF4-FFF2-40B4-BE49-F238E27FC236}">
                  <a16:creationId xmlns:a16="http://schemas.microsoft.com/office/drawing/2014/main" id="{9B0AB767-A5D5-4718-B3D1-821D6ED688D0}"/>
                </a:ext>
              </a:extLst>
            </p:cNvPr>
            <p:cNvSpPr/>
            <p:nvPr/>
          </p:nvSpPr>
          <p:spPr>
            <a:xfrm>
              <a:off x="7477783" y="256795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6" name="Rectangle 665">
              <a:extLst>
                <a:ext uri="{FF2B5EF4-FFF2-40B4-BE49-F238E27FC236}">
                  <a16:creationId xmlns:a16="http://schemas.microsoft.com/office/drawing/2014/main" id="{22E3E712-F89F-4424-A64B-7BCF70BDEEF5}"/>
                </a:ext>
              </a:extLst>
            </p:cNvPr>
            <p:cNvSpPr/>
            <p:nvPr/>
          </p:nvSpPr>
          <p:spPr>
            <a:xfrm>
              <a:off x="7477783" y="341636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7" name="Rectangle 666">
              <a:extLst>
                <a:ext uri="{FF2B5EF4-FFF2-40B4-BE49-F238E27FC236}">
                  <a16:creationId xmlns:a16="http://schemas.microsoft.com/office/drawing/2014/main" id="{3E9A7394-16FA-4796-8025-AE66695DFDA0}"/>
                </a:ext>
              </a:extLst>
            </p:cNvPr>
            <p:cNvSpPr/>
            <p:nvPr/>
          </p:nvSpPr>
          <p:spPr>
            <a:xfrm>
              <a:off x="7477783" y="426478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8" name="Rectangle 667">
              <a:extLst>
                <a:ext uri="{FF2B5EF4-FFF2-40B4-BE49-F238E27FC236}">
                  <a16:creationId xmlns:a16="http://schemas.microsoft.com/office/drawing/2014/main" id="{F70170C7-1986-40C1-84C5-F3BFD307D66F}"/>
                </a:ext>
              </a:extLst>
            </p:cNvPr>
            <p:cNvSpPr/>
            <p:nvPr/>
          </p:nvSpPr>
          <p:spPr>
            <a:xfrm>
              <a:off x="7477783" y="511319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69" name="Rectangle 668">
              <a:extLst>
                <a:ext uri="{FF2B5EF4-FFF2-40B4-BE49-F238E27FC236}">
                  <a16:creationId xmlns:a16="http://schemas.microsoft.com/office/drawing/2014/main" id="{D4D0255D-12CC-4649-A7AE-6687E5BB9899}"/>
                </a:ext>
              </a:extLst>
            </p:cNvPr>
            <p:cNvSpPr/>
            <p:nvPr/>
          </p:nvSpPr>
          <p:spPr>
            <a:xfrm>
              <a:off x="8330953" y="-800438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0" name="Rectangle 669">
              <a:extLst>
                <a:ext uri="{FF2B5EF4-FFF2-40B4-BE49-F238E27FC236}">
                  <a16:creationId xmlns:a16="http://schemas.microsoft.com/office/drawing/2014/main" id="{BF1C1B8A-CF1E-4B0A-AEAB-E032985697AF}"/>
                </a:ext>
              </a:extLst>
            </p:cNvPr>
            <p:cNvSpPr/>
            <p:nvPr/>
          </p:nvSpPr>
          <p:spPr>
            <a:xfrm>
              <a:off x="8330953" y="47976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9A8E3DF6-EB1A-4111-B9EE-6E4D24788027}"/>
                </a:ext>
              </a:extLst>
            </p:cNvPr>
            <p:cNvSpPr/>
            <p:nvPr/>
          </p:nvSpPr>
          <p:spPr>
            <a:xfrm>
              <a:off x="8330953" y="896390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2" name="Rectangle 671">
              <a:extLst>
                <a:ext uri="{FF2B5EF4-FFF2-40B4-BE49-F238E27FC236}">
                  <a16:creationId xmlns:a16="http://schemas.microsoft.com/office/drawing/2014/main" id="{9D1B4773-A3BA-4DBD-A736-FDCCAD877CA1}"/>
                </a:ext>
              </a:extLst>
            </p:cNvPr>
            <p:cNvSpPr/>
            <p:nvPr/>
          </p:nvSpPr>
          <p:spPr>
            <a:xfrm>
              <a:off x="8330953" y="1744804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3" name="Rectangle 672">
              <a:extLst>
                <a:ext uri="{FF2B5EF4-FFF2-40B4-BE49-F238E27FC236}">
                  <a16:creationId xmlns:a16="http://schemas.microsoft.com/office/drawing/2014/main" id="{8FE050E5-5213-482C-AA27-F0C3CA254DE9}"/>
                </a:ext>
              </a:extLst>
            </p:cNvPr>
            <p:cNvSpPr/>
            <p:nvPr/>
          </p:nvSpPr>
          <p:spPr>
            <a:xfrm>
              <a:off x="8330953" y="256795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567828DF-6B2D-475C-AF01-AD6403C4ADE5}"/>
                </a:ext>
              </a:extLst>
            </p:cNvPr>
            <p:cNvSpPr/>
            <p:nvPr/>
          </p:nvSpPr>
          <p:spPr>
            <a:xfrm>
              <a:off x="8330953" y="3416367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B387130A-2547-4F57-8013-4C2B63C26903}"/>
                </a:ext>
              </a:extLst>
            </p:cNvPr>
            <p:cNvSpPr/>
            <p:nvPr/>
          </p:nvSpPr>
          <p:spPr>
            <a:xfrm>
              <a:off x="8330953" y="4264781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6" name="Rectangle 675">
              <a:extLst>
                <a:ext uri="{FF2B5EF4-FFF2-40B4-BE49-F238E27FC236}">
                  <a16:creationId xmlns:a16="http://schemas.microsoft.com/office/drawing/2014/main" id="{B3C24AFA-5837-47A9-9E8D-566AE4236060}"/>
                </a:ext>
              </a:extLst>
            </p:cNvPr>
            <p:cNvSpPr/>
            <p:nvPr/>
          </p:nvSpPr>
          <p:spPr>
            <a:xfrm>
              <a:off x="8330953" y="5113195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7" name="Rectangle 676">
              <a:extLst>
                <a:ext uri="{FF2B5EF4-FFF2-40B4-BE49-F238E27FC236}">
                  <a16:creationId xmlns:a16="http://schemas.microsoft.com/office/drawing/2014/main" id="{695237B3-FCCF-4A24-84A1-B4D4F97048B0}"/>
                </a:ext>
              </a:extLst>
            </p:cNvPr>
            <p:cNvSpPr/>
            <p:nvPr/>
          </p:nvSpPr>
          <p:spPr>
            <a:xfrm>
              <a:off x="7477783" y="596160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193896BB-43D3-43D2-AFB0-9A775C47AE35}"/>
                </a:ext>
              </a:extLst>
            </p:cNvPr>
            <p:cNvSpPr/>
            <p:nvPr/>
          </p:nvSpPr>
          <p:spPr>
            <a:xfrm>
              <a:off x="7477783" y="681002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9" name="Rectangle 678">
              <a:extLst>
                <a:ext uri="{FF2B5EF4-FFF2-40B4-BE49-F238E27FC236}">
                  <a16:creationId xmlns:a16="http://schemas.microsoft.com/office/drawing/2014/main" id="{EE769C13-841D-468C-BBD9-2C02D4E33C87}"/>
                </a:ext>
              </a:extLst>
            </p:cNvPr>
            <p:cNvSpPr/>
            <p:nvPr/>
          </p:nvSpPr>
          <p:spPr>
            <a:xfrm>
              <a:off x="8330953" y="5961609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80" name="Rectangle 679">
              <a:extLst>
                <a:ext uri="{FF2B5EF4-FFF2-40B4-BE49-F238E27FC236}">
                  <a16:creationId xmlns:a16="http://schemas.microsoft.com/office/drawing/2014/main" id="{A1DB434D-D952-4C42-AAE7-3E1B887C3DA9}"/>
                </a:ext>
              </a:extLst>
            </p:cNvPr>
            <p:cNvSpPr/>
            <p:nvPr/>
          </p:nvSpPr>
          <p:spPr>
            <a:xfrm>
              <a:off x="8330953" y="6810023"/>
              <a:ext cx="848414" cy="848414"/>
            </a:xfrm>
            <a:prstGeom prst="rect">
              <a:avLst/>
            </a:prstGeom>
            <a:solidFill>
              <a:schemeClr val="bg1"/>
            </a:solidFill>
            <a:ln w="25400" cmpd="dbl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561" name="Group 560">
            <a:extLst>
              <a:ext uri="{FF2B5EF4-FFF2-40B4-BE49-F238E27FC236}">
                <a16:creationId xmlns:a16="http://schemas.microsoft.com/office/drawing/2014/main" id="{CB92D0B0-D38D-40DF-BA19-13E40A8D8428}"/>
              </a:ext>
            </a:extLst>
          </p:cNvPr>
          <p:cNvGrpSpPr/>
          <p:nvPr/>
        </p:nvGrpSpPr>
        <p:grpSpPr>
          <a:xfrm>
            <a:off x="2763666" y="6489548"/>
            <a:ext cx="8562162" cy="8563418"/>
            <a:chOff x="2055302" y="-271815"/>
            <a:chExt cx="7426573" cy="7427661"/>
          </a:xfrm>
        </p:grpSpPr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17E294CA-E3C3-4A62-AD90-AFB038D4C13A}"/>
                </a:ext>
              </a:extLst>
            </p:cNvPr>
            <p:cNvSpPr/>
            <p:nvPr/>
          </p:nvSpPr>
          <p:spPr>
            <a:xfrm rot="7313666">
              <a:off x="2007387" y="-173714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F9C18448-3E99-4B02-A379-6E19F7E9BD46}"/>
                </a:ext>
              </a:extLst>
            </p:cNvPr>
            <p:cNvSpPr/>
            <p:nvPr/>
          </p:nvSpPr>
          <p:spPr>
            <a:xfrm rot="2750059">
              <a:off x="2133328" y="667987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39FDA258-B5DE-4156-B558-C96146E56B8D}"/>
                </a:ext>
              </a:extLst>
            </p:cNvPr>
            <p:cNvSpPr/>
            <p:nvPr/>
          </p:nvSpPr>
          <p:spPr>
            <a:xfrm rot="7313666">
              <a:off x="1975843" y="1471050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5BC07E7A-DA60-4578-91D6-A4E77CEB53E6}"/>
                </a:ext>
              </a:extLst>
            </p:cNvPr>
            <p:cNvSpPr/>
            <p:nvPr/>
          </p:nvSpPr>
          <p:spPr>
            <a:xfrm rot="2750059">
              <a:off x="2083712" y="2344160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49BF278C-6C56-453D-9D1D-11AA223AE70B}"/>
                </a:ext>
              </a:extLst>
            </p:cNvPr>
            <p:cNvSpPr/>
            <p:nvPr/>
          </p:nvSpPr>
          <p:spPr>
            <a:xfrm rot="7313666">
              <a:off x="1957769" y="3170180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965E668-3920-4A12-92D2-5078C9B562F6}"/>
                </a:ext>
              </a:extLst>
            </p:cNvPr>
            <p:cNvSpPr/>
            <p:nvPr/>
          </p:nvSpPr>
          <p:spPr>
            <a:xfrm rot="2750059">
              <a:off x="2091370" y="4048533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C8CFD409-8611-4023-A27A-C573729B767D}"/>
                </a:ext>
              </a:extLst>
            </p:cNvPr>
            <p:cNvSpPr/>
            <p:nvPr/>
          </p:nvSpPr>
          <p:spPr>
            <a:xfrm rot="7313666">
              <a:off x="2019531" y="4867009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EDB75DB2-47AB-4811-863E-DB528DBA97B0}"/>
                </a:ext>
              </a:extLst>
            </p:cNvPr>
            <p:cNvSpPr/>
            <p:nvPr/>
          </p:nvSpPr>
          <p:spPr>
            <a:xfrm rot="7313666">
              <a:off x="2019531" y="6563837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AA3B007-B5BD-4659-B895-C48E4F8869CC}"/>
                </a:ext>
              </a:extLst>
            </p:cNvPr>
            <p:cNvSpPr/>
            <p:nvPr/>
          </p:nvSpPr>
          <p:spPr>
            <a:xfrm rot="2750059">
              <a:off x="2091370" y="5781810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BABF6B8F-6432-49F0-B5DB-A64D92535D46}"/>
                </a:ext>
              </a:extLst>
            </p:cNvPr>
            <p:cNvSpPr/>
            <p:nvPr/>
          </p:nvSpPr>
          <p:spPr>
            <a:xfrm rot="7313666">
              <a:off x="7127000" y="-173715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E074194A-AC8A-42FF-AC53-4E856DCE292E}"/>
                </a:ext>
              </a:extLst>
            </p:cNvPr>
            <p:cNvSpPr/>
            <p:nvPr/>
          </p:nvSpPr>
          <p:spPr>
            <a:xfrm rot="2750059">
              <a:off x="7252941" y="667986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E7AC36E3-A9A4-482B-8A05-EA85C4CC260A}"/>
                </a:ext>
              </a:extLst>
            </p:cNvPr>
            <p:cNvSpPr/>
            <p:nvPr/>
          </p:nvSpPr>
          <p:spPr>
            <a:xfrm rot="7313666">
              <a:off x="7095456" y="1471049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0DC1101B-0CDB-4053-9735-955D3EAB0455}"/>
                </a:ext>
              </a:extLst>
            </p:cNvPr>
            <p:cNvSpPr/>
            <p:nvPr/>
          </p:nvSpPr>
          <p:spPr>
            <a:xfrm rot="2750059">
              <a:off x="7203325" y="2344159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360D5CE-67DC-4854-8E95-372A88D19D54}"/>
                </a:ext>
              </a:extLst>
            </p:cNvPr>
            <p:cNvSpPr/>
            <p:nvPr/>
          </p:nvSpPr>
          <p:spPr>
            <a:xfrm rot="7313666">
              <a:off x="7077382" y="3170179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5352AF59-F254-45E2-BE72-C68207810DCA}"/>
                </a:ext>
              </a:extLst>
            </p:cNvPr>
            <p:cNvSpPr/>
            <p:nvPr/>
          </p:nvSpPr>
          <p:spPr>
            <a:xfrm rot="2750059">
              <a:off x="7210983" y="4048532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70A76FBF-12B3-46CC-9419-D62FBCF508A1}"/>
                </a:ext>
              </a:extLst>
            </p:cNvPr>
            <p:cNvSpPr/>
            <p:nvPr/>
          </p:nvSpPr>
          <p:spPr>
            <a:xfrm rot="7313666">
              <a:off x="7139144" y="4867008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B5FAD991-A046-4EDF-A849-08969BBCAFB9}"/>
                </a:ext>
              </a:extLst>
            </p:cNvPr>
            <p:cNvSpPr/>
            <p:nvPr/>
          </p:nvSpPr>
          <p:spPr>
            <a:xfrm rot="7313666">
              <a:off x="7139144" y="6563836"/>
              <a:ext cx="690109" cy="493909"/>
            </a:xfrm>
            <a:custGeom>
              <a:avLst/>
              <a:gdLst>
                <a:gd name="connsiteX0" fmla="*/ 4351836 w 8420060"/>
                <a:gd name="connsiteY0" fmla="*/ 2137819 h 6026219"/>
                <a:gd name="connsiteX1" fmla="*/ 4516050 w 8420060"/>
                <a:gd name="connsiteY1" fmla="*/ 2103629 h 6026219"/>
                <a:gd name="connsiteX2" fmla="*/ 4623925 w 8420060"/>
                <a:gd name="connsiteY2" fmla="*/ 2095100 h 6026219"/>
                <a:gd name="connsiteX3" fmla="*/ 4682417 w 8420060"/>
                <a:gd name="connsiteY3" fmla="*/ 2096642 h 6026219"/>
                <a:gd name="connsiteX4" fmla="*/ 4686946 w 8420060"/>
                <a:gd name="connsiteY4" fmla="*/ 2083338 h 6026219"/>
                <a:gd name="connsiteX5" fmla="*/ 4705827 w 8420060"/>
                <a:gd name="connsiteY5" fmla="*/ 2049241 h 6026219"/>
                <a:gd name="connsiteX6" fmla="*/ 4573340 w 8420060"/>
                <a:gd name="connsiteY6" fmla="*/ 2076826 h 6026219"/>
                <a:gd name="connsiteX7" fmla="*/ 4402728 w 8420060"/>
                <a:gd name="connsiteY7" fmla="*/ 2085065 h 6026219"/>
                <a:gd name="connsiteX8" fmla="*/ 4358901 w 8420060"/>
                <a:gd name="connsiteY8" fmla="*/ 2079366 h 6026219"/>
                <a:gd name="connsiteX9" fmla="*/ 4834686 w 8420060"/>
                <a:gd name="connsiteY9" fmla="*/ 4422219 h 6026219"/>
                <a:gd name="connsiteX10" fmla="*/ 4853004 w 8420060"/>
                <a:gd name="connsiteY10" fmla="*/ 4398750 h 6026219"/>
                <a:gd name="connsiteX11" fmla="*/ 4863423 w 8420060"/>
                <a:gd name="connsiteY11" fmla="*/ 4388781 h 6026219"/>
                <a:gd name="connsiteX12" fmla="*/ 4855938 w 8420060"/>
                <a:gd name="connsiteY12" fmla="*/ 4383841 h 6026219"/>
                <a:gd name="connsiteX13" fmla="*/ 1556197 w 8420060"/>
                <a:gd name="connsiteY13" fmla="*/ 4542582 h 6026219"/>
                <a:gd name="connsiteX14" fmla="*/ 2035093 w 8420060"/>
                <a:gd name="connsiteY14" fmla="*/ 4733117 h 6026219"/>
                <a:gd name="connsiteX15" fmla="*/ 2060586 w 8420060"/>
                <a:gd name="connsiteY15" fmla="*/ 4674299 h 6026219"/>
                <a:gd name="connsiteX16" fmla="*/ 2367819 w 8420060"/>
                <a:gd name="connsiteY16" fmla="*/ 4303823 h 6026219"/>
                <a:gd name="connsiteX17" fmla="*/ 2387789 w 8420060"/>
                <a:gd name="connsiteY17" fmla="*/ 4289426 h 6026219"/>
                <a:gd name="connsiteX18" fmla="*/ 2277995 w 8420060"/>
                <a:gd name="connsiteY18" fmla="*/ 4216969 h 6026219"/>
                <a:gd name="connsiteX19" fmla="*/ 2209269 w 8420060"/>
                <a:gd name="connsiteY19" fmla="*/ 4136168 h 6026219"/>
                <a:gd name="connsiteX20" fmla="*/ 563741 w 8420060"/>
                <a:gd name="connsiteY20" fmla="*/ 6026219 h 6026219"/>
                <a:gd name="connsiteX21" fmla="*/ 563743 w 8420060"/>
                <a:gd name="connsiteY21" fmla="*/ 4644828 h 6026219"/>
                <a:gd name="connsiteX22" fmla="*/ 0 w 8420060"/>
                <a:gd name="connsiteY22" fmla="*/ 4600174 h 6026219"/>
                <a:gd name="connsiteX23" fmla="*/ 23605 w 8420060"/>
                <a:gd name="connsiteY23" fmla="*/ 4302173 h 6026219"/>
                <a:gd name="connsiteX24" fmla="*/ 1224376 w 8420060"/>
                <a:gd name="connsiteY24" fmla="*/ 4397285 h 6026219"/>
                <a:gd name="connsiteX25" fmla="*/ 2064668 w 8420060"/>
                <a:gd name="connsiteY25" fmla="*/ 3874362 h 6026219"/>
                <a:gd name="connsiteX26" fmla="*/ 1983864 w 8420060"/>
                <a:gd name="connsiteY26" fmla="*/ 3878264 h 6026219"/>
                <a:gd name="connsiteX27" fmla="*/ 1478759 w 8420060"/>
                <a:gd name="connsiteY27" fmla="*/ 3625480 h 6026219"/>
                <a:gd name="connsiteX28" fmla="*/ 1974941 w 8420060"/>
                <a:gd name="connsiteY28" fmla="*/ 2514678 h 6026219"/>
                <a:gd name="connsiteX29" fmla="*/ 2514959 w 8420060"/>
                <a:gd name="connsiteY29" fmla="*/ 2315592 h 6026219"/>
                <a:gd name="connsiteX30" fmla="*/ 2562657 w 8420060"/>
                <a:gd name="connsiteY30" fmla="*/ 2313288 h 6026219"/>
                <a:gd name="connsiteX31" fmla="*/ 2574784 w 8420060"/>
                <a:gd name="connsiteY31" fmla="*/ 2277668 h 6026219"/>
                <a:gd name="connsiteX32" fmla="*/ 3074662 w 8420060"/>
                <a:gd name="connsiteY32" fmla="*/ 1731681 h 6026219"/>
                <a:gd name="connsiteX33" fmla="*/ 3785291 w 8420060"/>
                <a:gd name="connsiteY33" fmla="*/ 1524357 h 6026219"/>
                <a:gd name="connsiteX34" fmla="*/ 3829117 w 8420060"/>
                <a:gd name="connsiteY34" fmla="*/ 1530056 h 6026219"/>
                <a:gd name="connsiteX35" fmla="*/ 3842653 w 8420060"/>
                <a:gd name="connsiteY35" fmla="*/ 1418071 h 6026219"/>
                <a:gd name="connsiteX36" fmla="*/ 4393805 w 8420060"/>
                <a:gd name="connsiteY36" fmla="*/ 721479 h 6026219"/>
                <a:gd name="connsiteX37" fmla="*/ 5104435 w 8420060"/>
                <a:gd name="connsiteY37" fmla="*/ 514154 h 6026219"/>
                <a:gd name="connsiteX38" fmla="*/ 5251327 w 8420060"/>
                <a:gd name="connsiteY38" fmla="*/ 533257 h 6026219"/>
                <a:gd name="connsiteX39" fmla="*/ 5350783 w 8420060"/>
                <a:gd name="connsiteY39" fmla="*/ 438096 h 6026219"/>
                <a:gd name="connsiteX40" fmla="*/ 5515979 w 8420060"/>
                <a:gd name="connsiteY40" fmla="*/ 318999 h 6026219"/>
                <a:gd name="connsiteX41" fmla="*/ 6731714 w 8420060"/>
                <a:gd name="connsiteY41" fmla="*/ 364457 h 6026219"/>
                <a:gd name="connsiteX42" fmla="*/ 6786831 w 8420060"/>
                <a:gd name="connsiteY42" fmla="*/ 491793 h 6026219"/>
                <a:gd name="connsiteX43" fmla="*/ 6800183 w 8420060"/>
                <a:gd name="connsiteY43" fmla="*/ 597315 h 6026219"/>
                <a:gd name="connsiteX44" fmla="*/ 6825664 w 8420060"/>
                <a:gd name="connsiteY44" fmla="*/ 557244 h 6026219"/>
                <a:gd name="connsiteX45" fmla="*/ 7104837 w 8420060"/>
                <a:gd name="connsiteY45" fmla="*/ 276312 h 6026219"/>
                <a:gd name="connsiteX46" fmla="*/ 8319307 w 8420060"/>
                <a:gd name="connsiteY46" fmla="*/ 204603 h 6026219"/>
                <a:gd name="connsiteX47" fmla="*/ 7932288 w 8420060"/>
                <a:gd name="connsiteY47" fmla="*/ 1357987 h 6026219"/>
                <a:gd name="connsiteX48" fmla="*/ 7762504 w 8420060"/>
                <a:gd name="connsiteY48" fmla="*/ 1470448 h 6026219"/>
                <a:gd name="connsiteX49" fmla="*/ 7619427 w 8420060"/>
                <a:gd name="connsiteY49" fmla="*/ 1538919 h 6026219"/>
                <a:gd name="connsiteX50" fmla="*/ 7594862 w 8420060"/>
                <a:gd name="connsiteY50" fmla="*/ 1611074 h 6026219"/>
                <a:gd name="connsiteX51" fmla="*/ 7399888 w 8420060"/>
                <a:gd name="connsiteY51" fmla="*/ 1904288 h 6026219"/>
                <a:gd name="connsiteX52" fmla="*/ 7316927 w 8420060"/>
                <a:gd name="connsiteY52" fmla="*/ 1983666 h 6026219"/>
                <a:gd name="connsiteX53" fmla="*/ 7432921 w 8420060"/>
                <a:gd name="connsiteY53" fmla="*/ 2060215 h 6026219"/>
                <a:gd name="connsiteX54" fmla="*/ 7522819 w 8420060"/>
                <a:gd name="connsiteY54" fmla="*/ 2165907 h 6026219"/>
                <a:gd name="connsiteX55" fmla="*/ 7026637 w 8420060"/>
                <a:gd name="connsiteY55" fmla="*/ 3276709 h 6026219"/>
                <a:gd name="connsiteX56" fmla="*/ 6665186 w 8420060"/>
                <a:gd name="connsiteY56" fmla="*/ 3438616 h 6026219"/>
                <a:gd name="connsiteX57" fmla="*/ 6542742 w 8420060"/>
                <a:gd name="connsiteY57" fmla="*/ 3464110 h 6026219"/>
                <a:gd name="connsiteX58" fmla="*/ 6544166 w 8420060"/>
                <a:gd name="connsiteY58" fmla="*/ 3475368 h 6026219"/>
                <a:gd name="connsiteX59" fmla="*/ 6280113 w 8420060"/>
                <a:gd name="connsiteY59" fmla="*/ 4066503 h 6026219"/>
                <a:gd name="connsiteX60" fmla="*/ 6269694 w 8420060"/>
                <a:gd name="connsiteY60" fmla="*/ 4076473 h 6026219"/>
                <a:gd name="connsiteX61" fmla="*/ 6283745 w 8420060"/>
                <a:gd name="connsiteY61" fmla="*/ 4085746 h 6026219"/>
                <a:gd name="connsiteX62" fmla="*/ 6373643 w 8420060"/>
                <a:gd name="connsiteY62" fmla="*/ 4191437 h 6026219"/>
                <a:gd name="connsiteX63" fmla="*/ 5877460 w 8420060"/>
                <a:gd name="connsiteY63" fmla="*/ 5302239 h 6026219"/>
                <a:gd name="connsiteX64" fmla="*/ 4702931 w 8420060"/>
                <a:gd name="connsiteY64" fmla="*/ 5313140 h 6026219"/>
                <a:gd name="connsiteX65" fmla="*/ 4693693 w 8420060"/>
                <a:gd name="connsiteY65" fmla="*/ 5300504 h 6026219"/>
                <a:gd name="connsiteX66" fmla="*/ 4644795 w 8420060"/>
                <a:gd name="connsiteY66" fmla="*/ 5363153 h 6026219"/>
                <a:gd name="connsiteX67" fmla="*/ 4339890 w 8420060"/>
                <a:gd name="connsiteY67" fmla="*/ 5615925 h 6026219"/>
                <a:gd name="connsiteX68" fmla="*/ 3124155 w 8420060"/>
                <a:gd name="connsiteY68" fmla="*/ 5570467 h 6026219"/>
                <a:gd name="connsiteX69" fmla="*/ 3069038 w 8420060"/>
                <a:gd name="connsiteY69" fmla="*/ 5443131 h 6026219"/>
                <a:gd name="connsiteX70" fmla="*/ 3068411 w 8420060"/>
                <a:gd name="connsiteY70" fmla="*/ 5438178 h 6026219"/>
                <a:gd name="connsiteX71" fmla="*/ 2891117 w 8420060"/>
                <a:gd name="connsiteY71" fmla="*/ 5502894 h 6026219"/>
                <a:gd name="connsiteX72" fmla="*/ 2036833 w 8420060"/>
                <a:gd name="connsiteY72" fmla="*/ 5295528 h 6026219"/>
                <a:gd name="connsiteX73" fmla="*/ 1965069 w 8420060"/>
                <a:gd name="connsiteY73" fmla="*/ 5064425 h 6026219"/>
                <a:gd name="connsiteX74" fmla="*/ 1966826 w 8420060"/>
                <a:gd name="connsiteY74" fmla="*/ 5027683 h 6026219"/>
                <a:gd name="connsiteX75" fmla="*/ 1114125 w 8420060"/>
                <a:gd name="connsiteY75" fmla="*/ 4688423 h 6026219"/>
                <a:gd name="connsiteX76" fmla="*/ 862678 w 8420060"/>
                <a:gd name="connsiteY76" fmla="*/ 4668506 h 6026219"/>
                <a:gd name="connsiteX77" fmla="*/ 862677 w 8420060"/>
                <a:gd name="connsiteY77" fmla="*/ 6026218 h 6026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8420060" h="6026219">
                  <a:moveTo>
                    <a:pt x="4351836" y="2137819"/>
                  </a:moveTo>
                  <a:lnTo>
                    <a:pt x="4516050" y="2103629"/>
                  </a:lnTo>
                  <a:cubicBezTo>
                    <a:pt x="4552593" y="2098904"/>
                    <a:pt x="4588617" y="2096064"/>
                    <a:pt x="4623925" y="2095100"/>
                  </a:cubicBezTo>
                  <a:lnTo>
                    <a:pt x="4682417" y="2096642"/>
                  </a:lnTo>
                  <a:lnTo>
                    <a:pt x="4686946" y="2083338"/>
                  </a:lnTo>
                  <a:lnTo>
                    <a:pt x="4705827" y="2049241"/>
                  </a:lnTo>
                  <a:lnTo>
                    <a:pt x="4573340" y="2076826"/>
                  </a:lnTo>
                  <a:cubicBezTo>
                    <a:pt x="4514871" y="2084386"/>
                    <a:pt x="4457729" y="2087122"/>
                    <a:pt x="4402728" y="2085065"/>
                  </a:cubicBezTo>
                  <a:lnTo>
                    <a:pt x="4358901" y="2079366"/>
                  </a:lnTo>
                  <a:close/>
                  <a:moveTo>
                    <a:pt x="4834686" y="4422219"/>
                  </a:moveTo>
                  <a:lnTo>
                    <a:pt x="4853004" y="4398750"/>
                  </a:lnTo>
                  <a:lnTo>
                    <a:pt x="4863423" y="4388781"/>
                  </a:lnTo>
                  <a:lnTo>
                    <a:pt x="4855938" y="4383841"/>
                  </a:lnTo>
                  <a:close/>
                  <a:moveTo>
                    <a:pt x="1556197" y="4542582"/>
                  </a:moveTo>
                  <a:lnTo>
                    <a:pt x="2035093" y="4733117"/>
                  </a:lnTo>
                  <a:lnTo>
                    <a:pt x="2060586" y="4674299"/>
                  </a:lnTo>
                  <a:cubicBezTo>
                    <a:pt x="2129716" y="4543043"/>
                    <a:pt x="2234132" y="4415063"/>
                    <a:pt x="2367819" y="4303823"/>
                  </a:cubicBezTo>
                  <a:lnTo>
                    <a:pt x="2387789" y="4289426"/>
                  </a:lnTo>
                  <a:lnTo>
                    <a:pt x="2277995" y="4216969"/>
                  </a:lnTo>
                  <a:lnTo>
                    <a:pt x="2209269" y="4136168"/>
                  </a:lnTo>
                  <a:close/>
                  <a:moveTo>
                    <a:pt x="563741" y="6026219"/>
                  </a:moveTo>
                  <a:lnTo>
                    <a:pt x="563743" y="4644828"/>
                  </a:lnTo>
                  <a:lnTo>
                    <a:pt x="0" y="4600174"/>
                  </a:lnTo>
                  <a:lnTo>
                    <a:pt x="23605" y="4302173"/>
                  </a:lnTo>
                  <a:lnTo>
                    <a:pt x="1224376" y="4397285"/>
                  </a:lnTo>
                  <a:lnTo>
                    <a:pt x="2064668" y="3874362"/>
                  </a:lnTo>
                  <a:lnTo>
                    <a:pt x="1983864" y="3878264"/>
                  </a:lnTo>
                  <a:cubicBezTo>
                    <a:pt x="1763859" y="3870038"/>
                    <a:pt x="1578108" y="3785127"/>
                    <a:pt x="1478759" y="3625480"/>
                  </a:cubicBezTo>
                  <a:cubicBezTo>
                    <a:pt x="1280059" y="3306187"/>
                    <a:pt x="1502208" y="2808864"/>
                    <a:pt x="1974941" y="2514678"/>
                  </a:cubicBezTo>
                  <a:cubicBezTo>
                    <a:pt x="2152215" y="2404358"/>
                    <a:pt x="2339555" y="2338270"/>
                    <a:pt x="2514959" y="2315592"/>
                  </a:cubicBezTo>
                  <a:lnTo>
                    <a:pt x="2562657" y="2313288"/>
                  </a:lnTo>
                  <a:lnTo>
                    <a:pt x="2574784" y="2277668"/>
                  </a:lnTo>
                  <a:cubicBezTo>
                    <a:pt x="2664575" y="2076652"/>
                    <a:pt x="2838296" y="1878775"/>
                    <a:pt x="3074662" y="1731681"/>
                  </a:cubicBezTo>
                  <a:cubicBezTo>
                    <a:pt x="3311027" y="1584589"/>
                    <a:pt x="3565286" y="1516130"/>
                    <a:pt x="3785291" y="1524357"/>
                  </a:cubicBezTo>
                  <a:lnTo>
                    <a:pt x="3829117" y="1530056"/>
                  </a:lnTo>
                  <a:lnTo>
                    <a:pt x="3842653" y="1418071"/>
                  </a:lnTo>
                  <a:cubicBezTo>
                    <a:pt x="3900774" y="1168562"/>
                    <a:pt x="4098347" y="905346"/>
                    <a:pt x="4393805" y="721479"/>
                  </a:cubicBezTo>
                  <a:cubicBezTo>
                    <a:pt x="4630171" y="574386"/>
                    <a:pt x="4884430" y="505927"/>
                    <a:pt x="5104435" y="514154"/>
                  </a:cubicBezTo>
                  <a:lnTo>
                    <a:pt x="5251327" y="533257"/>
                  </a:lnTo>
                  <a:lnTo>
                    <a:pt x="5350783" y="438096"/>
                  </a:lnTo>
                  <a:cubicBezTo>
                    <a:pt x="5401711" y="395720"/>
                    <a:pt x="5456887" y="355772"/>
                    <a:pt x="5515979" y="318999"/>
                  </a:cubicBezTo>
                  <a:cubicBezTo>
                    <a:pt x="5988711" y="24812"/>
                    <a:pt x="6533015" y="45164"/>
                    <a:pt x="6731714" y="364457"/>
                  </a:cubicBezTo>
                  <a:cubicBezTo>
                    <a:pt x="6756551" y="404369"/>
                    <a:pt x="6774813" y="447062"/>
                    <a:pt x="6786831" y="491793"/>
                  </a:cubicBezTo>
                  <a:lnTo>
                    <a:pt x="6800183" y="597315"/>
                  </a:lnTo>
                  <a:lnTo>
                    <a:pt x="6825664" y="557244"/>
                  </a:lnTo>
                  <a:cubicBezTo>
                    <a:pt x="6900528" y="456592"/>
                    <a:pt x="6994277" y="360887"/>
                    <a:pt x="7104837" y="276312"/>
                  </a:cubicBezTo>
                  <a:cubicBezTo>
                    <a:pt x="7547076" y="-61988"/>
                    <a:pt x="8090813" y="-94094"/>
                    <a:pt x="8319307" y="204603"/>
                  </a:cubicBezTo>
                  <a:cubicBezTo>
                    <a:pt x="8547801" y="503300"/>
                    <a:pt x="8374526" y="1019687"/>
                    <a:pt x="7932288" y="1357987"/>
                  </a:cubicBezTo>
                  <a:cubicBezTo>
                    <a:pt x="7877008" y="1400274"/>
                    <a:pt x="7820142" y="1437777"/>
                    <a:pt x="7762504" y="1470448"/>
                  </a:cubicBezTo>
                  <a:lnTo>
                    <a:pt x="7619427" y="1538919"/>
                  </a:lnTo>
                  <a:lnTo>
                    <a:pt x="7594862" y="1611074"/>
                  </a:lnTo>
                  <a:cubicBezTo>
                    <a:pt x="7549966" y="1711582"/>
                    <a:pt x="7484088" y="1811305"/>
                    <a:pt x="7399888" y="1904288"/>
                  </a:cubicBezTo>
                  <a:lnTo>
                    <a:pt x="7316927" y="1983666"/>
                  </a:lnTo>
                  <a:lnTo>
                    <a:pt x="7432921" y="2060215"/>
                  </a:lnTo>
                  <a:cubicBezTo>
                    <a:pt x="7467744" y="2090754"/>
                    <a:pt x="7497981" y="2125995"/>
                    <a:pt x="7522819" y="2165907"/>
                  </a:cubicBezTo>
                  <a:cubicBezTo>
                    <a:pt x="7721518" y="2485200"/>
                    <a:pt x="7499369" y="2982523"/>
                    <a:pt x="7026637" y="3276709"/>
                  </a:cubicBezTo>
                  <a:cubicBezTo>
                    <a:pt x="6908454" y="3350256"/>
                    <a:pt x="6785797" y="3404144"/>
                    <a:pt x="6665186" y="3438616"/>
                  </a:cubicBezTo>
                  <a:lnTo>
                    <a:pt x="6542742" y="3464110"/>
                  </a:lnTo>
                  <a:lnTo>
                    <a:pt x="6544166" y="3475368"/>
                  </a:lnTo>
                  <a:cubicBezTo>
                    <a:pt x="6543625" y="3667611"/>
                    <a:pt x="6448513" y="3880538"/>
                    <a:pt x="6280113" y="4066503"/>
                  </a:cubicBezTo>
                  <a:lnTo>
                    <a:pt x="6269694" y="4076473"/>
                  </a:lnTo>
                  <a:lnTo>
                    <a:pt x="6283745" y="4085746"/>
                  </a:lnTo>
                  <a:cubicBezTo>
                    <a:pt x="6318568" y="4116285"/>
                    <a:pt x="6348805" y="4151525"/>
                    <a:pt x="6373643" y="4191437"/>
                  </a:cubicBezTo>
                  <a:cubicBezTo>
                    <a:pt x="6572342" y="4510730"/>
                    <a:pt x="6350193" y="5008053"/>
                    <a:pt x="5877460" y="5302239"/>
                  </a:cubicBezTo>
                  <a:cubicBezTo>
                    <a:pt x="5434275" y="5578038"/>
                    <a:pt x="4928185" y="5577388"/>
                    <a:pt x="4702931" y="5313140"/>
                  </a:cubicBezTo>
                  <a:lnTo>
                    <a:pt x="4693693" y="5300504"/>
                  </a:lnTo>
                  <a:lnTo>
                    <a:pt x="4644795" y="5363153"/>
                  </a:lnTo>
                  <a:cubicBezTo>
                    <a:pt x="4560595" y="5456136"/>
                    <a:pt x="4458074" y="5542378"/>
                    <a:pt x="4339890" y="5615925"/>
                  </a:cubicBezTo>
                  <a:cubicBezTo>
                    <a:pt x="3867158" y="5910111"/>
                    <a:pt x="3322854" y="5889759"/>
                    <a:pt x="3124155" y="5570467"/>
                  </a:cubicBezTo>
                  <a:cubicBezTo>
                    <a:pt x="3099318" y="5530555"/>
                    <a:pt x="3081056" y="5487862"/>
                    <a:pt x="3069038" y="5443131"/>
                  </a:cubicBezTo>
                  <a:lnTo>
                    <a:pt x="3068411" y="5438178"/>
                  </a:lnTo>
                  <a:lnTo>
                    <a:pt x="2891117" y="5502894"/>
                  </a:lnTo>
                  <a:cubicBezTo>
                    <a:pt x="2529284" y="5606313"/>
                    <a:pt x="2185857" y="5534998"/>
                    <a:pt x="2036833" y="5295528"/>
                  </a:cubicBezTo>
                  <a:cubicBezTo>
                    <a:pt x="1993367" y="5225683"/>
                    <a:pt x="1970040" y="5147319"/>
                    <a:pt x="1965069" y="5064425"/>
                  </a:cubicBezTo>
                  <a:lnTo>
                    <a:pt x="1966826" y="5027683"/>
                  </a:lnTo>
                  <a:lnTo>
                    <a:pt x="1114125" y="4688423"/>
                  </a:lnTo>
                  <a:lnTo>
                    <a:pt x="862678" y="4668506"/>
                  </a:lnTo>
                  <a:lnTo>
                    <a:pt x="862677" y="6026218"/>
                  </a:lnTo>
                  <a:close/>
                </a:path>
              </a:pathLst>
            </a:custGeom>
            <a:solidFill>
              <a:srgbClr val="66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EE3E61B8-7A54-4333-863B-94B7DD751DDC}"/>
                </a:ext>
              </a:extLst>
            </p:cNvPr>
            <p:cNvSpPr/>
            <p:nvPr/>
          </p:nvSpPr>
          <p:spPr>
            <a:xfrm rot="2750059">
              <a:off x="7210983" y="5781809"/>
              <a:ext cx="438225" cy="495046"/>
            </a:xfrm>
            <a:custGeom>
              <a:avLst/>
              <a:gdLst>
                <a:gd name="connsiteX0" fmla="*/ 37686 w 871782"/>
                <a:gd name="connsiteY0" fmla="*/ 0 h 984818"/>
                <a:gd name="connsiteX1" fmla="*/ 58699 w 871782"/>
                <a:gd name="connsiteY1" fmla="*/ 16267 h 984818"/>
                <a:gd name="connsiteX2" fmla="*/ 113617 w 871782"/>
                <a:gd name="connsiteY2" fmla="*/ 10087 h 984818"/>
                <a:gd name="connsiteX3" fmla="*/ 395038 w 871782"/>
                <a:gd name="connsiteY3" fmla="*/ 48459 h 984818"/>
                <a:gd name="connsiteX4" fmla="*/ 650708 w 871782"/>
                <a:gd name="connsiteY4" fmla="*/ 223323 h 984818"/>
                <a:gd name="connsiteX5" fmla="*/ 655352 w 871782"/>
                <a:gd name="connsiteY5" fmla="*/ 230565 h 984818"/>
                <a:gd name="connsiteX6" fmla="*/ 730911 w 871782"/>
                <a:gd name="connsiteY6" fmla="*/ 246359 h 984818"/>
                <a:gd name="connsiteX7" fmla="*/ 802893 w 871782"/>
                <a:gd name="connsiteY7" fmla="*/ 293864 h 984818"/>
                <a:gd name="connsiteX8" fmla="*/ 816508 w 871782"/>
                <a:gd name="connsiteY8" fmla="*/ 592283 h 984818"/>
                <a:gd name="connsiteX9" fmla="*/ 517818 w 871782"/>
                <a:gd name="connsiteY9" fmla="*/ 587364 h 984818"/>
                <a:gd name="connsiteX10" fmla="*/ 504204 w 871782"/>
                <a:gd name="connsiteY10" fmla="*/ 288944 h 984818"/>
                <a:gd name="connsiteX11" fmla="*/ 536102 w 871782"/>
                <a:gd name="connsiteY11" fmla="*/ 262450 h 984818"/>
                <a:gd name="connsiteX12" fmla="*/ 558391 w 871782"/>
                <a:gd name="connsiteY12" fmla="*/ 250820 h 984818"/>
                <a:gd name="connsiteX13" fmla="*/ 537433 w 871782"/>
                <a:gd name="connsiteY13" fmla="*/ 225762 h 984818"/>
                <a:gd name="connsiteX14" fmla="*/ 346020 w 871782"/>
                <a:gd name="connsiteY14" fmla="*/ 123247 h 984818"/>
                <a:gd name="connsiteX15" fmla="*/ 198368 w 871782"/>
                <a:gd name="connsiteY15" fmla="*/ 97363 h 984818"/>
                <a:gd name="connsiteX16" fmla="*/ 154394 w 871782"/>
                <a:gd name="connsiteY16" fmla="*/ 99266 h 984818"/>
                <a:gd name="connsiteX17" fmla="*/ 182035 w 871782"/>
                <a:gd name="connsiteY17" fmla="*/ 126743 h 984818"/>
                <a:gd name="connsiteX18" fmla="*/ 288974 w 871782"/>
                <a:gd name="connsiteY18" fmla="*/ 282554 h 984818"/>
                <a:gd name="connsiteX19" fmla="*/ 353794 w 871782"/>
                <a:gd name="connsiteY19" fmla="*/ 528683 h 984818"/>
                <a:gd name="connsiteX20" fmla="*/ 348851 w 871782"/>
                <a:gd name="connsiteY20" fmla="*/ 567300 h 984818"/>
                <a:gd name="connsiteX21" fmla="*/ 407314 w 871782"/>
                <a:gd name="connsiteY21" fmla="*/ 579520 h 984818"/>
                <a:gd name="connsiteX22" fmla="*/ 479297 w 871782"/>
                <a:gd name="connsiteY22" fmla="*/ 627024 h 984818"/>
                <a:gd name="connsiteX23" fmla="*/ 492911 w 871782"/>
                <a:gd name="connsiteY23" fmla="*/ 925444 h 984818"/>
                <a:gd name="connsiteX24" fmla="*/ 194222 w 871782"/>
                <a:gd name="connsiteY24" fmla="*/ 920525 h 984818"/>
                <a:gd name="connsiteX25" fmla="*/ 180607 w 871782"/>
                <a:gd name="connsiteY25" fmla="*/ 622105 h 984818"/>
                <a:gd name="connsiteX26" fmla="*/ 248360 w 871782"/>
                <a:gd name="connsiteY26" fmla="*/ 576902 h 984818"/>
                <a:gd name="connsiteX27" fmla="*/ 262718 w 871782"/>
                <a:gd name="connsiteY27" fmla="*/ 574324 h 984818"/>
                <a:gd name="connsiteX28" fmla="*/ 267583 w 871782"/>
                <a:gd name="connsiteY28" fmla="*/ 508949 h 984818"/>
                <a:gd name="connsiteX29" fmla="*/ 201704 w 871782"/>
                <a:gd name="connsiteY29" fmla="*/ 302049 h 984818"/>
                <a:gd name="connsiteX30" fmla="*/ 0 w 871782"/>
                <a:gd name="connsiteY30" fmla="*/ 79236 h 984818"/>
                <a:gd name="connsiteX31" fmla="*/ 22016 w 871782"/>
                <a:gd name="connsiteY31" fmla="*/ 32945 h 984818"/>
                <a:gd name="connsiteX32" fmla="*/ 17918 w 871782"/>
                <a:gd name="connsiteY32" fmla="*/ 20857 h 984818"/>
                <a:gd name="connsiteX33" fmla="*/ 28323 w 871782"/>
                <a:gd name="connsiteY33" fmla="*/ 19686 h 984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71782" h="984818">
                  <a:moveTo>
                    <a:pt x="37686" y="0"/>
                  </a:moveTo>
                  <a:lnTo>
                    <a:pt x="58699" y="16267"/>
                  </a:lnTo>
                  <a:lnTo>
                    <a:pt x="113617" y="10087"/>
                  </a:lnTo>
                  <a:cubicBezTo>
                    <a:pt x="209893" y="5283"/>
                    <a:pt x="306846" y="18305"/>
                    <a:pt x="395038" y="48459"/>
                  </a:cubicBezTo>
                  <a:cubicBezTo>
                    <a:pt x="505486" y="86223"/>
                    <a:pt x="594203" y="148031"/>
                    <a:pt x="650708" y="223323"/>
                  </a:cubicBezTo>
                  <a:lnTo>
                    <a:pt x="655352" y="230565"/>
                  </a:lnTo>
                  <a:lnTo>
                    <a:pt x="730911" y="246359"/>
                  </a:lnTo>
                  <a:cubicBezTo>
                    <a:pt x="756805" y="257079"/>
                    <a:pt x="781333" y="272922"/>
                    <a:pt x="802893" y="293864"/>
                  </a:cubicBezTo>
                  <a:cubicBezTo>
                    <a:pt x="889134" y="377629"/>
                    <a:pt x="895230" y="511235"/>
                    <a:pt x="816508" y="592283"/>
                  </a:cubicBezTo>
                  <a:cubicBezTo>
                    <a:pt x="737787" y="673331"/>
                    <a:pt x="604059" y="671129"/>
                    <a:pt x="517818" y="587364"/>
                  </a:cubicBezTo>
                  <a:cubicBezTo>
                    <a:pt x="431578" y="503599"/>
                    <a:pt x="425482" y="369992"/>
                    <a:pt x="504204" y="288944"/>
                  </a:cubicBezTo>
                  <a:cubicBezTo>
                    <a:pt x="514044" y="278813"/>
                    <a:pt x="524743" y="269983"/>
                    <a:pt x="536102" y="262450"/>
                  </a:cubicBezTo>
                  <a:lnTo>
                    <a:pt x="558391" y="250820"/>
                  </a:lnTo>
                  <a:lnTo>
                    <a:pt x="537433" y="225762"/>
                  </a:lnTo>
                  <a:cubicBezTo>
                    <a:pt x="488684" y="181757"/>
                    <a:pt x="423241" y="146105"/>
                    <a:pt x="346020" y="123247"/>
                  </a:cubicBezTo>
                  <a:cubicBezTo>
                    <a:pt x="298871" y="109291"/>
                    <a:pt x="249005" y="100621"/>
                    <a:pt x="198368" y="97363"/>
                  </a:cubicBezTo>
                  <a:lnTo>
                    <a:pt x="154394" y="99266"/>
                  </a:lnTo>
                  <a:lnTo>
                    <a:pt x="182035" y="126743"/>
                  </a:lnTo>
                  <a:cubicBezTo>
                    <a:pt x="224538" y="174533"/>
                    <a:pt x="260805" y="227169"/>
                    <a:pt x="288974" y="282554"/>
                  </a:cubicBezTo>
                  <a:cubicBezTo>
                    <a:pt x="331306" y="365788"/>
                    <a:pt x="352940" y="450369"/>
                    <a:pt x="353794" y="528683"/>
                  </a:cubicBezTo>
                  <a:lnTo>
                    <a:pt x="348851" y="567300"/>
                  </a:lnTo>
                  <a:lnTo>
                    <a:pt x="407314" y="579520"/>
                  </a:lnTo>
                  <a:cubicBezTo>
                    <a:pt x="433208" y="590240"/>
                    <a:pt x="457736" y="606083"/>
                    <a:pt x="479297" y="627024"/>
                  </a:cubicBezTo>
                  <a:cubicBezTo>
                    <a:pt x="565537" y="710790"/>
                    <a:pt x="571633" y="844396"/>
                    <a:pt x="492911" y="925444"/>
                  </a:cubicBezTo>
                  <a:cubicBezTo>
                    <a:pt x="414190" y="1006492"/>
                    <a:pt x="280462" y="1004290"/>
                    <a:pt x="194222" y="920525"/>
                  </a:cubicBezTo>
                  <a:cubicBezTo>
                    <a:pt x="107981" y="836760"/>
                    <a:pt x="101885" y="703153"/>
                    <a:pt x="180607" y="622105"/>
                  </a:cubicBezTo>
                  <a:cubicBezTo>
                    <a:pt x="200287" y="601843"/>
                    <a:pt x="223405" y="586784"/>
                    <a:pt x="248360" y="576902"/>
                  </a:cubicBezTo>
                  <a:lnTo>
                    <a:pt x="262718" y="574324"/>
                  </a:lnTo>
                  <a:lnTo>
                    <a:pt x="267583" y="508949"/>
                  </a:lnTo>
                  <a:cubicBezTo>
                    <a:pt x="263275" y="443418"/>
                    <a:pt x="241170" y="372247"/>
                    <a:pt x="201704" y="302049"/>
                  </a:cubicBezTo>
                  <a:cubicBezTo>
                    <a:pt x="153510" y="216325"/>
                    <a:pt x="82785" y="138198"/>
                    <a:pt x="0" y="79236"/>
                  </a:cubicBezTo>
                  <a:lnTo>
                    <a:pt x="22016" y="32945"/>
                  </a:lnTo>
                  <a:lnTo>
                    <a:pt x="17918" y="20857"/>
                  </a:lnTo>
                  <a:lnTo>
                    <a:pt x="28323" y="19686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solidFill>
                  <a:schemeClr val="tx1"/>
                </a:solidFill>
              </a:endParaRPr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3D73CD1D-5B9B-41CD-AA68-554F495745C2}"/>
                </a:ext>
              </a:extLst>
            </p:cNvPr>
            <p:cNvSpPr/>
            <p:nvPr/>
          </p:nvSpPr>
          <p:spPr>
            <a:xfrm>
              <a:off x="5363501" y="642255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EC9B0A87-765F-418C-AB25-A17E836B6D40}"/>
                </a:ext>
              </a:extLst>
            </p:cNvPr>
            <p:cNvSpPr/>
            <p:nvPr/>
          </p:nvSpPr>
          <p:spPr>
            <a:xfrm>
              <a:off x="4513578" y="3145030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35E5C6DF-6F8B-457A-882D-CF3B1631CE58}"/>
                </a:ext>
              </a:extLst>
            </p:cNvPr>
            <p:cNvSpPr/>
            <p:nvPr/>
          </p:nvSpPr>
          <p:spPr>
            <a:xfrm>
              <a:off x="5449309" y="5729451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3B57E737-2859-46FF-B3DD-A5FA53A3AD19}"/>
                </a:ext>
              </a:extLst>
            </p:cNvPr>
            <p:cNvSpPr/>
            <p:nvPr/>
          </p:nvSpPr>
          <p:spPr>
            <a:xfrm rot="19185010">
              <a:off x="4674570" y="2389861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51D8AD06-A503-4F9A-B5FA-FE535A174447}"/>
                </a:ext>
              </a:extLst>
            </p:cNvPr>
            <p:cNvSpPr/>
            <p:nvPr/>
          </p:nvSpPr>
          <p:spPr>
            <a:xfrm>
              <a:off x="3647423" y="6470668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F39DEC62-9258-422C-B7FD-7FE4F0D12498}"/>
                </a:ext>
              </a:extLst>
            </p:cNvPr>
            <p:cNvSpPr/>
            <p:nvPr/>
          </p:nvSpPr>
          <p:spPr>
            <a:xfrm>
              <a:off x="3729568" y="1483289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6ABC8579-681F-4B0B-83CC-F4A45381F2B6}"/>
                </a:ext>
              </a:extLst>
            </p:cNvPr>
            <p:cNvSpPr/>
            <p:nvPr/>
          </p:nvSpPr>
          <p:spPr>
            <a:xfrm rot="19185010">
              <a:off x="8896833" y="748102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EEA3A307-F1C0-4E38-ADA3-ECE5A6FC98A6}"/>
                </a:ext>
              </a:extLst>
            </p:cNvPr>
            <p:cNvSpPr/>
            <p:nvPr/>
          </p:nvSpPr>
          <p:spPr>
            <a:xfrm rot="19185010">
              <a:off x="8101283" y="6613031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8FCE36AB-2BE2-41EF-93D8-2012C6F0C932}"/>
                </a:ext>
              </a:extLst>
            </p:cNvPr>
            <p:cNvSpPr/>
            <p:nvPr/>
          </p:nvSpPr>
          <p:spPr>
            <a:xfrm rot="19185010">
              <a:off x="2964296" y="6613031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33E549BD-9D95-46C1-AE6B-42F4756C0B44}"/>
                </a:ext>
              </a:extLst>
            </p:cNvPr>
            <p:cNvSpPr/>
            <p:nvPr/>
          </p:nvSpPr>
          <p:spPr>
            <a:xfrm rot="19185010">
              <a:off x="2964296" y="-137762"/>
              <a:ext cx="585042" cy="393984"/>
            </a:xfrm>
            <a:custGeom>
              <a:avLst/>
              <a:gdLst>
                <a:gd name="connsiteX0" fmla="*/ 3922602 w 3922602"/>
                <a:gd name="connsiteY0" fmla="*/ 1025189 h 2641584"/>
                <a:gd name="connsiteX1" fmla="*/ 3922602 w 3922602"/>
                <a:gd name="connsiteY1" fmla="*/ 1270868 h 2641584"/>
                <a:gd name="connsiteX2" fmla="*/ 3570130 w 3922602"/>
                <a:gd name="connsiteY2" fmla="*/ 1270868 h 2641584"/>
                <a:gd name="connsiteX3" fmla="*/ 3570042 w 3922602"/>
                <a:gd name="connsiteY3" fmla="*/ 1293605 h 2641584"/>
                <a:gd name="connsiteX4" fmla="*/ 3341106 w 3922602"/>
                <a:gd name="connsiteY4" fmla="*/ 1762875 h 2641584"/>
                <a:gd name="connsiteX5" fmla="*/ 3271845 w 3922602"/>
                <a:gd name="connsiteY5" fmla="*/ 1830987 h 2641584"/>
                <a:gd name="connsiteX6" fmla="*/ 3271612 w 3922602"/>
                <a:gd name="connsiteY6" fmla="*/ 1831476 h 2641584"/>
                <a:gd name="connsiteX7" fmla="*/ 1936347 w 3922602"/>
                <a:gd name="connsiteY7" fmla="*/ 2634914 h 2641584"/>
                <a:gd name="connsiteX8" fmla="*/ 674674 w 3922602"/>
                <a:gd name="connsiteY8" fmla="*/ 2258234 h 2641584"/>
                <a:gd name="connsiteX9" fmla="*/ 580813 w 3922602"/>
                <a:gd name="connsiteY9" fmla="*/ 2170007 h 2641584"/>
                <a:gd name="connsiteX10" fmla="*/ 464286 w 3922602"/>
                <a:gd name="connsiteY10" fmla="*/ 2108513 h 2641584"/>
                <a:gd name="connsiteX11" fmla="*/ 2113 w 3922602"/>
                <a:gd name="connsiteY11" fmla="*/ 1483441 h 2641584"/>
                <a:gd name="connsiteX12" fmla="*/ 354776 w 3922602"/>
                <a:gd name="connsiteY12" fmla="*/ 790659 h 2641584"/>
                <a:gd name="connsiteX13" fmla="*/ 429374 w 3922602"/>
                <a:gd name="connsiteY13" fmla="*/ 733787 h 2641584"/>
                <a:gd name="connsiteX14" fmla="*/ 452999 w 3922602"/>
                <a:gd name="connsiteY14" fmla="*/ 695168 h 2641584"/>
                <a:gd name="connsiteX15" fmla="*/ 1717949 w 3922602"/>
                <a:gd name="connsiteY15" fmla="*/ 6670 h 2641584"/>
                <a:gd name="connsiteX16" fmla="*/ 3167511 w 3922602"/>
                <a:gd name="connsiteY16" fmla="*/ 578699 h 2641584"/>
                <a:gd name="connsiteX17" fmla="*/ 3194785 w 3922602"/>
                <a:gd name="connsiteY17" fmla="*/ 617817 h 2641584"/>
                <a:gd name="connsiteX18" fmla="*/ 3267517 w 3922602"/>
                <a:gd name="connsiteY18" fmla="*/ 671238 h 2641584"/>
                <a:gd name="connsiteX19" fmla="*/ 3516857 w 3922602"/>
                <a:gd name="connsiteY19" fmla="*/ 981168 h 2641584"/>
                <a:gd name="connsiteX20" fmla="*/ 3532427 w 3922602"/>
                <a:gd name="connsiteY20" fmla="*/ 1025189 h 26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22602" h="2641584">
                  <a:moveTo>
                    <a:pt x="3922602" y="1025189"/>
                  </a:moveTo>
                  <a:lnTo>
                    <a:pt x="3922602" y="1270868"/>
                  </a:lnTo>
                  <a:lnTo>
                    <a:pt x="3570130" y="1270868"/>
                  </a:lnTo>
                  <a:lnTo>
                    <a:pt x="3570042" y="1293605"/>
                  </a:lnTo>
                  <a:cubicBezTo>
                    <a:pt x="3555055" y="1459214"/>
                    <a:pt x="3473858" y="1619043"/>
                    <a:pt x="3341106" y="1762875"/>
                  </a:cubicBezTo>
                  <a:lnTo>
                    <a:pt x="3271845" y="1830987"/>
                  </a:lnTo>
                  <a:lnTo>
                    <a:pt x="3271612" y="1831476"/>
                  </a:lnTo>
                  <a:cubicBezTo>
                    <a:pt x="3037497" y="2263404"/>
                    <a:pt x="2537610" y="2584951"/>
                    <a:pt x="1936347" y="2634914"/>
                  </a:cubicBezTo>
                  <a:cubicBezTo>
                    <a:pt x="1444405" y="2675793"/>
                    <a:pt x="989387" y="2526159"/>
                    <a:pt x="674674" y="2258234"/>
                  </a:cubicBezTo>
                  <a:lnTo>
                    <a:pt x="580813" y="2170007"/>
                  </a:lnTo>
                  <a:lnTo>
                    <a:pt x="464286" y="2108513"/>
                  </a:lnTo>
                  <a:cubicBezTo>
                    <a:pt x="194884" y="1950599"/>
                    <a:pt x="22912" y="1733740"/>
                    <a:pt x="2113" y="1483441"/>
                  </a:cubicBezTo>
                  <a:cubicBezTo>
                    <a:pt x="-18686" y="1233143"/>
                    <a:pt x="115134" y="990874"/>
                    <a:pt x="354776" y="790659"/>
                  </a:cubicBezTo>
                  <a:lnTo>
                    <a:pt x="429374" y="733787"/>
                  </a:lnTo>
                  <a:lnTo>
                    <a:pt x="452999" y="695168"/>
                  </a:lnTo>
                  <a:cubicBezTo>
                    <a:pt x="708525" y="321962"/>
                    <a:pt x="1171347" y="52091"/>
                    <a:pt x="1717949" y="6670"/>
                  </a:cubicBezTo>
                  <a:cubicBezTo>
                    <a:pt x="2319212" y="-43292"/>
                    <a:pt x="2865316" y="191337"/>
                    <a:pt x="3167511" y="578699"/>
                  </a:cubicBezTo>
                  <a:lnTo>
                    <a:pt x="3194785" y="617817"/>
                  </a:lnTo>
                  <a:lnTo>
                    <a:pt x="3267517" y="671238"/>
                  </a:lnTo>
                  <a:cubicBezTo>
                    <a:pt x="3380106" y="762241"/>
                    <a:pt x="3465459" y="866614"/>
                    <a:pt x="3516857" y="981168"/>
                  </a:cubicBezTo>
                  <a:lnTo>
                    <a:pt x="3532427" y="102518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7EBC23E7-8A6D-45F8-9BD3-5ACE9E8E73B2}"/>
                </a:ext>
              </a:extLst>
            </p:cNvPr>
            <p:cNvSpPr/>
            <p:nvPr/>
          </p:nvSpPr>
          <p:spPr>
            <a:xfrm>
              <a:off x="4513578" y="3930609"/>
              <a:ext cx="767329" cy="542674"/>
            </a:xfrm>
            <a:custGeom>
              <a:avLst/>
              <a:gdLst>
                <a:gd name="connsiteX0" fmla="*/ 3374525 w 7088726"/>
                <a:gd name="connsiteY0" fmla="*/ 0 h 5013326"/>
                <a:gd name="connsiteX1" fmla="*/ 6731628 w 7088726"/>
                <a:gd name="connsiteY1" fmla="*/ 2250371 h 5013326"/>
                <a:gd name="connsiteX2" fmla="*/ 6745640 w 7088726"/>
                <a:gd name="connsiteY2" fmla="*/ 2456493 h 5013326"/>
                <a:gd name="connsiteX3" fmla="*/ 6767042 w 7088726"/>
                <a:gd name="connsiteY3" fmla="*/ 2464222 h 5013326"/>
                <a:gd name="connsiteX4" fmla="*/ 7088726 w 7088726"/>
                <a:gd name="connsiteY4" fmla="*/ 2640203 h 5013326"/>
                <a:gd name="connsiteX5" fmla="*/ 6980334 w 7088726"/>
                <a:gd name="connsiteY5" fmla="*/ 2711697 h 5013326"/>
                <a:gd name="connsiteX6" fmla="*/ 6839882 w 7088726"/>
                <a:gd name="connsiteY6" fmla="*/ 2630615 h 5013326"/>
                <a:gd name="connsiteX7" fmla="*/ 6743553 w 7088726"/>
                <a:gd name="connsiteY7" fmla="*/ 2587522 h 5013326"/>
                <a:gd name="connsiteX8" fmla="*/ 6731628 w 7088726"/>
                <a:gd name="connsiteY8" fmla="*/ 2762955 h 5013326"/>
                <a:gd name="connsiteX9" fmla="*/ 3374525 w 7088726"/>
                <a:gd name="connsiteY9" fmla="*/ 5013326 h 5013326"/>
                <a:gd name="connsiteX10" fmla="*/ 0 w 7088726"/>
                <a:gd name="connsiteY10" fmla="*/ 2506663 h 5013326"/>
                <a:gd name="connsiteX11" fmla="*/ 3374525 w 7088726"/>
                <a:gd name="connsiteY11" fmla="*/ 0 h 501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8726" h="5013326">
                  <a:moveTo>
                    <a:pt x="3374525" y="0"/>
                  </a:moveTo>
                  <a:cubicBezTo>
                    <a:pt x="5121743" y="0"/>
                    <a:pt x="6558818" y="986371"/>
                    <a:pt x="6731628" y="2250371"/>
                  </a:cubicBezTo>
                  <a:lnTo>
                    <a:pt x="6745640" y="2456493"/>
                  </a:lnTo>
                  <a:lnTo>
                    <a:pt x="6767042" y="2464222"/>
                  </a:lnTo>
                  <a:cubicBezTo>
                    <a:pt x="6883359" y="2512796"/>
                    <a:pt x="6991617" y="2571674"/>
                    <a:pt x="7088726" y="2640203"/>
                  </a:cubicBezTo>
                  <a:lnTo>
                    <a:pt x="6980334" y="2711697"/>
                  </a:lnTo>
                  <a:cubicBezTo>
                    <a:pt x="6935797" y="2682593"/>
                    <a:pt x="6888870" y="2655544"/>
                    <a:pt x="6839882" y="2630615"/>
                  </a:cubicBezTo>
                  <a:lnTo>
                    <a:pt x="6743553" y="2587522"/>
                  </a:lnTo>
                  <a:lnTo>
                    <a:pt x="6731628" y="2762955"/>
                  </a:lnTo>
                  <a:cubicBezTo>
                    <a:pt x="6558818" y="4026955"/>
                    <a:pt x="5121743" y="5013326"/>
                    <a:pt x="3374525" y="5013326"/>
                  </a:cubicBezTo>
                  <a:cubicBezTo>
                    <a:pt x="1510826" y="5013326"/>
                    <a:pt x="0" y="3891055"/>
                    <a:pt x="0" y="2506663"/>
                  </a:cubicBezTo>
                  <a:cubicBezTo>
                    <a:pt x="0" y="1122271"/>
                    <a:pt x="1510826" y="0"/>
                    <a:pt x="3374525" y="0"/>
                  </a:cubicBezTo>
                  <a:close/>
                </a:path>
              </a:pathLst>
            </a:custGeom>
            <a:solidFill>
              <a:srgbClr val="38572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solidFill>
                  <a:schemeClr val="tx1"/>
                </a:solidFill>
              </a:endParaRPr>
            </a:p>
          </p:txBody>
        </p:sp>
      </p:grpSp>
      <p:sp>
        <p:nvSpPr>
          <p:cNvPr id="681" name="Rectangle 680">
            <a:extLst>
              <a:ext uri="{FF2B5EF4-FFF2-40B4-BE49-F238E27FC236}">
                <a16:creationId xmlns:a16="http://schemas.microsoft.com/office/drawing/2014/main" id="{0B1401E9-4100-424B-8D9D-F99A8555B61F}"/>
              </a:ext>
            </a:extLst>
          </p:cNvPr>
          <p:cNvSpPr/>
          <p:nvPr/>
        </p:nvSpPr>
        <p:spPr>
          <a:xfrm>
            <a:off x="-511714" y="16309515"/>
            <a:ext cx="616267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With thanks to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dohz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Portponky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FA377A2-791A-4A22-BA80-F1F8B98C1228}"/>
              </a:ext>
            </a:extLst>
          </p:cNvPr>
          <p:cNvGrpSpPr/>
          <p:nvPr/>
        </p:nvGrpSpPr>
        <p:grpSpPr>
          <a:xfrm>
            <a:off x="-141975" y="1287039"/>
            <a:ext cx="13870675" cy="4257797"/>
            <a:chOff x="-141975" y="1287039"/>
            <a:chExt cx="13870675" cy="4257797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9F7830CB-C137-43A2-A95B-77C6E0AC1C3D}"/>
                </a:ext>
              </a:extLst>
            </p:cNvPr>
            <p:cNvGrpSpPr/>
            <p:nvPr/>
          </p:nvGrpSpPr>
          <p:grpSpPr>
            <a:xfrm>
              <a:off x="-101601" y="3170603"/>
              <a:ext cx="13704152" cy="2374233"/>
              <a:chOff x="-101601" y="1003185"/>
              <a:chExt cx="13704152" cy="2374233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36BCBB5-AEA6-4DA8-98B5-584B2F873D37}"/>
                  </a:ext>
                </a:extLst>
              </p:cNvPr>
              <p:cNvSpPr/>
              <p:nvPr/>
            </p:nvSpPr>
            <p:spPr>
              <a:xfrm>
                <a:off x="-101601" y="1003185"/>
                <a:ext cx="13704152" cy="2374233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E086827B-357F-4AFA-9B92-815D82193038}"/>
                  </a:ext>
                </a:extLst>
              </p:cNvPr>
              <p:cNvSpPr/>
              <p:nvPr/>
            </p:nvSpPr>
            <p:spPr>
              <a:xfrm rot="2750059">
                <a:off x="3973197" y="1709829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F5AB99D2-4CAB-474F-9745-C6BE6F2827E1}"/>
                  </a:ext>
                </a:extLst>
              </p:cNvPr>
              <p:cNvSpPr/>
              <p:nvPr/>
            </p:nvSpPr>
            <p:spPr>
              <a:xfrm rot="19185010">
                <a:off x="3844155" y="2703774"/>
                <a:ext cx="585042" cy="39398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E8756708-D44D-4FA2-ADD7-E7D4FFC77BA2}"/>
                  </a:ext>
                </a:extLst>
              </p:cNvPr>
              <p:cNvSpPr/>
              <p:nvPr/>
            </p:nvSpPr>
            <p:spPr>
              <a:xfrm rot="7313666">
                <a:off x="4664399" y="1292675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12EE4C3B-4C33-4EF0-A7DD-6712BC6E0C6F}"/>
                  </a:ext>
                </a:extLst>
              </p:cNvPr>
              <p:cNvSpPr/>
              <p:nvPr/>
            </p:nvSpPr>
            <p:spPr>
              <a:xfrm>
                <a:off x="4522310" y="2122666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1BC2EA6-C6C9-4C87-9143-90FDB4493359}"/>
                  </a:ext>
                </a:extLst>
              </p:cNvPr>
              <p:cNvSpPr/>
              <p:nvPr/>
            </p:nvSpPr>
            <p:spPr>
              <a:xfrm>
                <a:off x="5498710" y="1287650"/>
                <a:ext cx="7747390" cy="18004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All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connected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single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only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pairs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b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belong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closed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over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1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melon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passes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through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b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154" name="Subtitle 2">
                <a:extLst>
                  <a:ext uri="{FF2B5EF4-FFF2-40B4-BE49-F238E27FC236}">
                    <a16:creationId xmlns:a16="http://schemas.microsoft.com/office/drawing/2014/main" id="{E26488DA-FCD4-41A9-83FC-466615AC5E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309" y="1351213"/>
                <a:ext cx="3570572" cy="16557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share a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bunch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seek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their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pair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600" b="1" i="1" dirty="0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stay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unbroken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6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b="1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sour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alone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0EE852F-9234-4FB0-B574-C195440D58C6}"/>
                </a:ext>
              </a:extLst>
            </p:cNvPr>
            <p:cNvSpPr/>
            <p:nvPr/>
          </p:nvSpPr>
          <p:spPr>
            <a:xfrm>
              <a:off x="-101600" y="1287039"/>
              <a:ext cx="6077305" cy="1446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8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Kudamono</a:t>
              </a:r>
              <a:endParaRPr lang="pt-PT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A0246F93-222D-440D-A885-9B22170EC9A8}"/>
                </a:ext>
              </a:extLst>
            </p:cNvPr>
            <p:cNvSpPr/>
            <p:nvPr/>
          </p:nvSpPr>
          <p:spPr>
            <a:xfrm>
              <a:off x="-141975" y="2497672"/>
              <a:ext cx="138706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Draw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single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fruit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type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along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don’t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cross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branch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617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C5B11EB-E964-4ABE-88B8-40046628C16B}"/>
              </a:ext>
            </a:extLst>
          </p:cNvPr>
          <p:cNvGrpSpPr/>
          <p:nvPr/>
        </p:nvGrpSpPr>
        <p:grpSpPr>
          <a:xfrm>
            <a:off x="-775510" y="944082"/>
            <a:ext cx="15024910" cy="15972318"/>
            <a:chOff x="-775510" y="944082"/>
            <a:chExt cx="15024910" cy="496983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E4EAD64-1090-46CC-8017-B7905456A46B}"/>
                </a:ext>
              </a:extLst>
            </p:cNvPr>
            <p:cNvGrpSpPr/>
            <p:nvPr/>
          </p:nvGrpSpPr>
          <p:grpSpPr>
            <a:xfrm rot="16200000">
              <a:off x="4252027" y="-4083455"/>
              <a:ext cx="4969836" cy="15024910"/>
              <a:chOff x="-2620523" y="-2917017"/>
              <a:chExt cx="13847238" cy="689604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8C4EF3A-6787-433D-BCDA-48C88426C661}"/>
                  </a:ext>
                </a:extLst>
              </p:cNvPr>
              <p:cNvSpPr/>
              <p:nvPr/>
            </p:nvSpPr>
            <p:spPr>
              <a:xfrm>
                <a:off x="-2620522" y="-2917017"/>
                <a:ext cx="13847236" cy="1784102"/>
              </a:xfrm>
              <a:prstGeom prst="rect">
                <a:avLst/>
              </a:pr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7DF3E78D-50D9-494A-A1EE-168A7D4DFE39}"/>
                  </a:ext>
                </a:extLst>
              </p:cNvPr>
              <p:cNvSpPr/>
              <p:nvPr/>
            </p:nvSpPr>
            <p:spPr>
              <a:xfrm>
                <a:off x="-2620522" y="-1187264"/>
                <a:ext cx="13847236" cy="1784102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FD90EDED-CB2A-4AC2-B6AC-D68D8DE3E282}"/>
                  </a:ext>
                </a:extLst>
              </p:cNvPr>
              <p:cNvSpPr/>
              <p:nvPr/>
            </p:nvSpPr>
            <p:spPr>
              <a:xfrm>
                <a:off x="-2620522" y="545481"/>
                <a:ext cx="13847236" cy="1784102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457F5BA3-A1CF-43F4-A6E1-504C75909577}"/>
                  </a:ext>
                </a:extLst>
              </p:cNvPr>
              <p:cNvSpPr/>
              <p:nvPr/>
            </p:nvSpPr>
            <p:spPr>
              <a:xfrm>
                <a:off x="-2620523" y="2296797"/>
                <a:ext cx="13847238" cy="1682226"/>
              </a:xfrm>
              <a:prstGeom prst="rect">
                <a:avLst/>
              </a:prstGeom>
              <a:solidFill>
                <a:srgbClr val="3857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224DF6A-190B-4FFD-883C-D56E28634E8A}"/>
                </a:ext>
              </a:extLst>
            </p:cNvPr>
            <p:cNvSpPr/>
            <p:nvPr/>
          </p:nvSpPr>
          <p:spPr>
            <a:xfrm>
              <a:off x="-646350" y="991499"/>
              <a:ext cx="14768749" cy="48797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</p:grpSp>
      <p:sp>
        <p:nvSpPr>
          <p:cNvPr id="558" name="Rectangle 557">
            <a:extLst>
              <a:ext uri="{FF2B5EF4-FFF2-40B4-BE49-F238E27FC236}">
                <a16:creationId xmlns:a16="http://schemas.microsoft.com/office/drawing/2014/main" id="{D0EFAD8A-0BC6-4F63-BB35-074C7C969DA5}"/>
              </a:ext>
            </a:extLst>
          </p:cNvPr>
          <p:cNvSpPr/>
          <p:nvPr/>
        </p:nvSpPr>
        <p:spPr>
          <a:xfrm>
            <a:off x="7866424" y="16079922"/>
            <a:ext cx="616267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pt-PT" sz="3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#24 by Pedro PSI – 19</a:t>
            </a:r>
            <a:r>
              <a:rPr lang="en-U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of December 2020</a:t>
            </a:r>
          </a:p>
          <a:p>
            <a:pPr algn="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pedropsi.github.io/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kudamono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FA377A2-791A-4A22-BA80-F1F8B98C1228}"/>
              </a:ext>
            </a:extLst>
          </p:cNvPr>
          <p:cNvGrpSpPr/>
          <p:nvPr/>
        </p:nvGrpSpPr>
        <p:grpSpPr>
          <a:xfrm>
            <a:off x="-141975" y="1287039"/>
            <a:ext cx="13870675" cy="4257797"/>
            <a:chOff x="-141975" y="1287039"/>
            <a:chExt cx="13870675" cy="4257797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9F7830CB-C137-43A2-A95B-77C6E0AC1C3D}"/>
                </a:ext>
              </a:extLst>
            </p:cNvPr>
            <p:cNvGrpSpPr/>
            <p:nvPr/>
          </p:nvGrpSpPr>
          <p:grpSpPr>
            <a:xfrm>
              <a:off x="-101601" y="3170603"/>
              <a:ext cx="13704152" cy="2374233"/>
              <a:chOff x="-101601" y="1003185"/>
              <a:chExt cx="13704152" cy="2374233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36BCBB5-AEA6-4DA8-98B5-584B2F873D37}"/>
                  </a:ext>
                </a:extLst>
              </p:cNvPr>
              <p:cNvSpPr/>
              <p:nvPr/>
            </p:nvSpPr>
            <p:spPr>
              <a:xfrm>
                <a:off x="-101601" y="1003185"/>
                <a:ext cx="13704152" cy="2374233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E086827B-357F-4AFA-9B92-815D82193038}"/>
                  </a:ext>
                </a:extLst>
              </p:cNvPr>
              <p:cNvSpPr/>
              <p:nvPr/>
            </p:nvSpPr>
            <p:spPr>
              <a:xfrm rot="2750059">
                <a:off x="3973197" y="1709829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F5AB99D2-4CAB-474F-9745-C6BE6F2827E1}"/>
                  </a:ext>
                </a:extLst>
              </p:cNvPr>
              <p:cNvSpPr/>
              <p:nvPr/>
            </p:nvSpPr>
            <p:spPr>
              <a:xfrm rot="19185010">
                <a:off x="3844155" y="2703774"/>
                <a:ext cx="585042" cy="39398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E8756708-D44D-4FA2-ADD7-E7D4FFC77BA2}"/>
                  </a:ext>
                </a:extLst>
              </p:cNvPr>
              <p:cNvSpPr/>
              <p:nvPr/>
            </p:nvSpPr>
            <p:spPr>
              <a:xfrm rot="7313666">
                <a:off x="4664399" y="1292675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12EE4C3B-4C33-4EF0-A7DD-6712BC6E0C6F}"/>
                  </a:ext>
                </a:extLst>
              </p:cNvPr>
              <p:cNvSpPr/>
              <p:nvPr/>
            </p:nvSpPr>
            <p:spPr>
              <a:xfrm>
                <a:off x="4522310" y="2122666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1BC2EA6-C6C9-4C87-9143-90FDB4493359}"/>
                  </a:ext>
                </a:extLst>
              </p:cNvPr>
              <p:cNvSpPr/>
              <p:nvPr/>
            </p:nvSpPr>
            <p:spPr>
              <a:xfrm>
                <a:off x="5498710" y="1287650"/>
                <a:ext cx="7747390" cy="18004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All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b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connected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single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b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connect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only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pairs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not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in a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b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belong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closed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loops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over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1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melon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loop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>
                  <a:spcBef>
                    <a:spcPts val="600"/>
                  </a:spcBef>
                </a:pP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line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passes </a:t>
                </a:r>
                <a:r>
                  <a:rPr lang="pt-PT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through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 </a:t>
                </a:r>
                <a:r>
                  <a:rPr lang="pt-PT" sz="2400" b="1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</a:t>
                </a:r>
                <a:r>
                  <a:rPr lang="pt-P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154" name="Subtitle 2">
                <a:extLst>
                  <a:ext uri="{FF2B5EF4-FFF2-40B4-BE49-F238E27FC236}">
                    <a16:creationId xmlns:a16="http://schemas.microsoft.com/office/drawing/2014/main" id="{E26488DA-FCD4-41A9-83FC-466615AC5E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309" y="1351213"/>
                <a:ext cx="3570572" cy="16557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6600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Grapes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share a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bunch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Cherries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seek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their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pair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b="1" i="1" dirty="0" err="1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Melons</a:t>
                </a:r>
                <a:r>
                  <a:rPr lang="pt-PT" sz="2600" b="1" i="1" dirty="0">
                    <a:solidFill>
                      <a:srgbClr val="38572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stay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unbroken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algn="r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pt-PT" sz="26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b="1" i="1" dirty="0" err="1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Lemons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sour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26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alone</a:t>
                </a:r>
                <a:r>
                  <a:rPr lang="pt-PT" sz="2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pt-PT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0EE852F-9234-4FB0-B574-C195440D58C6}"/>
                </a:ext>
              </a:extLst>
            </p:cNvPr>
            <p:cNvSpPr/>
            <p:nvPr/>
          </p:nvSpPr>
          <p:spPr>
            <a:xfrm>
              <a:off x="-101600" y="1287039"/>
              <a:ext cx="6077305" cy="1446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88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Kudamono</a:t>
              </a:r>
              <a:endParaRPr lang="pt-PT" sz="8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A0246F93-222D-440D-A885-9B22170EC9A8}"/>
                </a:ext>
              </a:extLst>
            </p:cNvPr>
            <p:cNvSpPr/>
            <p:nvPr/>
          </p:nvSpPr>
          <p:spPr>
            <a:xfrm>
              <a:off x="-141975" y="2497672"/>
              <a:ext cx="138706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Draw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single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fruit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type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along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don’t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cross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branch</a:t>
              </a:r>
              <a:r>
                <a:rPr lang="pt-PT" sz="3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FFBEA58-7CA0-458B-9079-55E1CA6D26A2}"/>
              </a:ext>
            </a:extLst>
          </p:cNvPr>
          <p:cNvGrpSpPr/>
          <p:nvPr/>
        </p:nvGrpSpPr>
        <p:grpSpPr>
          <a:xfrm>
            <a:off x="1947306" y="5802371"/>
            <a:ext cx="9801243" cy="10025361"/>
            <a:chOff x="1947306" y="5802371"/>
            <a:chExt cx="9801243" cy="10025361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0D37F9AE-FF13-4220-9A7C-1D46B866E68C}"/>
                </a:ext>
              </a:extLst>
            </p:cNvPr>
            <p:cNvGrpSpPr/>
            <p:nvPr/>
          </p:nvGrpSpPr>
          <p:grpSpPr>
            <a:xfrm>
              <a:off x="1947306" y="6104547"/>
              <a:ext cx="9801243" cy="9723185"/>
              <a:chOff x="1335761" y="-1104906"/>
              <a:chExt cx="9801243" cy="9723185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579905A6-E912-41FC-9BBB-C32B9A406723}"/>
                  </a:ext>
                </a:extLst>
              </p:cNvPr>
              <p:cNvSpPr/>
              <p:nvPr/>
            </p:nvSpPr>
            <p:spPr>
              <a:xfrm>
                <a:off x="1335761" y="-1104906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FF1367DC-9DA9-4FD5-A101-D66F15FB3F8A}"/>
                  </a:ext>
                </a:extLst>
              </p:cNvPr>
              <p:cNvSpPr/>
              <p:nvPr/>
            </p:nvSpPr>
            <p:spPr>
              <a:xfrm>
                <a:off x="1335761" y="-12676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649EDF1-4E8F-4288-B4CB-283C9787DCA7}"/>
                  </a:ext>
                </a:extLst>
              </p:cNvPr>
              <p:cNvSpPr/>
              <p:nvPr/>
            </p:nvSpPr>
            <p:spPr>
              <a:xfrm>
                <a:off x="2313905" y="-1104906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06B3040E-4937-4C4E-B5C3-D74928087C28}"/>
                  </a:ext>
                </a:extLst>
              </p:cNvPr>
              <p:cNvSpPr/>
              <p:nvPr/>
            </p:nvSpPr>
            <p:spPr>
              <a:xfrm>
                <a:off x="3292049" y="-1104906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2B465EEB-D0E8-471C-8838-856E3C1D2FB0}"/>
                  </a:ext>
                </a:extLst>
              </p:cNvPr>
              <p:cNvSpPr/>
              <p:nvPr/>
            </p:nvSpPr>
            <p:spPr>
              <a:xfrm>
                <a:off x="2313905" y="-12676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00AAEB04-0EF6-4648-BEFD-BA9F2D6C85F7}"/>
                  </a:ext>
                </a:extLst>
              </p:cNvPr>
              <p:cNvSpPr/>
              <p:nvPr/>
            </p:nvSpPr>
            <p:spPr>
              <a:xfrm>
                <a:off x="3292049" y="-12676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BB5E3A14-7B1D-4D3E-AF05-081C7E1D08E7}"/>
                  </a:ext>
                </a:extLst>
              </p:cNvPr>
              <p:cNvSpPr/>
              <p:nvPr/>
            </p:nvSpPr>
            <p:spPr>
              <a:xfrm>
                <a:off x="1335761" y="85138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AC10AD0-B321-4848-8F6F-29722D254633}"/>
                  </a:ext>
                </a:extLst>
              </p:cNvPr>
              <p:cNvSpPr/>
              <p:nvPr/>
            </p:nvSpPr>
            <p:spPr>
              <a:xfrm>
                <a:off x="1335761" y="182952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638E203A-56AD-483B-9911-D52A0664BA58}"/>
                  </a:ext>
                </a:extLst>
              </p:cNvPr>
              <p:cNvSpPr/>
              <p:nvPr/>
            </p:nvSpPr>
            <p:spPr>
              <a:xfrm>
                <a:off x="2313905" y="85138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2FBD32BB-BD85-48D8-9E96-46A9EF3D27FF}"/>
                  </a:ext>
                </a:extLst>
              </p:cNvPr>
              <p:cNvSpPr/>
              <p:nvPr/>
            </p:nvSpPr>
            <p:spPr>
              <a:xfrm>
                <a:off x="3292049" y="85138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644D6E39-E8E0-4302-88AB-868B45405407}"/>
                  </a:ext>
                </a:extLst>
              </p:cNvPr>
              <p:cNvSpPr/>
              <p:nvPr/>
            </p:nvSpPr>
            <p:spPr>
              <a:xfrm>
                <a:off x="2313905" y="182952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7FDEC8B8-F5C5-43C7-93C3-B6836EA08379}"/>
                  </a:ext>
                </a:extLst>
              </p:cNvPr>
              <p:cNvSpPr/>
              <p:nvPr/>
            </p:nvSpPr>
            <p:spPr>
              <a:xfrm>
                <a:off x="3292049" y="182952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032A3177-BBBD-4B25-A3EA-E170B6A84B21}"/>
                  </a:ext>
                </a:extLst>
              </p:cNvPr>
              <p:cNvSpPr/>
              <p:nvPr/>
            </p:nvSpPr>
            <p:spPr>
              <a:xfrm>
                <a:off x="4270193" y="-1104906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9EF93BBB-41E2-4D28-8B42-E5A77CD41954}"/>
                  </a:ext>
                </a:extLst>
              </p:cNvPr>
              <p:cNvSpPr/>
              <p:nvPr/>
            </p:nvSpPr>
            <p:spPr>
              <a:xfrm>
                <a:off x="5248337" y="-1104906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846234FB-29BA-4E53-AA9A-BDE63D10AB27}"/>
                  </a:ext>
                </a:extLst>
              </p:cNvPr>
              <p:cNvSpPr/>
              <p:nvPr/>
            </p:nvSpPr>
            <p:spPr>
              <a:xfrm>
                <a:off x="4270193" y="-12676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82FF09A6-FA80-48A1-813C-278EBD226814}"/>
                  </a:ext>
                </a:extLst>
              </p:cNvPr>
              <p:cNvSpPr/>
              <p:nvPr/>
            </p:nvSpPr>
            <p:spPr>
              <a:xfrm>
                <a:off x="5248337" y="-12676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F868D479-D5F0-41FB-B13F-C578B588762C}"/>
                  </a:ext>
                </a:extLst>
              </p:cNvPr>
              <p:cNvSpPr/>
              <p:nvPr/>
            </p:nvSpPr>
            <p:spPr>
              <a:xfrm>
                <a:off x="6226481" y="-1104906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C7BAC372-5E7A-4C26-9F18-E00808C90171}"/>
                  </a:ext>
                </a:extLst>
              </p:cNvPr>
              <p:cNvSpPr/>
              <p:nvPr/>
            </p:nvSpPr>
            <p:spPr>
              <a:xfrm>
                <a:off x="6226481" y="-12676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E64EB1F1-4954-4C31-A8E4-A4F64FCB769C}"/>
                  </a:ext>
                </a:extLst>
              </p:cNvPr>
              <p:cNvSpPr/>
              <p:nvPr/>
            </p:nvSpPr>
            <p:spPr>
              <a:xfrm>
                <a:off x="4270193" y="85138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1447C074-181C-4183-A904-173D95900127}"/>
                  </a:ext>
                </a:extLst>
              </p:cNvPr>
              <p:cNvSpPr/>
              <p:nvPr/>
            </p:nvSpPr>
            <p:spPr>
              <a:xfrm>
                <a:off x="5248337" y="85138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27BFE96-DC71-41BA-A6F3-AE990BD94D7B}"/>
                  </a:ext>
                </a:extLst>
              </p:cNvPr>
              <p:cNvSpPr/>
              <p:nvPr/>
            </p:nvSpPr>
            <p:spPr>
              <a:xfrm>
                <a:off x="4270193" y="182952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022F1C65-DFF0-4C0E-B2DF-4F98D93D5455}"/>
                  </a:ext>
                </a:extLst>
              </p:cNvPr>
              <p:cNvSpPr/>
              <p:nvPr/>
            </p:nvSpPr>
            <p:spPr>
              <a:xfrm>
                <a:off x="5248337" y="182952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7482E8A9-A654-4FBB-A374-369C40A9ABD3}"/>
                  </a:ext>
                </a:extLst>
              </p:cNvPr>
              <p:cNvSpPr/>
              <p:nvPr/>
            </p:nvSpPr>
            <p:spPr>
              <a:xfrm>
                <a:off x="6226481" y="85138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764D7CD0-A900-49B2-A656-9C954D4816AF}"/>
                  </a:ext>
                </a:extLst>
              </p:cNvPr>
              <p:cNvSpPr/>
              <p:nvPr/>
            </p:nvSpPr>
            <p:spPr>
              <a:xfrm>
                <a:off x="6226481" y="182952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23A5C3D8-5D44-4095-B426-EA6E7B90B092}"/>
                  </a:ext>
                </a:extLst>
              </p:cNvPr>
              <p:cNvSpPr/>
              <p:nvPr/>
            </p:nvSpPr>
            <p:spPr>
              <a:xfrm>
                <a:off x="1335761" y="2778543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7201E59C-8F45-468E-91E8-48F649C783B6}"/>
                  </a:ext>
                </a:extLst>
              </p:cNvPr>
              <p:cNvSpPr/>
              <p:nvPr/>
            </p:nvSpPr>
            <p:spPr>
              <a:xfrm>
                <a:off x="1335761" y="375668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FC816A0A-3ABE-446A-A51A-15694E713941}"/>
                  </a:ext>
                </a:extLst>
              </p:cNvPr>
              <p:cNvSpPr/>
              <p:nvPr/>
            </p:nvSpPr>
            <p:spPr>
              <a:xfrm>
                <a:off x="2313905" y="2778543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4B2B6608-5B02-4D11-9CA3-DCF2817231C0}"/>
                  </a:ext>
                </a:extLst>
              </p:cNvPr>
              <p:cNvSpPr/>
              <p:nvPr/>
            </p:nvSpPr>
            <p:spPr>
              <a:xfrm>
                <a:off x="3292049" y="2778543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864BD627-48B4-456F-B21A-DE8E25B161DF}"/>
                  </a:ext>
                </a:extLst>
              </p:cNvPr>
              <p:cNvSpPr/>
              <p:nvPr/>
            </p:nvSpPr>
            <p:spPr>
              <a:xfrm>
                <a:off x="2313905" y="375668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AC966D38-D07C-4AB7-A089-12F7474865EB}"/>
                  </a:ext>
                </a:extLst>
              </p:cNvPr>
              <p:cNvSpPr/>
              <p:nvPr/>
            </p:nvSpPr>
            <p:spPr>
              <a:xfrm>
                <a:off x="3292049" y="375668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CCDBD15C-570E-4F55-9979-F41E54A1337C}"/>
                  </a:ext>
                </a:extLst>
              </p:cNvPr>
              <p:cNvSpPr/>
              <p:nvPr/>
            </p:nvSpPr>
            <p:spPr>
              <a:xfrm>
                <a:off x="1335761" y="4734831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B2A433F7-0321-45BA-A711-4E2D9D18EB9B}"/>
                  </a:ext>
                </a:extLst>
              </p:cNvPr>
              <p:cNvSpPr/>
              <p:nvPr/>
            </p:nvSpPr>
            <p:spPr>
              <a:xfrm>
                <a:off x="2313905" y="4734831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C6A1090A-C81A-42A9-B140-28AB6E981724}"/>
                  </a:ext>
                </a:extLst>
              </p:cNvPr>
              <p:cNvSpPr/>
              <p:nvPr/>
            </p:nvSpPr>
            <p:spPr>
              <a:xfrm>
                <a:off x="3292049" y="4734831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5FC5E467-B2EA-4D05-86D4-1D404C5470E5}"/>
                  </a:ext>
                </a:extLst>
              </p:cNvPr>
              <p:cNvSpPr/>
              <p:nvPr/>
            </p:nvSpPr>
            <p:spPr>
              <a:xfrm>
                <a:off x="4270193" y="2778543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BE16FA0B-822D-4670-9CCC-38CECBED11EA}"/>
                  </a:ext>
                </a:extLst>
              </p:cNvPr>
              <p:cNvSpPr/>
              <p:nvPr/>
            </p:nvSpPr>
            <p:spPr>
              <a:xfrm>
                <a:off x="5248337" y="2778543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BE746785-781E-473A-B809-B20F2384197B}"/>
                  </a:ext>
                </a:extLst>
              </p:cNvPr>
              <p:cNvSpPr/>
              <p:nvPr/>
            </p:nvSpPr>
            <p:spPr>
              <a:xfrm>
                <a:off x="4270193" y="375668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CE45F51B-9F82-48B8-BADC-9AABDCD675D6}"/>
                  </a:ext>
                </a:extLst>
              </p:cNvPr>
              <p:cNvSpPr/>
              <p:nvPr/>
            </p:nvSpPr>
            <p:spPr>
              <a:xfrm>
                <a:off x="5248337" y="375668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16AAC61C-74AB-4588-BBB1-DD951F5D15C8}"/>
                  </a:ext>
                </a:extLst>
              </p:cNvPr>
              <p:cNvSpPr/>
              <p:nvPr/>
            </p:nvSpPr>
            <p:spPr>
              <a:xfrm>
                <a:off x="6226481" y="2778543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EED7715F-5120-4415-B2B0-8C288CA8B630}"/>
                  </a:ext>
                </a:extLst>
              </p:cNvPr>
              <p:cNvSpPr/>
              <p:nvPr/>
            </p:nvSpPr>
            <p:spPr>
              <a:xfrm>
                <a:off x="6226481" y="375668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383D3872-873C-498D-BD96-C064F80C1B0A}"/>
                  </a:ext>
                </a:extLst>
              </p:cNvPr>
              <p:cNvSpPr/>
              <p:nvPr/>
            </p:nvSpPr>
            <p:spPr>
              <a:xfrm>
                <a:off x="4270193" y="4734831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044DD792-A922-44D6-A141-AE291E0835A9}"/>
                  </a:ext>
                </a:extLst>
              </p:cNvPr>
              <p:cNvSpPr/>
              <p:nvPr/>
            </p:nvSpPr>
            <p:spPr>
              <a:xfrm>
                <a:off x="5248337" y="4734831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121CAD2B-7DFD-4D96-905F-807EDC36354E}"/>
                  </a:ext>
                </a:extLst>
              </p:cNvPr>
              <p:cNvSpPr/>
              <p:nvPr/>
            </p:nvSpPr>
            <p:spPr>
              <a:xfrm>
                <a:off x="6226481" y="4734831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3FAE16F8-E17B-4A8E-A67D-6BFB5DBD9C23}"/>
                  </a:ext>
                </a:extLst>
              </p:cNvPr>
              <p:cNvSpPr/>
              <p:nvPr/>
            </p:nvSpPr>
            <p:spPr>
              <a:xfrm>
                <a:off x="1335761" y="571297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BAACAAF-CEA8-4607-89AE-60ABA17AB070}"/>
                  </a:ext>
                </a:extLst>
              </p:cNvPr>
              <p:cNvSpPr/>
              <p:nvPr/>
            </p:nvSpPr>
            <p:spPr>
              <a:xfrm>
                <a:off x="2313905" y="571297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00A7738F-C5A9-4042-B866-7A8175379AF4}"/>
                  </a:ext>
                </a:extLst>
              </p:cNvPr>
              <p:cNvSpPr/>
              <p:nvPr/>
            </p:nvSpPr>
            <p:spPr>
              <a:xfrm>
                <a:off x="3292049" y="571297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F54F9E88-C26D-49DA-A515-65E3BDA20E36}"/>
                  </a:ext>
                </a:extLst>
              </p:cNvPr>
              <p:cNvSpPr/>
              <p:nvPr/>
            </p:nvSpPr>
            <p:spPr>
              <a:xfrm>
                <a:off x="4270193" y="571297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5901FD23-36B2-4FAB-8EC9-3289B764278B}"/>
                  </a:ext>
                </a:extLst>
              </p:cNvPr>
              <p:cNvSpPr/>
              <p:nvPr/>
            </p:nvSpPr>
            <p:spPr>
              <a:xfrm>
                <a:off x="5248337" y="571297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DCC598AF-BC26-42F3-8A4E-92F2285FE8C1}"/>
                  </a:ext>
                </a:extLst>
              </p:cNvPr>
              <p:cNvSpPr/>
              <p:nvPr/>
            </p:nvSpPr>
            <p:spPr>
              <a:xfrm>
                <a:off x="6226481" y="571297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84E46687-8DCC-4EBB-841B-728B6F8F48CB}"/>
                  </a:ext>
                </a:extLst>
              </p:cNvPr>
              <p:cNvSpPr/>
              <p:nvPr/>
            </p:nvSpPr>
            <p:spPr>
              <a:xfrm>
                <a:off x="7210109" y="-1104906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482EF1CC-41CC-42A3-AC38-65B1C8D12870}"/>
                  </a:ext>
                </a:extLst>
              </p:cNvPr>
              <p:cNvSpPr/>
              <p:nvPr/>
            </p:nvSpPr>
            <p:spPr>
              <a:xfrm>
                <a:off x="7210109" y="-12676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BA48BCCE-7AD4-497F-84F9-C7340D6BF519}"/>
                  </a:ext>
                </a:extLst>
              </p:cNvPr>
              <p:cNvSpPr/>
              <p:nvPr/>
            </p:nvSpPr>
            <p:spPr>
              <a:xfrm>
                <a:off x="7210109" y="85138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A89B00B3-D225-4584-B231-3325EFF01C1B}"/>
                  </a:ext>
                </a:extLst>
              </p:cNvPr>
              <p:cNvSpPr/>
              <p:nvPr/>
            </p:nvSpPr>
            <p:spPr>
              <a:xfrm>
                <a:off x="7210109" y="182952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5C75BBD-3431-4CA2-8028-03855F004D6D}"/>
                  </a:ext>
                </a:extLst>
              </p:cNvPr>
              <p:cNvSpPr/>
              <p:nvPr/>
            </p:nvSpPr>
            <p:spPr>
              <a:xfrm>
                <a:off x="7210109" y="2778543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6FDE83EA-BBFF-45ED-87AF-F9BA706E025E}"/>
                  </a:ext>
                </a:extLst>
              </p:cNvPr>
              <p:cNvSpPr/>
              <p:nvPr/>
            </p:nvSpPr>
            <p:spPr>
              <a:xfrm>
                <a:off x="7210109" y="375668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FCB4BDE9-CE89-42D4-9F81-944CC333DF97}"/>
                  </a:ext>
                </a:extLst>
              </p:cNvPr>
              <p:cNvSpPr/>
              <p:nvPr/>
            </p:nvSpPr>
            <p:spPr>
              <a:xfrm>
                <a:off x="7210109" y="4734831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5AC9E90D-C257-4C5E-8DF0-5130EB50A324}"/>
                  </a:ext>
                </a:extLst>
              </p:cNvPr>
              <p:cNvSpPr/>
              <p:nvPr/>
            </p:nvSpPr>
            <p:spPr>
              <a:xfrm>
                <a:off x="7210109" y="571297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F6CED3D2-2DE3-4CA6-BE2F-32F2814F4EE4}"/>
                  </a:ext>
                </a:extLst>
              </p:cNvPr>
              <p:cNvSpPr/>
              <p:nvPr/>
            </p:nvSpPr>
            <p:spPr>
              <a:xfrm>
                <a:off x="1335761" y="6691120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B5C66F4-66A2-4AE8-9ACE-C0023128235D}"/>
                  </a:ext>
                </a:extLst>
              </p:cNvPr>
              <p:cNvSpPr/>
              <p:nvPr/>
            </p:nvSpPr>
            <p:spPr>
              <a:xfrm>
                <a:off x="2313905" y="6691120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5BC5F44A-7095-458A-95D6-09670108A693}"/>
                  </a:ext>
                </a:extLst>
              </p:cNvPr>
              <p:cNvSpPr/>
              <p:nvPr/>
            </p:nvSpPr>
            <p:spPr>
              <a:xfrm>
                <a:off x="3292049" y="6691120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E50B2424-96CD-441F-B7A4-EEB56A248799}"/>
                  </a:ext>
                </a:extLst>
              </p:cNvPr>
              <p:cNvSpPr/>
              <p:nvPr/>
            </p:nvSpPr>
            <p:spPr>
              <a:xfrm>
                <a:off x="4270193" y="6691120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D8A2C472-BBE0-40D5-B98D-CB3956D77DB9}"/>
                  </a:ext>
                </a:extLst>
              </p:cNvPr>
              <p:cNvSpPr/>
              <p:nvPr/>
            </p:nvSpPr>
            <p:spPr>
              <a:xfrm>
                <a:off x="5248337" y="6691120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F562528F-A8D8-415D-9A8D-55AF33D05AD5}"/>
                  </a:ext>
                </a:extLst>
              </p:cNvPr>
              <p:cNvSpPr/>
              <p:nvPr/>
            </p:nvSpPr>
            <p:spPr>
              <a:xfrm>
                <a:off x="6226481" y="6691120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19B91A42-0608-438D-9911-A096EB326700}"/>
                  </a:ext>
                </a:extLst>
              </p:cNvPr>
              <p:cNvSpPr/>
              <p:nvPr/>
            </p:nvSpPr>
            <p:spPr>
              <a:xfrm>
                <a:off x="7210109" y="6691120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6200ECD8-3E8F-47B0-A6C8-91B6A5FE828D}"/>
                  </a:ext>
                </a:extLst>
              </p:cNvPr>
              <p:cNvSpPr/>
              <p:nvPr/>
            </p:nvSpPr>
            <p:spPr>
              <a:xfrm>
                <a:off x="8202992" y="-1104906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F91E7D46-11A2-4BD4-8DF9-84E46752B1B3}"/>
                  </a:ext>
                </a:extLst>
              </p:cNvPr>
              <p:cNvSpPr/>
              <p:nvPr/>
            </p:nvSpPr>
            <p:spPr>
              <a:xfrm>
                <a:off x="8202992" y="-12676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D77463FB-6F0B-4008-9384-992FF8305F95}"/>
                  </a:ext>
                </a:extLst>
              </p:cNvPr>
              <p:cNvSpPr/>
              <p:nvPr/>
            </p:nvSpPr>
            <p:spPr>
              <a:xfrm>
                <a:off x="8202992" y="85138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A87006BD-D0DF-484E-9622-06312D30B383}"/>
                  </a:ext>
                </a:extLst>
              </p:cNvPr>
              <p:cNvSpPr/>
              <p:nvPr/>
            </p:nvSpPr>
            <p:spPr>
              <a:xfrm>
                <a:off x="8202992" y="182952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E6DF7212-30F9-41DF-B248-DF60A848A366}"/>
                  </a:ext>
                </a:extLst>
              </p:cNvPr>
              <p:cNvSpPr/>
              <p:nvPr/>
            </p:nvSpPr>
            <p:spPr>
              <a:xfrm>
                <a:off x="8202992" y="2778543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1AD6E189-621F-4C40-ABC6-EC691E4F983C}"/>
                  </a:ext>
                </a:extLst>
              </p:cNvPr>
              <p:cNvSpPr/>
              <p:nvPr/>
            </p:nvSpPr>
            <p:spPr>
              <a:xfrm>
                <a:off x="8202992" y="375668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5054FB01-31B2-48BC-A343-0E2FF93767E2}"/>
                  </a:ext>
                </a:extLst>
              </p:cNvPr>
              <p:cNvSpPr/>
              <p:nvPr/>
            </p:nvSpPr>
            <p:spPr>
              <a:xfrm>
                <a:off x="8202992" y="4734831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C7A0E8C5-F0CF-4EAB-BA35-63806C3C0574}"/>
                  </a:ext>
                </a:extLst>
              </p:cNvPr>
              <p:cNvSpPr/>
              <p:nvPr/>
            </p:nvSpPr>
            <p:spPr>
              <a:xfrm>
                <a:off x="8202992" y="571297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87A6FA62-A20D-4ED1-A985-783FCA2B5687}"/>
                  </a:ext>
                </a:extLst>
              </p:cNvPr>
              <p:cNvSpPr/>
              <p:nvPr/>
            </p:nvSpPr>
            <p:spPr>
              <a:xfrm>
                <a:off x="9186619" y="-1104906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0E0CDEC0-3D4D-456B-8D5F-9B996D0C5DDB}"/>
                  </a:ext>
                </a:extLst>
              </p:cNvPr>
              <p:cNvSpPr/>
              <p:nvPr/>
            </p:nvSpPr>
            <p:spPr>
              <a:xfrm>
                <a:off x="9186619" y="-12676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B319EE08-648D-4ABB-A654-C441E14783AC}"/>
                  </a:ext>
                </a:extLst>
              </p:cNvPr>
              <p:cNvSpPr/>
              <p:nvPr/>
            </p:nvSpPr>
            <p:spPr>
              <a:xfrm>
                <a:off x="9186619" y="85138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D13B6498-C309-4DE4-80E1-A945BB40287F}"/>
                  </a:ext>
                </a:extLst>
              </p:cNvPr>
              <p:cNvSpPr/>
              <p:nvPr/>
            </p:nvSpPr>
            <p:spPr>
              <a:xfrm>
                <a:off x="9186619" y="182952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E24BDFD7-2F82-4EB0-947D-A63444782060}"/>
                  </a:ext>
                </a:extLst>
              </p:cNvPr>
              <p:cNvSpPr/>
              <p:nvPr/>
            </p:nvSpPr>
            <p:spPr>
              <a:xfrm>
                <a:off x="9186619" y="2778543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FF23BDC3-7537-4921-A0F9-1AC8CCE69F57}"/>
                  </a:ext>
                </a:extLst>
              </p:cNvPr>
              <p:cNvSpPr/>
              <p:nvPr/>
            </p:nvSpPr>
            <p:spPr>
              <a:xfrm>
                <a:off x="9186619" y="375668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A1B80D00-B3F9-4DC6-9228-6DA3C6C95BC2}"/>
                  </a:ext>
                </a:extLst>
              </p:cNvPr>
              <p:cNvSpPr/>
              <p:nvPr/>
            </p:nvSpPr>
            <p:spPr>
              <a:xfrm>
                <a:off x="9186619" y="4734831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B42B9E68-101A-472A-BB39-D03B704A82A6}"/>
                  </a:ext>
                </a:extLst>
              </p:cNvPr>
              <p:cNvSpPr/>
              <p:nvPr/>
            </p:nvSpPr>
            <p:spPr>
              <a:xfrm>
                <a:off x="9186619" y="571297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5F315535-F592-4062-A147-0B4C06EBA5AF}"/>
                  </a:ext>
                </a:extLst>
              </p:cNvPr>
              <p:cNvSpPr/>
              <p:nvPr/>
            </p:nvSpPr>
            <p:spPr>
              <a:xfrm>
                <a:off x="8202992" y="6691120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E471938A-9B11-46D0-9E4D-C0BA960159B6}"/>
                  </a:ext>
                </a:extLst>
              </p:cNvPr>
              <p:cNvSpPr/>
              <p:nvPr/>
            </p:nvSpPr>
            <p:spPr>
              <a:xfrm>
                <a:off x="9186619" y="6691120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1E5D89BD-9C8D-470B-AB9F-55C55BD34C4B}"/>
                  </a:ext>
                </a:extLst>
              </p:cNvPr>
              <p:cNvSpPr/>
              <p:nvPr/>
            </p:nvSpPr>
            <p:spPr>
              <a:xfrm>
                <a:off x="10158860" y="-1104906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5A23AC53-D705-4196-AFD8-6F387D619A1E}"/>
                  </a:ext>
                </a:extLst>
              </p:cNvPr>
              <p:cNvSpPr/>
              <p:nvPr/>
            </p:nvSpPr>
            <p:spPr>
              <a:xfrm>
                <a:off x="10158860" y="-12676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CED591DD-74C0-491D-B79A-8CF247C5F32E}"/>
                  </a:ext>
                </a:extLst>
              </p:cNvPr>
              <p:cNvSpPr/>
              <p:nvPr/>
            </p:nvSpPr>
            <p:spPr>
              <a:xfrm>
                <a:off x="10158860" y="851382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FA2BBC3E-4B44-47B9-B4DC-FD9F7A725B6E}"/>
                  </a:ext>
                </a:extLst>
              </p:cNvPr>
              <p:cNvSpPr/>
              <p:nvPr/>
            </p:nvSpPr>
            <p:spPr>
              <a:xfrm>
                <a:off x="10158860" y="182952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A6D1D3B1-D886-4E51-A75D-5BBF65533612}"/>
                  </a:ext>
                </a:extLst>
              </p:cNvPr>
              <p:cNvSpPr/>
              <p:nvPr/>
            </p:nvSpPr>
            <p:spPr>
              <a:xfrm>
                <a:off x="10158860" y="2778543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07BFF96E-9B1E-4439-BFEE-60F8958B4846}"/>
                  </a:ext>
                </a:extLst>
              </p:cNvPr>
              <p:cNvSpPr/>
              <p:nvPr/>
            </p:nvSpPr>
            <p:spPr>
              <a:xfrm>
                <a:off x="10158860" y="3756687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D114CB4A-DB5D-4F3C-A4F3-81CF7322B99E}"/>
                  </a:ext>
                </a:extLst>
              </p:cNvPr>
              <p:cNvSpPr/>
              <p:nvPr/>
            </p:nvSpPr>
            <p:spPr>
              <a:xfrm>
                <a:off x="10158860" y="4734831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3AD93ED9-A81B-4E93-B45C-6C353B564827}"/>
                  </a:ext>
                </a:extLst>
              </p:cNvPr>
              <p:cNvSpPr/>
              <p:nvPr/>
            </p:nvSpPr>
            <p:spPr>
              <a:xfrm>
                <a:off x="10158860" y="571297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24FE9F5B-C301-4A34-AEAF-3D48362E9EFF}"/>
                  </a:ext>
                </a:extLst>
              </p:cNvPr>
              <p:cNvSpPr/>
              <p:nvPr/>
            </p:nvSpPr>
            <p:spPr>
              <a:xfrm>
                <a:off x="10158860" y="6691120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AC770FA9-FC68-44AA-AF3A-890E1323FBB9}"/>
                  </a:ext>
                </a:extLst>
              </p:cNvPr>
              <p:cNvSpPr/>
              <p:nvPr/>
            </p:nvSpPr>
            <p:spPr>
              <a:xfrm>
                <a:off x="1335761" y="764013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D0EDFC33-E3AC-4BE7-9329-D5A681C94B5A}"/>
                  </a:ext>
                </a:extLst>
              </p:cNvPr>
              <p:cNvSpPr/>
              <p:nvPr/>
            </p:nvSpPr>
            <p:spPr>
              <a:xfrm>
                <a:off x="2313905" y="764013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5EB83B35-BF28-4656-A973-E17B22BF14DD}"/>
                  </a:ext>
                </a:extLst>
              </p:cNvPr>
              <p:cNvSpPr/>
              <p:nvPr/>
            </p:nvSpPr>
            <p:spPr>
              <a:xfrm>
                <a:off x="3292049" y="764013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88C4DCE1-7415-431C-B8CD-3AAE670F0323}"/>
                  </a:ext>
                </a:extLst>
              </p:cNvPr>
              <p:cNvSpPr/>
              <p:nvPr/>
            </p:nvSpPr>
            <p:spPr>
              <a:xfrm>
                <a:off x="4270193" y="764013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9032C5BC-1088-428A-8B71-65B87F76C6C7}"/>
                  </a:ext>
                </a:extLst>
              </p:cNvPr>
              <p:cNvSpPr/>
              <p:nvPr/>
            </p:nvSpPr>
            <p:spPr>
              <a:xfrm>
                <a:off x="5248337" y="764013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ED913B66-AADB-4FD6-BC60-85D59C495A2B}"/>
                  </a:ext>
                </a:extLst>
              </p:cNvPr>
              <p:cNvSpPr/>
              <p:nvPr/>
            </p:nvSpPr>
            <p:spPr>
              <a:xfrm>
                <a:off x="6226481" y="764013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90600CFB-5D23-479E-8C22-DC29072B1696}"/>
                  </a:ext>
                </a:extLst>
              </p:cNvPr>
              <p:cNvSpPr/>
              <p:nvPr/>
            </p:nvSpPr>
            <p:spPr>
              <a:xfrm>
                <a:off x="7210109" y="764013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626C6C5F-8E37-4A6B-97A1-F20FE9B9E178}"/>
                  </a:ext>
                </a:extLst>
              </p:cNvPr>
              <p:cNvSpPr/>
              <p:nvPr/>
            </p:nvSpPr>
            <p:spPr>
              <a:xfrm>
                <a:off x="8202992" y="764013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B0069FA0-BD31-416A-BE35-E51F64395685}"/>
                  </a:ext>
                </a:extLst>
              </p:cNvPr>
              <p:cNvSpPr/>
              <p:nvPr/>
            </p:nvSpPr>
            <p:spPr>
              <a:xfrm>
                <a:off x="9186619" y="764013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18BA0DCF-B55E-4BB1-A39B-F2B07CE4C53F}"/>
                  </a:ext>
                </a:extLst>
              </p:cNvPr>
              <p:cNvSpPr/>
              <p:nvPr/>
            </p:nvSpPr>
            <p:spPr>
              <a:xfrm>
                <a:off x="10158860" y="7640135"/>
                <a:ext cx="978144" cy="978144"/>
              </a:xfrm>
              <a:prstGeom prst="rect">
                <a:avLst/>
              </a:prstGeom>
              <a:solidFill>
                <a:schemeClr val="bg1"/>
              </a:solidFill>
              <a:ln w="25400" cmpd="dbl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8CE18EB-3118-46AB-886A-166A1E0FE969}"/>
                </a:ext>
              </a:extLst>
            </p:cNvPr>
            <p:cNvGrpSpPr/>
            <p:nvPr/>
          </p:nvGrpSpPr>
          <p:grpSpPr>
            <a:xfrm>
              <a:off x="2518206" y="5802371"/>
              <a:ext cx="8746770" cy="9557540"/>
              <a:chOff x="1738967" y="5802371"/>
              <a:chExt cx="8746770" cy="9557540"/>
            </a:xfrm>
          </p:grpSpPr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54AFF1A3-56C5-4ED3-BED5-CCA0633B41B7}"/>
                  </a:ext>
                </a:extLst>
              </p:cNvPr>
              <p:cNvSpPr/>
              <p:nvPr/>
            </p:nvSpPr>
            <p:spPr>
              <a:xfrm rot="2750059">
                <a:off x="4823792" y="6801894"/>
                <a:ext cx="611128" cy="69036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670D200C-5334-46E7-9997-C80EAC86D154}"/>
                  </a:ext>
                </a:extLst>
              </p:cNvPr>
              <p:cNvSpPr/>
              <p:nvPr/>
            </p:nvSpPr>
            <p:spPr>
              <a:xfrm>
                <a:off x="2610177" y="7649617"/>
                <a:ext cx="1070080" cy="756786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5CE15BEC-E0D2-415B-9929-D2C90820C2C2}"/>
                  </a:ext>
                </a:extLst>
              </p:cNvPr>
              <p:cNvSpPr/>
              <p:nvPr/>
            </p:nvSpPr>
            <p:spPr>
              <a:xfrm rot="2750059">
                <a:off x="1778586" y="9689861"/>
                <a:ext cx="611128" cy="69036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67C72AC8-AEAD-4F97-8800-14C20A8E1AA8}"/>
                  </a:ext>
                </a:extLst>
              </p:cNvPr>
              <p:cNvSpPr/>
              <p:nvPr/>
            </p:nvSpPr>
            <p:spPr>
              <a:xfrm rot="2750059">
                <a:off x="3858996" y="9717871"/>
                <a:ext cx="611128" cy="69036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354C5226-32A1-4F88-83AB-A5B338AC196E}"/>
                  </a:ext>
                </a:extLst>
              </p:cNvPr>
              <p:cNvSpPr/>
              <p:nvPr/>
            </p:nvSpPr>
            <p:spPr>
              <a:xfrm rot="2750059">
                <a:off x="1813918" y="6834390"/>
                <a:ext cx="611128" cy="69036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2C65D389-8DC3-4D98-932C-BB2EA671F46E}"/>
                  </a:ext>
                </a:extLst>
              </p:cNvPr>
              <p:cNvSpPr/>
              <p:nvPr/>
            </p:nvSpPr>
            <p:spPr>
              <a:xfrm>
                <a:off x="2590811" y="13522179"/>
                <a:ext cx="1070080" cy="756786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055AAB7F-B11B-4576-9ABE-83C93D237035}"/>
                  </a:ext>
                </a:extLst>
              </p:cNvPr>
              <p:cNvSpPr/>
              <p:nvPr/>
            </p:nvSpPr>
            <p:spPr>
              <a:xfrm rot="7313666">
                <a:off x="1665654" y="11634239"/>
                <a:ext cx="962390" cy="688780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69ECA5A6-1652-4626-ACF2-46D783664377}"/>
                  </a:ext>
                </a:extLst>
              </p:cNvPr>
              <p:cNvSpPr/>
              <p:nvPr/>
            </p:nvSpPr>
            <p:spPr>
              <a:xfrm rot="7313666">
                <a:off x="4769748" y="12535162"/>
                <a:ext cx="962390" cy="688780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B8D30565-12C3-4231-8196-FB8DCF087039}"/>
                  </a:ext>
                </a:extLst>
              </p:cNvPr>
              <p:cNvSpPr/>
              <p:nvPr/>
            </p:nvSpPr>
            <p:spPr>
              <a:xfrm rot="7313666">
                <a:off x="4731083" y="14534325"/>
                <a:ext cx="962390" cy="688780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4244D0D-7D23-4743-B3A4-2D8C0149E376}"/>
                  </a:ext>
                </a:extLst>
              </p:cNvPr>
              <p:cNvSpPr/>
              <p:nvPr/>
            </p:nvSpPr>
            <p:spPr>
              <a:xfrm rot="7313666">
                <a:off x="1700048" y="14534326"/>
                <a:ext cx="962390" cy="688780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67CA9650-04C9-40C1-8383-8B9F047CABB4}"/>
                  </a:ext>
                </a:extLst>
              </p:cNvPr>
              <p:cNvSpPr/>
              <p:nvPr/>
            </p:nvSpPr>
            <p:spPr>
              <a:xfrm rot="2750059">
                <a:off x="9719608" y="11536073"/>
                <a:ext cx="611128" cy="69036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8DF56F1E-A86E-4926-A3D7-BF7741B2FAF5}"/>
                  </a:ext>
                </a:extLst>
              </p:cNvPr>
              <p:cNvSpPr/>
              <p:nvPr/>
            </p:nvSpPr>
            <p:spPr>
              <a:xfrm>
                <a:off x="8424506" y="13545367"/>
                <a:ext cx="1070080" cy="756786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E2D6D297-FBD8-4B9C-8D9B-08DC4BFB5DA9}"/>
                  </a:ext>
                </a:extLst>
              </p:cNvPr>
              <p:cNvSpPr/>
              <p:nvPr/>
            </p:nvSpPr>
            <p:spPr>
              <a:xfrm rot="2750059">
                <a:off x="6800627" y="14424040"/>
                <a:ext cx="611128" cy="69036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6410B76-1BE2-434B-9A66-C482515F3BE6}"/>
                  </a:ext>
                </a:extLst>
              </p:cNvPr>
              <p:cNvSpPr/>
              <p:nvPr/>
            </p:nvSpPr>
            <p:spPr>
              <a:xfrm rot="2750059">
                <a:off x="9756908" y="14452050"/>
                <a:ext cx="611128" cy="69036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A05D0A87-A4BA-475B-A875-19A3D647E3C4}"/>
                  </a:ext>
                </a:extLst>
              </p:cNvPr>
              <p:cNvSpPr/>
              <p:nvPr/>
            </p:nvSpPr>
            <p:spPr>
              <a:xfrm rot="2750059">
                <a:off x="7703608" y="11568569"/>
                <a:ext cx="611128" cy="69036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A0E7FD5A-2B64-4D49-BC30-A7676FD3E402}"/>
                  </a:ext>
                </a:extLst>
              </p:cNvPr>
              <p:cNvSpPr/>
              <p:nvPr/>
            </p:nvSpPr>
            <p:spPr>
              <a:xfrm>
                <a:off x="8537627" y="7687899"/>
                <a:ext cx="1070080" cy="756786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E2FD423-87AC-4BA3-A721-B02B1D9EA5A8}"/>
                  </a:ext>
                </a:extLst>
              </p:cNvPr>
              <p:cNvSpPr/>
              <p:nvPr/>
            </p:nvSpPr>
            <p:spPr>
              <a:xfrm rot="7313666">
                <a:off x="6556058" y="6733666"/>
                <a:ext cx="962390" cy="688780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A2C7BEAC-E4A9-46E5-8FAD-A7613CB44E7A}"/>
                  </a:ext>
                </a:extLst>
              </p:cNvPr>
              <p:cNvSpPr/>
              <p:nvPr/>
            </p:nvSpPr>
            <p:spPr>
              <a:xfrm rot="7313666">
                <a:off x="9660152" y="6742138"/>
                <a:ext cx="962390" cy="688780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192773DA-AE9A-4477-A139-CA6390A8E545}"/>
                  </a:ext>
                </a:extLst>
              </p:cNvPr>
              <p:cNvSpPr/>
              <p:nvPr/>
            </p:nvSpPr>
            <p:spPr>
              <a:xfrm rot="7313666">
                <a:off x="9621487" y="9633752"/>
                <a:ext cx="962390" cy="688780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513BBC78-2246-4464-A942-A9D317FA65D0}"/>
                  </a:ext>
                </a:extLst>
              </p:cNvPr>
              <p:cNvSpPr/>
              <p:nvPr/>
            </p:nvSpPr>
            <p:spPr>
              <a:xfrm rot="7313666">
                <a:off x="6590452" y="8738451"/>
                <a:ext cx="962390" cy="688780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A4A3F8D2-68CE-4280-A3AB-4583CDE0B951}"/>
                  </a:ext>
                </a:extLst>
              </p:cNvPr>
              <p:cNvSpPr/>
              <p:nvPr/>
            </p:nvSpPr>
            <p:spPr>
              <a:xfrm>
                <a:off x="5555944" y="10610053"/>
                <a:ext cx="1070080" cy="756786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E2DCD65A-6C5C-4087-BFD4-D203FCE8D77A}"/>
                  </a:ext>
                </a:extLst>
              </p:cNvPr>
              <p:cNvSpPr/>
              <p:nvPr/>
            </p:nvSpPr>
            <p:spPr>
              <a:xfrm rot="19185010">
                <a:off x="7681825" y="12717074"/>
                <a:ext cx="815870" cy="549430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DA46C4AD-DF00-4C10-B97D-BDE6C4CDA1DD}"/>
                  </a:ext>
                </a:extLst>
              </p:cNvPr>
              <p:cNvSpPr/>
              <p:nvPr/>
            </p:nvSpPr>
            <p:spPr>
              <a:xfrm rot="19185010">
                <a:off x="6649350" y="12672795"/>
                <a:ext cx="815870" cy="549430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5C124011-978D-4076-A17C-796008AC8700}"/>
                  </a:ext>
                </a:extLst>
              </p:cNvPr>
              <p:cNvSpPr/>
              <p:nvPr/>
            </p:nvSpPr>
            <p:spPr>
              <a:xfrm rot="19185010">
                <a:off x="3775938" y="12648347"/>
                <a:ext cx="815870" cy="549430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6E2D27D8-F314-4756-A974-F229AEED7202}"/>
                  </a:ext>
                </a:extLst>
              </p:cNvPr>
              <p:cNvSpPr/>
              <p:nvPr/>
            </p:nvSpPr>
            <p:spPr>
              <a:xfrm rot="19185010">
                <a:off x="3752997" y="8699326"/>
                <a:ext cx="815870" cy="549430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8FAE664E-29B8-4C85-8352-EB75DA63D226}"/>
                  </a:ext>
                </a:extLst>
              </p:cNvPr>
              <p:cNvSpPr/>
              <p:nvPr/>
            </p:nvSpPr>
            <p:spPr>
              <a:xfrm rot="19185010">
                <a:off x="7668632" y="8736571"/>
                <a:ext cx="815870" cy="549430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9F5201-CAA5-4CAD-B5C4-862CB0661BDA}"/>
                  </a:ext>
                </a:extLst>
              </p:cNvPr>
              <p:cNvSpPr/>
              <p:nvPr/>
            </p:nvSpPr>
            <p:spPr>
              <a:xfrm rot="19185010">
                <a:off x="1772476" y="5802371"/>
                <a:ext cx="815870" cy="549430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5CB47A11-4004-4EFE-99B0-1B47709B939C}"/>
                  </a:ext>
                </a:extLst>
              </p:cNvPr>
              <p:cNvSpPr/>
              <p:nvPr/>
            </p:nvSpPr>
            <p:spPr>
              <a:xfrm rot="19185010">
                <a:off x="3720252" y="5802372"/>
                <a:ext cx="815870" cy="549430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5788E1CC-886B-4935-81AB-4DA41F26DC31}"/>
                  </a:ext>
                </a:extLst>
              </p:cNvPr>
              <p:cNvSpPr/>
              <p:nvPr/>
            </p:nvSpPr>
            <p:spPr>
              <a:xfrm rot="19185010">
                <a:off x="2744108" y="11669054"/>
                <a:ext cx="815870" cy="549430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A198224-DC30-4DA2-91E9-014046F15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12962" y="5074673"/>
            <a:ext cx="3638737" cy="33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2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704221E1-093F-49DC-BAF0-1EC8C5290C7C}"/>
              </a:ext>
            </a:extLst>
          </p:cNvPr>
          <p:cNvSpPr/>
          <p:nvPr/>
        </p:nvSpPr>
        <p:spPr>
          <a:xfrm rot="7313666">
            <a:off x="8288816" y="3063534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B736DB9D-8782-4153-B70B-4B525FBDDBC6}"/>
              </a:ext>
            </a:extLst>
          </p:cNvPr>
          <p:cNvSpPr/>
          <p:nvPr/>
        </p:nvSpPr>
        <p:spPr>
          <a:xfrm>
            <a:off x="10430209" y="2987942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1C91D15E-B68B-42C2-80C6-12E620EF2B1A}"/>
              </a:ext>
            </a:extLst>
          </p:cNvPr>
          <p:cNvSpPr/>
          <p:nvPr/>
        </p:nvSpPr>
        <p:spPr>
          <a:xfrm rot="19185010">
            <a:off x="4137501" y="5124463"/>
            <a:ext cx="728206" cy="49039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856AEA1-7C5B-430D-B102-12B6642F4F41}"/>
              </a:ext>
            </a:extLst>
          </p:cNvPr>
          <p:cNvCxnSpPr>
            <a:cxnSpLocks/>
          </p:cNvCxnSpPr>
          <p:nvPr/>
        </p:nvCxnSpPr>
        <p:spPr>
          <a:xfrm>
            <a:off x="461870" y="5710423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48920A0-C35E-4910-A0B5-09D2762650A0}"/>
              </a:ext>
            </a:extLst>
          </p:cNvPr>
          <p:cNvCxnSpPr>
            <a:cxnSpLocks/>
          </p:cNvCxnSpPr>
          <p:nvPr/>
        </p:nvCxnSpPr>
        <p:spPr>
          <a:xfrm>
            <a:off x="461870" y="4933205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810F507-474E-428C-AFFA-1D0E305ED550}"/>
              </a:ext>
            </a:extLst>
          </p:cNvPr>
          <p:cNvCxnSpPr>
            <a:cxnSpLocks/>
          </p:cNvCxnSpPr>
          <p:nvPr/>
        </p:nvCxnSpPr>
        <p:spPr>
          <a:xfrm>
            <a:off x="461870" y="5312686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DFA44A7-F640-4CAF-B9EA-DEE81FB1B01C}"/>
              </a:ext>
            </a:extLst>
          </p:cNvPr>
          <p:cNvCxnSpPr>
            <a:cxnSpLocks/>
          </p:cNvCxnSpPr>
          <p:nvPr/>
        </p:nvCxnSpPr>
        <p:spPr>
          <a:xfrm>
            <a:off x="461870" y="6108881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2B0143B-36DE-44EA-8161-A7294D0DCDBB}"/>
              </a:ext>
            </a:extLst>
          </p:cNvPr>
          <p:cNvCxnSpPr>
            <a:cxnSpLocks/>
          </p:cNvCxnSpPr>
          <p:nvPr/>
        </p:nvCxnSpPr>
        <p:spPr>
          <a:xfrm>
            <a:off x="461870" y="6492678"/>
            <a:ext cx="4233822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1015DE3-1E94-4D44-8F56-D2F35B9450E1}"/>
              </a:ext>
            </a:extLst>
          </p:cNvPr>
          <p:cNvCxnSpPr>
            <a:cxnSpLocks/>
          </p:cNvCxnSpPr>
          <p:nvPr/>
        </p:nvCxnSpPr>
        <p:spPr>
          <a:xfrm rot="5400000">
            <a:off x="4544569" y="1094926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FE31BDA-7DC6-41F9-B5C7-BE857EB3F0B6}"/>
              </a:ext>
            </a:extLst>
          </p:cNvPr>
          <p:cNvCxnSpPr>
            <a:cxnSpLocks/>
          </p:cNvCxnSpPr>
          <p:nvPr/>
        </p:nvCxnSpPr>
        <p:spPr>
          <a:xfrm rot="5400000">
            <a:off x="6282756" y="203673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332542D-0963-450D-A821-8B030A7602E2}"/>
              </a:ext>
            </a:extLst>
          </p:cNvPr>
          <p:cNvCxnSpPr>
            <a:cxnSpLocks/>
          </p:cNvCxnSpPr>
          <p:nvPr/>
        </p:nvCxnSpPr>
        <p:spPr>
          <a:xfrm rot="5400000">
            <a:off x="5431466" y="641443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790912B-81AA-4BCC-8559-B07EAD8983BD}"/>
              </a:ext>
            </a:extLst>
          </p:cNvPr>
          <p:cNvCxnSpPr>
            <a:cxnSpLocks/>
          </p:cNvCxnSpPr>
          <p:nvPr/>
        </p:nvCxnSpPr>
        <p:spPr>
          <a:xfrm rot="5400000">
            <a:off x="3710576" y="1494720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584A33F-5A5B-437B-9988-A83C7880CF10}"/>
              </a:ext>
            </a:extLst>
          </p:cNvPr>
          <p:cNvCxnSpPr>
            <a:cxnSpLocks/>
          </p:cNvCxnSpPr>
          <p:nvPr/>
        </p:nvCxnSpPr>
        <p:spPr>
          <a:xfrm rot="5400000">
            <a:off x="2897982" y="1889091"/>
            <a:ext cx="4233822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471FCB4-ED4C-40EA-8812-5F29A4251DEF}"/>
              </a:ext>
            </a:extLst>
          </p:cNvPr>
          <p:cNvSpPr/>
          <p:nvPr/>
        </p:nvSpPr>
        <p:spPr>
          <a:xfrm rot="2750059">
            <a:off x="6067902" y="3179599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6154F93-566A-4F37-BB80-F661A69218FF}"/>
              </a:ext>
            </a:extLst>
          </p:cNvPr>
          <p:cNvCxnSpPr>
            <a:cxnSpLocks/>
          </p:cNvCxnSpPr>
          <p:nvPr/>
        </p:nvCxnSpPr>
        <p:spPr>
          <a:xfrm rot="5400000">
            <a:off x="6716269" y="1094926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AFC1F14-6575-4F45-8D86-E5ADBFC8613F}"/>
              </a:ext>
            </a:extLst>
          </p:cNvPr>
          <p:cNvCxnSpPr>
            <a:cxnSpLocks/>
          </p:cNvCxnSpPr>
          <p:nvPr/>
        </p:nvCxnSpPr>
        <p:spPr>
          <a:xfrm rot="5400000">
            <a:off x="8454456" y="203673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36CDCCE-3918-459C-8225-82B42131F14A}"/>
              </a:ext>
            </a:extLst>
          </p:cNvPr>
          <p:cNvCxnSpPr>
            <a:cxnSpLocks/>
          </p:cNvCxnSpPr>
          <p:nvPr/>
        </p:nvCxnSpPr>
        <p:spPr>
          <a:xfrm rot="5400000">
            <a:off x="7603166" y="641443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BFE028F-72E2-4D4F-9317-845DCC186052}"/>
              </a:ext>
            </a:extLst>
          </p:cNvPr>
          <p:cNvCxnSpPr>
            <a:cxnSpLocks/>
          </p:cNvCxnSpPr>
          <p:nvPr/>
        </p:nvCxnSpPr>
        <p:spPr>
          <a:xfrm rot="5400000">
            <a:off x="5882276" y="1494720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D59A0B6-DF09-4F50-803F-60D650F416CF}"/>
              </a:ext>
            </a:extLst>
          </p:cNvPr>
          <p:cNvCxnSpPr>
            <a:cxnSpLocks/>
          </p:cNvCxnSpPr>
          <p:nvPr/>
        </p:nvCxnSpPr>
        <p:spPr>
          <a:xfrm rot="5400000">
            <a:off x="5069682" y="1889091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F0E1830-880A-41CB-9D54-B7B13DB90B3C}"/>
              </a:ext>
            </a:extLst>
          </p:cNvPr>
          <p:cNvCxnSpPr>
            <a:cxnSpLocks/>
          </p:cNvCxnSpPr>
          <p:nvPr/>
        </p:nvCxnSpPr>
        <p:spPr>
          <a:xfrm rot="5400000">
            <a:off x="8973048" y="1094926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8C5E0E6-6481-4688-99F8-F2949FC642B3}"/>
              </a:ext>
            </a:extLst>
          </p:cNvPr>
          <p:cNvCxnSpPr>
            <a:cxnSpLocks/>
          </p:cNvCxnSpPr>
          <p:nvPr/>
        </p:nvCxnSpPr>
        <p:spPr>
          <a:xfrm rot="5400000">
            <a:off x="10711235" y="203673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22B67FC-8FC3-4A68-ADF5-46AB30986981}"/>
              </a:ext>
            </a:extLst>
          </p:cNvPr>
          <p:cNvCxnSpPr>
            <a:cxnSpLocks/>
          </p:cNvCxnSpPr>
          <p:nvPr/>
        </p:nvCxnSpPr>
        <p:spPr>
          <a:xfrm rot="5400000">
            <a:off x="9859945" y="641443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AB968E3-772F-41F5-A1F2-6B1FA0CA82BD}"/>
              </a:ext>
            </a:extLst>
          </p:cNvPr>
          <p:cNvCxnSpPr>
            <a:cxnSpLocks/>
          </p:cNvCxnSpPr>
          <p:nvPr/>
        </p:nvCxnSpPr>
        <p:spPr>
          <a:xfrm rot="5400000">
            <a:off x="8139055" y="1494720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B0B7346-5498-449C-BDAF-62D98957288D}"/>
              </a:ext>
            </a:extLst>
          </p:cNvPr>
          <p:cNvCxnSpPr>
            <a:cxnSpLocks/>
          </p:cNvCxnSpPr>
          <p:nvPr/>
        </p:nvCxnSpPr>
        <p:spPr>
          <a:xfrm rot="5400000">
            <a:off x="7326461" y="1889091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6D63E4B-9C94-45DC-B1AA-65B283816216}"/>
              </a:ext>
            </a:extLst>
          </p:cNvPr>
          <p:cNvCxnSpPr>
            <a:cxnSpLocks/>
          </p:cNvCxnSpPr>
          <p:nvPr/>
        </p:nvCxnSpPr>
        <p:spPr>
          <a:xfrm>
            <a:off x="5327864" y="5710423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7BBBCB3-DF04-4CB4-9FA0-84D0F2BF1ADE}"/>
              </a:ext>
            </a:extLst>
          </p:cNvPr>
          <p:cNvCxnSpPr>
            <a:cxnSpLocks/>
          </p:cNvCxnSpPr>
          <p:nvPr/>
        </p:nvCxnSpPr>
        <p:spPr>
          <a:xfrm>
            <a:off x="5327864" y="4933205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BEDC2CD-C717-4758-BC84-BF634844C38C}"/>
              </a:ext>
            </a:extLst>
          </p:cNvPr>
          <p:cNvCxnSpPr>
            <a:cxnSpLocks/>
          </p:cNvCxnSpPr>
          <p:nvPr/>
        </p:nvCxnSpPr>
        <p:spPr>
          <a:xfrm>
            <a:off x="5327864" y="531268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65DF393-28F1-4FDC-933A-2EB7C48A16B7}"/>
              </a:ext>
            </a:extLst>
          </p:cNvPr>
          <p:cNvCxnSpPr>
            <a:cxnSpLocks/>
          </p:cNvCxnSpPr>
          <p:nvPr/>
        </p:nvCxnSpPr>
        <p:spPr>
          <a:xfrm>
            <a:off x="5327864" y="6108881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6A3C914-B20F-4DF7-B6F2-C0372DB12ED1}"/>
              </a:ext>
            </a:extLst>
          </p:cNvPr>
          <p:cNvCxnSpPr>
            <a:cxnSpLocks/>
          </p:cNvCxnSpPr>
          <p:nvPr/>
        </p:nvCxnSpPr>
        <p:spPr>
          <a:xfrm>
            <a:off x="5327864" y="6492678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BA4891F-F56A-4ED6-ADFB-134AEDCDFDFA}"/>
              </a:ext>
            </a:extLst>
          </p:cNvPr>
          <p:cNvCxnSpPr>
            <a:cxnSpLocks/>
          </p:cNvCxnSpPr>
          <p:nvPr/>
        </p:nvCxnSpPr>
        <p:spPr>
          <a:xfrm rot="10800000">
            <a:off x="9200093" y="5597854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7697509-65D0-4444-8F5B-1F7354CB6B4C}"/>
              </a:ext>
            </a:extLst>
          </p:cNvPr>
          <p:cNvCxnSpPr>
            <a:cxnSpLocks/>
          </p:cNvCxnSpPr>
          <p:nvPr/>
        </p:nvCxnSpPr>
        <p:spPr>
          <a:xfrm rot="10800000">
            <a:off x="10982599" y="6375072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F6D4D21-D093-43A5-8CD7-380FE6D4DA24}"/>
              </a:ext>
            </a:extLst>
          </p:cNvPr>
          <p:cNvCxnSpPr>
            <a:cxnSpLocks/>
          </p:cNvCxnSpPr>
          <p:nvPr/>
        </p:nvCxnSpPr>
        <p:spPr>
          <a:xfrm rot="10800000">
            <a:off x="10107060" y="5995591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13638F1-5B15-42CF-BFF2-E94CB4387EA3}"/>
              </a:ext>
            </a:extLst>
          </p:cNvPr>
          <p:cNvCxnSpPr>
            <a:cxnSpLocks/>
          </p:cNvCxnSpPr>
          <p:nvPr/>
        </p:nvCxnSpPr>
        <p:spPr>
          <a:xfrm rot="10800000">
            <a:off x="8400505" y="5199396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C5B7EC-72B9-4D47-A426-86911698D4A1}"/>
              </a:ext>
            </a:extLst>
          </p:cNvPr>
          <p:cNvCxnSpPr>
            <a:cxnSpLocks/>
          </p:cNvCxnSpPr>
          <p:nvPr/>
        </p:nvCxnSpPr>
        <p:spPr>
          <a:xfrm rot="10800000">
            <a:off x="7611764" y="4815599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Multiplication Sign 162">
            <a:extLst>
              <a:ext uri="{FF2B5EF4-FFF2-40B4-BE49-F238E27FC236}">
                <a16:creationId xmlns:a16="http://schemas.microsoft.com/office/drawing/2014/main" id="{90DD80D7-FA7E-4489-B611-2B270CBDF8E0}"/>
              </a:ext>
            </a:extLst>
          </p:cNvPr>
          <p:cNvSpPr/>
          <p:nvPr/>
        </p:nvSpPr>
        <p:spPr>
          <a:xfrm>
            <a:off x="3381709" y="4948568"/>
            <a:ext cx="696868" cy="696868"/>
          </a:xfrm>
          <a:prstGeom prst="mathMultiply">
            <a:avLst>
              <a:gd name="adj1" fmla="val 13435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2" name="Circle: Hollow 131">
            <a:extLst>
              <a:ext uri="{FF2B5EF4-FFF2-40B4-BE49-F238E27FC236}">
                <a16:creationId xmlns:a16="http://schemas.microsoft.com/office/drawing/2014/main" id="{93F7CED2-A621-40FF-A0A4-77073F4063A7}"/>
              </a:ext>
            </a:extLst>
          </p:cNvPr>
          <p:cNvSpPr/>
          <p:nvPr/>
        </p:nvSpPr>
        <p:spPr>
          <a:xfrm>
            <a:off x="2578781" y="4775867"/>
            <a:ext cx="773900" cy="773900"/>
          </a:xfrm>
          <a:prstGeom prst="donut">
            <a:avLst>
              <a:gd name="adj" fmla="val 10074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D26936-2AAA-41AB-8334-1ED711EA1971}"/>
              </a:ext>
            </a:extLst>
          </p:cNvPr>
          <p:cNvGrpSpPr/>
          <p:nvPr/>
        </p:nvGrpSpPr>
        <p:grpSpPr>
          <a:xfrm>
            <a:off x="-48660" y="-604173"/>
            <a:ext cx="4870244" cy="5223601"/>
            <a:chOff x="-48660" y="-604173"/>
            <a:chExt cx="4870244" cy="5223601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411DE218-01FA-4569-9E4B-C0F21EF067B9}"/>
                </a:ext>
              </a:extLst>
            </p:cNvPr>
            <p:cNvGrpSpPr/>
            <p:nvPr/>
          </p:nvGrpSpPr>
          <p:grpSpPr>
            <a:xfrm>
              <a:off x="259534" y="187664"/>
              <a:ext cx="4242070" cy="4216805"/>
              <a:chOff x="1831632" y="-207902"/>
              <a:chExt cx="4242070" cy="4216805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92851420-4ABD-44A8-A1DA-0623E6F99C04}"/>
                  </a:ext>
                </a:extLst>
              </p:cNvPr>
              <p:cNvSpPr/>
              <p:nvPr/>
            </p:nvSpPr>
            <p:spPr>
              <a:xfrm>
                <a:off x="1831632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9613FAA4-7ECD-4CCB-AF51-2E6BFB37686D}"/>
                  </a:ext>
                </a:extLst>
              </p:cNvPr>
              <p:cNvSpPr/>
              <p:nvPr/>
            </p:nvSpPr>
            <p:spPr>
              <a:xfrm>
                <a:off x="2680046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69CC8CE3-9723-4836-BCBE-5C4BE63EBAED}"/>
                  </a:ext>
                </a:extLst>
              </p:cNvPr>
              <p:cNvSpPr/>
              <p:nvPr/>
            </p:nvSpPr>
            <p:spPr>
              <a:xfrm>
                <a:off x="1831632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13C746BD-7E2F-4551-BE1D-4594D440E850}"/>
                  </a:ext>
                </a:extLst>
              </p:cNvPr>
              <p:cNvSpPr/>
              <p:nvPr/>
            </p:nvSpPr>
            <p:spPr>
              <a:xfrm>
                <a:off x="2680046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D8287F49-8831-4B0A-925B-CA6817807E93}"/>
                  </a:ext>
                </a:extLst>
              </p:cNvPr>
              <p:cNvSpPr/>
              <p:nvPr/>
            </p:nvSpPr>
            <p:spPr>
              <a:xfrm>
                <a:off x="3528460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BCAE48A4-4D6D-44C0-B60B-E586624FC9EE}"/>
                  </a:ext>
                </a:extLst>
              </p:cNvPr>
              <p:cNvSpPr/>
              <p:nvPr/>
            </p:nvSpPr>
            <p:spPr>
              <a:xfrm>
                <a:off x="4376874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BFBCD8BD-4C57-444F-9B05-CAB942BFD1CC}"/>
                  </a:ext>
                </a:extLst>
              </p:cNvPr>
              <p:cNvSpPr/>
              <p:nvPr/>
            </p:nvSpPr>
            <p:spPr>
              <a:xfrm>
                <a:off x="3528460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67000E30-8B22-4D83-BF64-040DAADF738A}"/>
                  </a:ext>
                </a:extLst>
              </p:cNvPr>
              <p:cNvSpPr/>
              <p:nvPr/>
            </p:nvSpPr>
            <p:spPr>
              <a:xfrm>
                <a:off x="4376874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F505AEA-C510-4346-90B4-A1870D443630}"/>
                  </a:ext>
                </a:extLst>
              </p:cNvPr>
              <p:cNvSpPr/>
              <p:nvPr/>
            </p:nvSpPr>
            <p:spPr>
              <a:xfrm>
                <a:off x="1831632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FE6E4FA-7C31-4DD7-96B0-688051B2408B}"/>
                  </a:ext>
                </a:extLst>
              </p:cNvPr>
              <p:cNvSpPr/>
              <p:nvPr/>
            </p:nvSpPr>
            <p:spPr>
              <a:xfrm>
                <a:off x="2680046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8AE35B83-0714-4ADB-AEAF-B09E6EDC7C5E}"/>
                  </a:ext>
                </a:extLst>
              </p:cNvPr>
              <p:cNvSpPr/>
              <p:nvPr/>
            </p:nvSpPr>
            <p:spPr>
              <a:xfrm>
                <a:off x="1831632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AC32EE83-9E45-49DD-BF24-BE93C6CA9731}"/>
                  </a:ext>
                </a:extLst>
              </p:cNvPr>
              <p:cNvSpPr/>
              <p:nvPr/>
            </p:nvSpPr>
            <p:spPr>
              <a:xfrm>
                <a:off x="2680046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DA51DBE3-3F56-4293-A82C-3FB367EE6964}"/>
                  </a:ext>
                </a:extLst>
              </p:cNvPr>
              <p:cNvSpPr/>
              <p:nvPr/>
            </p:nvSpPr>
            <p:spPr>
              <a:xfrm>
                <a:off x="3528460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39344260-B300-4BE0-AF38-2308DEEEB15B}"/>
                  </a:ext>
                </a:extLst>
              </p:cNvPr>
              <p:cNvSpPr/>
              <p:nvPr/>
            </p:nvSpPr>
            <p:spPr>
              <a:xfrm>
                <a:off x="4376874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9DBE506F-4F00-46CF-B86C-5E6E43CB080D}"/>
                  </a:ext>
                </a:extLst>
              </p:cNvPr>
              <p:cNvSpPr/>
              <p:nvPr/>
            </p:nvSpPr>
            <p:spPr>
              <a:xfrm>
                <a:off x="3528460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35FF6A54-0914-41B1-8C4F-6697B93EB624}"/>
                  </a:ext>
                </a:extLst>
              </p:cNvPr>
              <p:cNvSpPr/>
              <p:nvPr/>
            </p:nvSpPr>
            <p:spPr>
              <a:xfrm>
                <a:off x="4376874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A82A8231-C55D-443D-AB79-2125FD7312FC}"/>
                  </a:ext>
                </a:extLst>
              </p:cNvPr>
              <p:cNvSpPr/>
              <p:nvPr/>
            </p:nvSpPr>
            <p:spPr>
              <a:xfrm>
                <a:off x="5225288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BBD48960-6B1D-4F1A-83F7-3F572D80186D}"/>
                  </a:ext>
                </a:extLst>
              </p:cNvPr>
              <p:cNvSpPr/>
              <p:nvPr/>
            </p:nvSpPr>
            <p:spPr>
              <a:xfrm>
                <a:off x="5225288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2D4C87A5-2D8A-452C-AE94-A88557AA89AC}"/>
                  </a:ext>
                </a:extLst>
              </p:cNvPr>
              <p:cNvSpPr/>
              <p:nvPr/>
            </p:nvSpPr>
            <p:spPr>
              <a:xfrm>
                <a:off x="5225288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148B9044-B977-437B-9A15-F99EB196F9CB}"/>
                  </a:ext>
                </a:extLst>
              </p:cNvPr>
              <p:cNvSpPr/>
              <p:nvPr/>
            </p:nvSpPr>
            <p:spPr>
              <a:xfrm>
                <a:off x="5225288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2A07CC14-F78C-4244-AF2F-54A5126BD9CB}"/>
                  </a:ext>
                </a:extLst>
              </p:cNvPr>
              <p:cNvSpPr/>
              <p:nvPr/>
            </p:nvSpPr>
            <p:spPr>
              <a:xfrm>
                <a:off x="1831632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5D39EB82-77E6-4FDE-AD8B-9018361534B9}"/>
                  </a:ext>
                </a:extLst>
              </p:cNvPr>
              <p:cNvSpPr/>
              <p:nvPr/>
            </p:nvSpPr>
            <p:spPr>
              <a:xfrm>
                <a:off x="2680046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7456E22F-CF0E-47A1-A098-C53092C5D6CA}"/>
                  </a:ext>
                </a:extLst>
              </p:cNvPr>
              <p:cNvSpPr/>
              <p:nvPr/>
            </p:nvSpPr>
            <p:spPr>
              <a:xfrm>
                <a:off x="3528460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CE0973B8-7B8B-43A5-B5B8-5658C2355732}"/>
                  </a:ext>
                </a:extLst>
              </p:cNvPr>
              <p:cNvSpPr/>
              <p:nvPr/>
            </p:nvSpPr>
            <p:spPr>
              <a:xfrm>
                <a:off x="4376874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322AD8D5-DC8C-401E-BD6A-7A2E1EBAD099}"/>
                  </a:ext>
                </a:extLst>
              </p:cNvPr>
              <p:cNvSpPr/>
              <p:nvPr/>
            </p:nvSpPr>
            <p:spPr>
              <a:xfrm>
                <a:off x="5225288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5BAA0463-31D2-4561-838D-5B9742A6EAB5}"/>
                </a:ext>
              </a:extLst>
            </p:cNvPr>
            <p:cNvGrpSpPr/>
            <p:nvPr/>
          </p:nvGrpSpPr>
          <p:grpSpPr>
            <a:xfrm>
              <a:off x="752095" y="-23159"/>
              <a:ext cx="3325301" cy="4642587"/>
              <a:chOff x="752095" y="-23159"/>
              <a:chExt cx="3325301" cy="4642587"/>
            </a:xfrm>
          </p:grpSpPr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4A76305D-D95E-49F5-89B4-083FD42682A4}"/>
                  </a:ext>
                </a:extLst>
              </p:cNvPr>
              <p:cNvSpPr/>
              <p:nvPr/>
            </p:nvSpPr>
            <p:spPr>
              <a:xfrm rot="2750059">
                <a:off x="858212" y="813820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5DE23513-666F-4D94-9D8A-A577130E64C4}"/>
                  </a:ext>
                </a:extLst>
              </p:cNvPr>
              <p:cNvSpPr/>
              <p:nvPr/>
            </p:nvSpPr>
            <p:spPr>
              <a:xfrm rot="2750059">
                <a:off x="851386" y="1585991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BC23CD8F-E913-4263-8592-04B181EB08C8}"/>
                  </a:ext>
                </a:extLst>
              </p:cNvPr>
              <p:cNvSpPr/>
              <p:nvPr/>
            </p:nvSpPr>
            <p:spPr>
              <a:xfrm rot="2750059">
                <a:off x="2629754" y="1617207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268DC572-F09A-45B0-8D48-BC0591316D97}"/>
                  </a:ext>
                </a:extLst>
              </p:cNvPr>
              <p:cNvSpPr/>
              <p:nvPr/>
            </p:nvSpPr>
            <p:spPr>
              <a:xfrm rot="2750059">
                <a:off x="3425043" y="3310853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1B8249B2-C36F-4DEF-9736-38B441415728}"/>
                  </a:ext>
                </a:extLst>
              </p:cNvPr>
              <p:cNvSpPr/>
              <p:nvPr/>
            </p:nvSpPr>
            <p:spPr>
              <a:xfrm rot="7313666">
                <a:off x="745137" y="2490438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89888861-0EB5-4943-907A-092D006FD9DC}"/>
                  </a:ext>
                </a:extLst>
              </p:cNvPr>
              <p:cNvSpPr/>
              <p:nvPr/>
            </p:nvSpPr>
            <p:spPr>
              <a:xfrm rot="7313666">
                <a:off x="3392450" y="2460249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00A27D9D-2B7E-46ED-AD15-2A6C5DA0968C}"/>
                  </a:ext>
                </a:extLst>
              </p:cNvPr>
              <p:cNvSpPr/>
              <p:nvPr/>
            </p:nvSpPr>
            <p:spPr>
              <a:xfrm>
                <a:off x="758756" y="4076754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A30B4C2B-4C8B-4C31-921B-57584934690F}"/>
                  </a:ext>
                </a:extLst>
              </p:cNvPr>
              <p:cNvSpPr/>
              <p:nvPr/>
            </p:nvSpPr>
            <p:spPr>
              <a:xfrm rot="7313666">
                <a:off x="1661254" y="796081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3E4B0078-F18D-4B86-9AD7-83A9ABA2A35E}"/>
                  </a:ext>
                </a:extLst>
              </p:cNvPr>
              <p:cNvSpPr/>
              <p:nvPr/>
            </p:nvSpPr>
            <p:spPr>
              <a:xfrm>
                <a:off x="3310067" y="-23159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47236176-903D-44DC-A7B0-FB0BD36F6A4D}"/>
                  </a:ext>
                </a:extLst>
              </p:cNvPr>
              <p:cNvSpPr/>
              <p:nvPr/>
            </p:nvSpPr>
            <p:spPr>
              <a:xfrm rot="19185010">
                <a:off x="752095" y="3315060"/>
                <a:ext cx="728206" cy="49039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5DE1649-BB97-413D-9D9B-BE872BAA8D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2477" y="1362258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0C8A331-4AB8-4240-A2C5-E2C00E2E4C25}"/>
                </a:ext>
              </a:extLst>
            </p:cNvPr>
            <p:cNvSpPr/>
            <p:nvPr/>
          </p:nvSpPr>
          <p:spPr>
            <a:xfrm>
              <a:off x="-48660" y="-604173"/>
              <a:ext cx="487024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pt-PT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dirty="0" err="1">
                  <a:solidFill>
                    <a:srgbClr val="38572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Melons</a:t>
              </a:r>
              <a:r>
                <a:rPr lang="pt-PT" sz="2400" dirty="0">
                  <a:latin typeface="Arial" panose="020B0604020202020204" pitchFamily="34" charset="0"/>
                  <a:cs typeface="Arial" panose="020B0604020202020204" pitchFamily="34" charset="0"/>
                </a:rPr>
                <a:t> are </a:t>
              </a:r>
              <a:r>
                <a:rPr lang="pt-PT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not</a:t>
              </a:r>
              <a:r>
                <a:rPr lang="pt-PT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part</a:t>
              </a:r>
              <a:r>
                <a:rPr lang="pt-PT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sz="2400" dirty="0">
                  <a:latin typeface="Arial" panose="020B0604020202020204" pitchFamily="34" charset="0"/>
                  <a:cs typeface="Arial" panose="020B0604020202020204" pitchFamily="34" charset="0"/>
                </a:rPr>
                <a:t> a </a:t>
              </a:r>
              <a:r>
                <a:rPr lang="pt-PT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loop</a:t>
              </a:r>
              <a:r>
                <a:rPr lang="pt-PT" sz="24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7626B548-443A-41FE-9444-F8D96997C34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042937" y="1499450"/>
              <a:ext cx="2645493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E84A353C-9992-4EA4-B7B9-42491FB410D0}"/>
                </a:ext>
              </a:extLst>
            </p:cNvPr>
            <p:cNvCxnSpPr>
              <a:cxnSpLocks/>
            </p:cNvCxnSpPr>
            <p:nvPr/>
          </p:nvCxnSpPr>
          <p:spPr>
            <a:xfrm>
              <a:off x="273157" y="187664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A20ED301-EF69-4ABC-9421-25AD30DF006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47396" y="635167"/>
              <a:ext cx="862987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8867ADB3-3776-4384-A92A-1E2B54238AF1}"/>
                </a:ext>
              </a:extLst>
            </p:cNvPr>
            <p:cNvCxnSpPr>
              <a:cxnSpLocks/>
            </p:cNvCxnSpPr>
            <p:nvPr/>
          </p:nvCxnSpPr>
          <p:spPr>
            <a:xfrm>
              <a:off x="2815877" y="3509343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6C9CB58B-53D2-43E6-B974-9084853EDB6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570299" y="198980"/>
              <a:ext cx="862987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BA8443E4-5150-42B3-9177-1D7B9662577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08868" y="2663015"/>
              <a:ext cx="1738526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0BEB347E-FB36-4700-9AF0-9F6A4749873B}"/>
                </a:ext>
              </a:extLst>
            </p:cNvPr>
            <p:cNvCxnSpPr>
              <a:cxnSpLocks/>
            </p:cNvCxnSpPr>
            <p:nvPr/>
          </p:nvCxnSpPr>
          <p:spPr>
            <a:xfrm>
              <a:off x="308785" y="2802011"/>
              <a:ext cx="862987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63F2D066-9A0E-4ADA-85E9-43B555D9F5D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082235" y="4404469"/>
              <a:ext cx="3445081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6F86B27C-96CE-4B69-B90F-851D332B697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10405" y="2304575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7C713C75-CD67-4716-BB6B-E66144756030}"/>
                </a:ext>
              </a:extLst>
            </p:cNvPr>
            <p:cNvCxnSpPr>
              <a:cxnSpLocks/>
            </p:cNvCxnSpPr>
            <p:nvPr/>
          </p:nvCxnSpPr>
          <p:spPr>
            <a:xfrm>
              <a:off x="2001406" y="1066661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AEC57175-F808-48DC-A45E-241D898E4C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09601" y="2017786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Multiplication Sign 293">
              <a:extLst>
                <a:ext uri="{FF2B5EF4-FFF2-40B4-BE49-F238E27FC236}">
                  <a16:creationId xmlns:a16="http://schemas.microsoft.com/office/drawing/2014/main" id="{B72A3704-75C4-4C0C-957A-592D13A001AF}"/>
                </a:ext>
              </a:extLst>
            </p:cNvPr>
            <p:cNvSpPr/>
            <p:nvPr/>
          </p:nvSpPr>
          <p:spPr>
            <a:xfrm>
              <a:off x="2723366" y="-79504"/>
              <a:ext cx="696868" cy="696868"/>
            </a:xfrm>
            <a:prstGeom prst="mathMultiply">
              <a:avLst>
                <a:gd name="adj1" fmla="val 1343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5" name="Multiplication Sign 294">
              <a:extLst>
                <a:ext uri="{FF2B5EF4-FFF2-40B4-BE49-F238E27FC236}">
                  <a16:creationId xmlns:a16="http://schemas.microsoft.com/office/drawing/2014/main" id="{33458EAA-A96A-4E90-8C50-E74E436841A9}"/>
                </a:ext>
              </a:extLst>
            </p:cNvPr>
            <p:cNvSpPr/>
            <p:nvPr/>
          </p:nvSpPr>
          <p:spPr>
            <a:xfrm>
              <a:off x="1531219" y="3686994"/>
              <a:ext cx="696868" cy="696868"/>
            </a:xfrm>
            <a:prstGeom prst="mathMultiply">
              <a:avLst>
                <a:gd name="adj1" fmla="val 1343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327551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704221E1-093F-49DC-BAF0-1EC8C5290C7C}"/>
              </a:ext>
            </a:extLst>
          </p:cNvPr>
          <p:cNvSpPr/>
          <p:nvPr/>
        </p:nvSpPr>
        <p:spPr>
          <a:xfrm rot="7313666">
            <a:off x="8288816" y="3063534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B736DB9D-8782-4153-B70B-4B525FBDDBC6}"/>
              </a:ext>
            </a:extLst>
          </p:cNvPr>
          <p:cNvSpPr/>
          <p:nvPr/>
        </p:nvSpPr>
        <p:spPr>
          <a:xfrm>
            <a:off x="10430209" y="2987942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1C91D15E-B68B-42C2-80C6-12E620EF2B1A}"/>
              </a:ext>
            </a:extLst>
          </p:cNvPr>
          <p:cNvSpPr/>
          <p:nvPr/>
        </p:nvSpPr>
        <p:spPr>
          <a:xfrm rot="19185010">
            <a:off x="4137501" y="5124463"/>
            <a:ext cx="728206" cy="49039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856AEA1-7C5B-430D-B102-12B6642F4F41}"/>
              </a:ext>
            </a:extLst>
          </p:cNvPr>
          <p:cNvCxnSpPr>
            <a:cxnSpLocks/>
          </p:cNvCxnSpPr>
          <p:nvPr/>
        </p:nvCxnSpPr>
        <p:spPr>
          <a:xfrm>
            <a:off x="461870" y="5710423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48920A0-C35E-4910-A0B5-09D2762650A0}"/>
              </a:ext>
            </a:extLst>
          </p:cNvPr>
          <p:cNvCxnSpPr>
            <a:cxnSpLocks/>
          </p:cNvCxnSpPr>
          <p:nvPr/>
        </p:nvCxnSpPr>
        <p:spPr>
          <a:xfrm>
            <a:off x="461870" y="4933205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810F507-474E-428C-AFFA-1D0E305ED550}"/>
              </a:ext>
            </a:extLst>
          </p:cNvPr>
          <p:cNvCxnSpPr>
            <a:cxnSpLocks/>
          </p:cNvCxnSpPr>
          <p:nvPr/>
        </p:nvCxnSpPr>
        <p:spPr>
          <a:xfrm>
            <a:off x="461870" y="5312686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DFA44A7-F640-4CAF-B9EA-DEE81FB1B01C}"/>
              </a:ext>
            </a:extLst>
          </p:cNvPr>
          <p:cNvCxnSpPr>
            <a:cxnSpLocks/>
          </p:cNvCxnSpPr>
          <p:nvPr/>
        </p:nvCxnSpPr>
        <p:spPr>
          <a:xfrm>
            <a:off x="461870" y="6108881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2B0143B-36DE-44EA-8161-A7294D0DCDBB}"/>
              </a:ext>
            </a:extLst>
          </p:cNvPr>
          <p:cNvCxnSpPr>
            <a:cxnSpLocks/>
          </p:cNvCxnSpPr>
          <p:nvPr/>
        </p:nvCxnSpPr>
        <p:spPr>
          <a:xfrm>
            <a:off x="461870" y="6492678"/>
            <a:ext cx="4233822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1015DE3-1E94-4D44-8F56-D2F35B9450E1}"/>
              </a:ext>
            </a:extLst>
          </p:cNvPr>
          <p:cNvCxnSpPr>
            <a:cxnSpLocks/>
          </p:cNvCxnSpPr>
          <p:nvPr/>
        </p:nvCxnSpPr>
        <p:spPr>
          <a:xfrm rot="5400000">
            <a:off x="4544569" y="1094926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FE31BDA-7DC6-41F9-B5C7-BE857EB3F0B6}"/>
              </a:ext>
            </a:extLst>
          </p:cNvPr>
          <p:cNvCxnSpPr>
            <a:cxnSpLocks/>
          </p:cNvCxnSpPr>
          <p:nvPr/>
        </p:nvCxnSpPr>
        <p:spPr>
          <a:xfrm rot="5400000">
            <a:off x="6282756" y="203673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332542D-0963-450D-A821-8B030A7602E2}"/>
              </a:ext>
            </a:extLst>
          </p:cNvPr>
          <p:cNvCxnSpPr>
            <a:cxnSpLocks/>
          </p:cNvCxnSpPr>
          <p:nvPr/>
        </p:nvCxnSpPr>
        <p:spPr>
          <a:xfrm rot="5400000">
            <a:off x="5431466" y="641443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790912B-81AA-4BCC-8559-B07EAD8983BD}"/>
              </a:ext>
            </a:extLst>
          </p:cNvPr>
          <p:cNvCxnSpPr>
            <a:cxnSpLocks/>
          </p:cNvCxnSpPr>
          <p:nvPr/>
        </p:nvCxnSpPr>
        <p:spPr>
          <a:xfrm rot="5400000">
            <a:off x="3710576" y="1494720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471FCB4-ED4C-40EA-8812-5F29A4251DEF}"/>
              </a:ext>
            </a:extLst>
          </p:cNvPr>
          <p:cNvSpPr/>
          <p:nvPr/>
        </p:nvSpPr>
        <p:spPr>
          <a:xfrm rot="2750059">
            <a:off x="6067902" y="3179599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6154F93-566A-4F37-BB80-F661A69218FF}"/>
              </a:ext>
            </a:extLst>
          </p:cNvPr>
          <p:cNvCxnSpPr>
            <a:cxnSpLocks/>
          </p:cNvCxnSpPr>
          <p:nvPr/>
        </p:nvCxnSpPr>
        <p:spPr>
          <a:xfrm rot="5400000">
            <a:off x="6716269" y="1094926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AFC1F14-6575-4F45-8D86-E5ADBFC8613F}"/>
              </a:ext>
            </a:extLst>
          </p:cNvPr>
          <p:cNvCxnSpPr>
            <a:cxnSpLocks/>
          </p:cNvCxnSpPr>
          <p:nvPr/>
        </p:nvCxnSpPr>
        <p:spPr>
          <a:xfrm rot="5400000">
            <a:off x="8454456" y="203673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36CDCCE-3918-459C-8225-82B42131F14A}"/>
              </a:ext>
            </a:extLst>
          </p:cNvPr>
          <p:cNvCxnSpPr>
            <a:cxnSpLocks/>
          </p:cNvCxnSpPr>
          <p:nvPr/>
        </p:nvCxnSpPr>
        <p:spPr>
          <a:xfrm rot="5400000">
            <a:off x="7621671" y="61959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BFE028F-72E2-4D4F-9317-845DCC186052}"/>
              </a:ext>
            </a:extLst>
          </p:cNvPr>
          <p:cNvCxnSpPr>
            <a:cxnSpLocks/>
          </p:cNvCxnSpPr>
          <p:nvPr/>
        </p:nvCxnSpPr>
        <p:spPr>
          <a:xfrm rot="5400000">
            <a:off x="5882276" y="1494720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D59A0B6-DF09-4F50-803F-60D650F416CF}"/>
              </a:ext>
            </a:extLst>
          </p:cNvPr>
          <p:cNvCxnSpPr>
            <a:cxnSpLocks/>
          </p:cNvCxnSpPr>
          <p:nvPr/>
        </p:nvCxnSpPr>
        <p:spPr>
          <a:xfrm rot="5400000">
            <a:off x="5069682" y="1889091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F0E1830-880A-41CB-9D54-B7B13DB90B3C}"/>
              </a:ext>
            </a:extLst>
          </p:cNvPr>
          <p:cNvCxnSpPr>
            <a:cxnSpLocks/>
          </p:cNvCxnSpPr>
          <p:nvPr/>
        </p:nvCxnSpPr>
        <p:spPr>
          <a:xfrm rot="5400000">
            <a:off x="8973048" y="1094926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8C5E0E6-6481-4688-99F8-F2949FC642B3}"/>
              </a:ext>
            </a:extLst>
          </p:cNvPr>
          <p:cNvCxnSpPr>
            <a:cxnSpLocks/>
          </p:cNvCxnSpPr>
          <p:nvPr/>
        </p:nvCxnSpPr>
        <p:spPr>
          <a:xfrm rot="5400000">
            <a:off x="10711235" y="203673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22B67FC-8FC3-4A68-ADF5-46AB30986981}"/>
              </a:ext>
            </a:extLst>
          </p:cNvPr>
          <p:cNvCxnSpPr>
            <a:cxnSpLocks/>
          </p:cNvCxnSpPr>
          <p:nvPr/>
        </p:nvCxnSpPr>
        <p:spPr>
          <a:xfrm rot="5400000">
            <a:off x="9859945" y="641443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AB968E3-772F-41F5-A1F2-6B1FA0CA82BD}"/>
              </a:ext>
            </a:extLst>
          </p:cNvPr>
          <p:cNvCxnSpPr>
            <a:cxnSpLocks/>
          </p:cNvCxnSpPr>
          <p:nvPr/>
        </p:nvCxnSpPr>
        <p:spPr>
          <a:xfrm rot="5400000">
            <a:off x="8139055" y="1494720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B0B7346-5498-449C-BDAF-62D98957288D}"/>
              </a:ext>
            </a:extLst>
          </p:cNvPr>
          <p:cNvCxnSpPr>
            <a:cxnSpLocks/>
          </p:cNvCxnSpPr>
          <p:nvPr/>
        </p:nvCxnSpPr>
        <p:spPr>
          <a:xfrm rot="5400000">
            <a:off x="7326461" y="1889091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6D63E4B-9C94-45DC-B1AA-65B283816216}"/>
              </a:ext>
            </a:extLst>
          </p:cNvPr>
          <p:cNvCxnSpPr>
            <a:cxnSpLocks/>
          </p:cNvCxnSpPr>
          <p:nvPr/>
        </p:nvCxnSpPr>
        <p:spPr>
          <a:xfrm>
            <a:off x="5327864" y="5710423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7BBBCB3-DF04-4CB4-9FA0-84D0F2BF1ADE}"/>
              </a:ext>
            </a:extLst>
          </p:cNvPr>
          <p:cNvCxnSpPr>
            <a:cxnSpLocks/>
          </p:cNvCxnSpPr>
          <p:nvPr/>
        </p:nvCxnSpPr>
        <p:spPr>
          <a:xfrm>
            <a:off x="5327864" y="4933205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BEDC2CD-C717-4758-BC84-BF634844C38C}"/>
              </a:ext>
            </a:extLst>
          </p:cNvPr>
          <p:cNvCxnSpPr>
            <a:cxnSpLocks/>
          </p:cNvCxnSpPr>
          <p:nvPr/>
        </p:nvCxnSpPr>
        <p:spPr>
          <a:xfrm>
            <a:off x="5327864" y="531268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65DF393-28F1-4FDC-933A-2EB7C48A16B7}"/>
              </a:ext>
            </a:extLst>
          </p:cNvPr>
          <p:cNvCxnSpPr>
            <a:cxnSpLocks/>
          </p:cNvCxnSpPr>
          <p:nvPr/>
        </p:nvCxnSpPr>
        <p:spPr>
          <a:xfrm>
            <a:off x="5327864" y="6108881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6A3C914-B20F-4DF7-B6F2-C0372DB12ED1}"/>
              </a:ext>
            </a:extLst>
          </p:cNvPr>
          <p:cNvCxnSpPr>
            <a:cxnSpLocks/>
          </p:cNvCxnSpPr>
          <p:nvPr/>
        </p:nvCxnSpPr>
        <p:spPr>
          <a:xfrm>
            <a:off x="5327864" y="6492678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BA4891F-F56A-4ED6-ADFB-134AEDCDFDFA}"/>
              </a:ext>
            </a:extLst>
          </p:cNvPr>
          <p:cNvCxnSpPr>
            <a:cxnSpLocks/>
          </p:cNvCxnSpPr>
          <p:nvPr/>
        </p:nvCxnSpPr>
        <p:spPr>
          <a:xfrm rot="10800000">
            <a:off x="9200093" y="5597854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7697509-65D0-4444-8F5B-1F7354CB6B4C}"/>
              </a:ext>
            </a:extLst>
          </p:cNvPr>
          <p:cNvCxnSpPr>
            <a:cxnSpLocks/>
          </p:cNvCxnSpPr>
          <p:nvPr/>
        </p:nvCxnSpPr>
        <p:spPr>
          <a:xfrm rot="10800000">
            <a:off x="10982599" y="6375072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F6D4D21-D093-43A5-8CD7-380FE6D4DA24}"/>
              </a:ext>
            </a:extLst>
          </p:cNvPr>
          <p:cNvCxnSpPr>
            <a:cxnSpLocks/>
          </p:cNvCxnSpPr>
          <p:nvPr/>
        </p:nvCxnSpPr>
        <p:spPr>
          <a:xfrm rot="10800000">
            <a:off x="10107060" y="5995591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13638F1-5B15-42CF-BFF2-E94CB4387EA3}"/>
              </a:ext>
            </a:extLst>
          </p:cNvPr>
          <p:cNvCxnSpPr>
            <a:cxnSpLocks/>
          </p:cNvCxnSpPr>
          <p:nvPr/>
        </p:nvCxnSpPr>
        <p:spPr>
          <a:xfrm rot="10800000">
            <a:off x="8400505" y="5199396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C5B7EC-72B9-4D47-A426-86911698D4A1}"/>
              </a:ext>
            </a:extLst>
          </p:cNvPr>
          <p:cNvCxnSpPr>
            <a:cxnSpLocks/>
          </p:cNvCxnSpPr>
          <p:nvPr/>
        </p:nvCxnSpPr>
        <p:spPr>
          <a:xfrm rot="10800000">
            <a:off x="7611764" y="4815599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Multiplication Sign 162">
            <a:extLst>
              <a:ext uri="{FF2B5EF4-FFF2-40B4-BE49-F238E27FC236}">
                <a16:creationId xmlns:a16="http://schemas.microsoft.com/office/drawing/2014/main" id="{90DD80D7-FA7E-4489-B611-2B270CBDF8E0}"/>
              </a:ext>
            </a:extLst>
          </p:cNvPr>
          <p:cNvSpPr/>
          <p:nvPr/>
        </p:nvSpPr>
        <p:spPr>
          <a:xfrm>
            <a:off x="3381709" y="4948568"/>
            <a:ext cx="696868" cy="696868"/>
          </a:xfrm>
          <a:prstGeom prst="mathMultiply">
            <a:avLst>
              <a:gd name="adj1" fmla="val 134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Circle: Hollow 168">
            <a:extLst>
              <a:ext uri="{FF2B5EF4-FFF2-40B4-BE49-F238E27FC236}">
                <a16:creationId xmlns:a16="http://schemas.microsoft.com/office/drawing/2014/main" id="{69298E34-A27F-4DE4-997E-0D9E05E8559D}"/>
              </a:ext>
            </a:extLst>
          </p:cNvPr>
          <p:cNvSpPr/>
          <p:nvPr/>
        </p:nvSpPr>
        <p:spPr>
          <a:xfrm>
            <a:off x="2578781" y="4775867"/>
            <a:ext cx="773900" cy="773900"/>
          </a:xfrm>
          <a:prstGeom prst="donut">
            <a:avLst>
              <a:gd name="adj" fmla="val 10074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BAFA85-7C24-4990-87E2-F061C45661C8}"/>
              </a:ext>
            </a:extLst>
          </p:cNvPr>
          <p:cNvGrpSpPr/>
          <p:nvPr/>
        </p:nvGrpSpPr>
        <p:grpSpPr>
          <a:xfrm>
            <a:off x="121954" y="-769820"/>
            <a:ext cx="4892939" cy="5389248"/>
            <a:chOff x="121954" y="-769820"/>
            <a:chExt cx="4892939" cy="538924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F0AFF80-94B9-47CB-8A0E-2EDEC30B387F}"/>
                </a:ext>
              </a:extLst>
            </p:cNvPr>
            <p:cNvGrpSpPr/>
            <p:nvPr/>
          </p:nvGrpSpPr>
          <p:grpSpPr>
            <a:xfrm>
              <a:off x="259534" y="187664"/>
              <a:ext cx="4242070" cy="4216805"/>
              <a:chOff x="1831632" y="-207902"/>
              <a:chExt cx="4242070" cy="421680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1275662-7331-4A2D-84D1-63930E08B663}"/>
                  </a:ext>
                </a:extLst>
              </p:cNvPr>
              <p:cNvSpPr/>
              <p:nvPr/>
            </p:nvSpPr>
            <p:spPr>
              <a:xfrm>
                <a:off x="1831632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E88A66A-C3EC-4AEB-ADA2-19E2F4A1FD44}"/>
                  </a:ext>
                </a:extLst>
              </p:cNvPr>
              <p:cNvSpPr/>
              <p:nvPr/>
            </p:nvSpPr>
            <p:spPr>
              <a:xfrm>
                <a:off x="2680046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15D6F0-9870-4231-B2EB-1C1ACD10743F}"/>
                  </a:ext>
                </a:extLst>
              </p:cNvPr>
              <p:cNvSpPr/>
              <p:nvPr/>
            </p:nvSpPr>
            <p:spPr>
              <a:xfrm>
                <a:off x="1831632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E4F775-5DC5-4063-9D51-25F51F8C48AB}"/>
                  </a:ext>
                </a:extLst>
              </p:cNvPr>
              <p:cNvSpPr/>
              <p:nvPr/>
            </p:nvSpPr>
            <p:spPr>
              <a:xfrm>
                <a:off x="2680046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7ADFCB-8DF6-40CD-AC74-9FF097AC0A55}"/>
                  </a:ext>
                </a:extLst>
              </p:cNvPr>
              <p:cNvSpPr/>
              <p:nvPr/>
            </p:nvSpPr>
            <p:spPr>
              <a:xfrm>
                <a:off x="3528460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74E09E7-AFC4-4937-A612-B69D4D7C9BE5}"/>
                  </a:ext>
                </a:extLst>
              </p:cNvPr>
              <p:cNvSpPr/>
              <p:nvPr/>
            </p:nvSpPr>
            <p:spPr>
              <a:xfrm>
                <a:off x="4376874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68C59A-1504-4A0E-BA06-02E84751E813}"/>
                  </a:ext>
                </a:extLst>
              </p:cNvPr>
              <p:cNvSpPr/>
              <p:nvPr/>
            </p:nvSpPr>
            <p:spPr>
              <a:xfrm>
                <a:off x="3528460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A772DA-90E9-4FC3-8BE9-C7C6A5FC9DEB}"/>
                  </a:ext>
                </a:extLst>
              </p:cNvPr>
              <p:cNvSpPr/>
              <p:nvPr/>
            </p:nvSpPr>
            <p:spPr>
              <a:xfrm>
                <a:off x="4376874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62BA0F9-C357-4604-A5F5-75F00FF69F37}"/>
                  </a:ext>
                </a:extLst>
              </p:cNvPr>
              <p:cNvSpPr/>
              <p:nvPr/>
            </p:nvSpPr>
            <p:spPr>
              <a:xfrm>
                <a:off x="1831632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E4D723-6115-4E06-A068-0028D3B7BC52}"/>
                  </a:ext>
                </a:extLst>
              </p:cNvPr>
              <p:cNvSpPr/>
              <p:nvPr/>
            </p:nvSpPr>
            <p:spPr>
              <a:xfrm>
                <a:off x="2680046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0DCD9D-A22B-4217-92D9-E588A1950AFB}"/>
                  </a:ext>
                </a:extLst>
              </p:cNvPr>
              <p:cNvSpPr/>
              <p:nvPr/>
            </p:nvSpPr>
            <p:spPr>
              <a:xfrm>
                <a:off x="1831632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E2433D9-3128-49D5-B302-C02731E885DC}"/>
                  </a:ext>
                </a:extLst>
              </p:cNvPr>
              <p:cNvSpPr/>
              <p:nvPr/>
            </p:nvSpPr>
            <p:spPr>
              <a:xfrm>
                <a:off x="2680046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315DE8D-87D3-4E9B-9DAE-AE000366CE68}"/>
                  </a:ext>
                </a:extLst>
              </p:cNvPr>
              <p:cNvSpPr/>
              <p:nvPr/>
            </p:nvSpPr>
            <p:spPr>
              <a:xfrm>
                <a:off x="3528460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831C99-7B19-4AA9-839A-7EDF6B2E93F2}"/>
                  </a:ext>
                </a:extLst>
              </p:cNvPr>
              <p:cNvSpPr/>
              <p:nvPr/>
            </p:nvSpPr>
            <p:spPr>
              <a:xfrm>
                <a:off x="4376874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D246D51-3412-40E8-AA29-0691E21B542C}"/>
                  </a:ext>
                </a:extLst>
              </p:cNvPr>
              <p:cNvSpPr/>
              <p:nvPr/>
            </p:nvSpPr>
            <p:spPr>
              <a:xfrm>
                <a:off x="3528460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EA161EF-2ACF-4278-8306-722BCEC0AA36}"/>
                  </a:ext>
                </a:extLst>
              </p:cNvPr>
              <p:cNvSpPr/>
              <p:nvPr/>
            </p:nvSpPr>
            <p:spPr>
              <a:xfrm>
                <a:off x="4376874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CA1FD49-3DEE-48BE-BCFE-26A358A72B8A}"/>
                  </a:ext>
                </a:extLst>
              </p:cNvPr>
              <p:cNvSpPr/>
              <p:nvPr/>
            </p:nvSpPr>
            <p:spPr>
              <a:xfrm>
                <a:off x="5225288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C203CA7-6141-4F74-BA8D-946AC71BF2B0}"/>
                  </a:ext>
                </a:extLst>
              </p:cNvPr>
              <p:cNvSpPr/>
              <p:nvPr/>
            </p:nvSpPr>
            <p:spPr>
              <a:xfrm>
                <a:off x="5225288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9BC11D6-84BF-43A5-A136-87CDF4FBB235}"/>
                  </a:ext>
                </a:extLst>
              </p:cNvPr>
              <p:cNvSpPr/>
              <p:nvPr/>
            </p:nvSpPr>
            <p:spPr>
              <a:xfrm>
                <a:off x="5225288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AEDDDE4-558A-4F95-855B-0E89D8AD7C54}"/>
                  </a:ext>
                </a:extLst>
              </p:cNvPr>
              <p:cNvSpPr/>
              <p:nvPr/>
            </p:nvSpPr>
            <p:spPr>
              <a:xfrm>
                <a:off x="5225288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353AEA4-67C0-4F4B-A132-53FB9700C21B}"/>
                  </a:ext>
                </a:extLst>
              </p:cNvPr>
              <p:cNvSpPr/>
              <p:nvPr/>
            </p:nvSpPr>
            <p:spPr>
              <a:xfrm>
                <a:off x="1831632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25CB79E-2072-4013-914E-C64EDE60CDF6}"/>
                  </a:ext>
                </a:extLst>
              </p:cNvPr>
              <p:cNvSpPr/>
              <p:nvPr/>
            </p:nvSpPr>
            <p:spPr>
              <a:xfrm>
                <a:off x="2680046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6C6C3D7-0657-4163-81F7-79E05D427600}"/>
                  </a:ext>
                </a:extLst>
              </p:cNvPr>
              <p:cNvSpPr/>
              <p:nvPr/>
            </p:nvSpPr>
            <p:spPr>
              <a:xfrm>
                <a:off x="3528460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C7A4ECD-ADC4-44FC-B734-E867BCB88A0A}"/>
                  </a:ext>
                </a:extLst>
              </p:cNvPr>
              <p:cNvSpPr/>
              <p:nvPr/>
            </p:nvSpPr>
            <p:spPr>
              <a:xfrm>
                <a:off x="4376874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D6214F9-89F2-48A2-AF61-4B5D3E06AE8A}"/>
                  </a:ext>
                </a:extLst>
              </p:cNvPr>
              <p:cNvSpPr/>
              <p:nvPr/>
            </p:nvSpPr>
            <p:spPr>
              <a:xfrm>
                <a:off x="5225288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E910A55-5E0F-4E13-AB0D-7BA73416392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736669" y="2320584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A06C8EEA-EE3C-4BCE-84ED-6180844FFE4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51934" y="4437495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3933540B-C9AF-4ED5-9218-662EBD6BDB3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6454" y="1435724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E31A522C-4625-4409-9F4D-F45B2E61B6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35554" y="1905341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794F6D5-27DD-4C5F-9D66-26334CB47CF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72962" y="2736481"/>
              <a:ext cx="1738526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A5D574D-6D23-4B58-9333-0A97816E49BA}"/>
                </a:ext>
              </a:extLst>
            </p:cNvPr>
            <p:cNvCxnSpPr>
              <a:cxnSpLocks/>
            </p:cNvCxnSpPr>
            <p:nvPr/>
          </p:nvCxnSpPr>
          <p:spPr>
            <a:xfrm>
              <a:off x="2804776" y="3530616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E3BDCCC-7147-48D6-911A-69AAF9D2B739}"/>
                </a:ext>
              </a:extLst>
            </p:cNvPr>
            <p:cNvCxnSpPr>
              <a:cxnSpLocks/>
            </p:cNvCxnSpPr>
            <p:nvPr/>
          </p:nvCxnSpPr>
          <p:spPr>
            <a:xfrm>
              <a:off x="1143321" y="2736302"/>
              <a:ext cx="862987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2CA143E-DB19-451C-A137-E8D7339410F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04826" y="2732906"/>
              <a:ext cx="3445081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9BB8920-9A63-4D1B-B929-394A7E61E6B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85062" y="248178"/>
              <a:ext cx="3445081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EF252D4-1DB0-4B17-8F4E-9F3CB2443E0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271137" y="663433"/>
              <a:ext cx="862987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15C6302-F149-4978-BE05-EBBD590B968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693731" y="1065487"/>
              <a:ext cx="862987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4F13094-D886-463E-AF0C-AFA9508AF4E0}"/>
                </a:ext>
              </a:extLst>
            </p:cNvPr>
            <p:cNvSpPr/>
            <p:nvPr/>
          </p:nvSpPr>
          <p:spPr>
            <a:xfrm>
              <a:off x="121954" y="-769820"/>
              <a:ext cx="432682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00000"/>
                </a:lnSpc>
                <a:spcBef>
                  <a:spcPts val="600"/>
                </a:spcBef>
              </a:pP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Not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all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solidFill>
                    <a:srgbClr val="6600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Grapes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are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connected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108" name="Multiplication Sign 107">
              <a:extLst>
                <a:ext uri="{FF2B5EF4-FFF2-40B4-BE49-F238E27FC236}">
                  <a16:creationId xmlns:a16="http://schemas.microsoft.com/office/drawing/2014/main" id="{002D499F-A792-44A6-8082-55EDF5046104}"/>
                </a:ext>
              </a:extLst>
            </p:cNvPr>
            <p:cNvSpPr/>
            <p:nvPr/>
          </p:nvSpPr>
          <p:spPr>
            <a:xfrm>
              <a:off x="3381709" y="1757268"/>
              <a:ext cx="696868" cy="696868"/>
            </a:xfrm>
            <a:prstGeom prst="mathMultiply">
              <a:avLst>
                <a:gd name="adj1" fmla="val 1343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FC8173E7-192A-4932-B260-78EAA94221BE}"/>
                </a:ext>
              </a:extLst>
            </p:cNvPr>
            <p:cNvGrpSpPr/>
            <p:nvPr/>
          </p:nvGrpSpPr>
          <p:grpSpPr>
            <a:xfrm>
              <a:off x="752095" y="-23159"/>
              <a:ext cx="3325301" cy="4642587"/>
              <a:chOff x="752095" y="-23159"/>
              <a:chExt cx="3325301" cy="4642587"/>
            </a:xfrm>
          </p:grpSpPr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26E88CE4-2E37-4289-94B4-4FB8FEEDB9C2}"/>
                  </a:ext>
                </a:extLst>
              </p:cNvPr>
              <p:cNvSpPr/>
              <p:nvPr/>
            </p:nvSpPr>
            <p:spPr>
              <a:xfrm rot="2750059">
                <a:off x="858212" y="813820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88287E94-7A7A-446A-8429-1538C6793D22}"/>
                  </a:ext>
                </a:extLst>
              </p:cNvPr>
              <p:cNvSpPr/>
              <p:nvPr/>
            </p:nvSpPr>
            <p:spPr>
              <a:xfrm rot="2750059">
                <a:off x="851386" y="1585991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74C3A579-CFFA-425E-BF22-95CE08D69A33}"/>
                  </a:ext>
                </a:extLst>
              </p:cNvPr>
              <p:cNvSpPr/>
              <p:nvPr/>
            </p:nvSpPr>
            <p:spPr>
              <a:xfrm rot="2750059">
                <a:off x="2629754" y="1617207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880A9AA1-67E7-4985-AE65-017DE69CC6C3}"/>
                  </a:ext>
                </a:extLst>
              </p:cNvPr>
              <p:cNvSpPr/>
              <p:nvPr/>
            </p:nvSpPr>
            <p:spPr>
              <a:xfrm rot="2750059">
                <a:off x="3425043" y="3310853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8A4C9697-C637-4750-887B-DE3D3260B8E8}"/>
                  </a:ext>
                </a:extLst>
              </p:cNvPr>
              <p:cNvSpPr/>
              <p:nvPr/>
            </p:nvSpPr>
            <p:spPr>
              <a:xfrm rot="7313666">
                <a:off x="745137" y="2490438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6AE412E7-8FF5-43FB-A3D0-E368200D5FE0}"/>
                  </a:ext>
                </a:extLst>
              </p:cNvPr>
              <p:cNvSpPr/>
              <p:nvPr/>
            </p:nvSpPr>
            <p:spPr>
              <a:xfrm rot="7313666">
                <a:off x="3392450" y="2460249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06C1CB5D-561E-4A8C-88AF-04D6AFBF2353}"/>
                  </a:ext>
                </a:extLst>
              </p:cNvPr>
              <p:cNvSpPr/>
              <p:nvPr/>
            </p:nvSpPr>
            <p:spPr>
              <a:xfrm>
                <a:off x="758756" y="4076754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7B728C38-9DC5-44B3-9CDF-F4992143F520}"/>
                  </a:ext>
                </a:extLst>
              </p:cNvPr>
              <p:cNvSpPr/>
              <p:nvPr/>
            </p:nvSpPr>
            <p:spPr>
              <a:xfrm rot="7313666">
                <a:off x="1661254" y="796081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0346313-525D-43A4-AAD3-D3947B6C537E}"/>
                  </a:ext>
                </a:extLst>
              </p:cNvPr>
              <p:cNvSpPr/>
              <p:nvPr/>
            </p:nvSpPr>
            <p:spPr>
              <a:xfrm>
                <a:off x="3310067" y="-23159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01AE339F-F329-4381-B097-D705AB5C2934}"/>
                  </a:ext>
                </a:extLst>
              </p:cNvPr>
              <p:cNvSpPr/>
              <p:nvPr/>
            </p:nvSpPr>
            <p:spPr>
              <a:xfrm rot="19185010">
                <a:off x="752095" y="3315060"/>
                <a:ext cx="728206" cy="49039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BE3CFD5-E699-415E-8FBD-A7FFAC0E185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97982" y="1889091"/>
              <a:ext cx="4233822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6280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704221E1-093F-49DC-BAF0-1EC8C5290C7C}"/>
              </a:ext>
            </a:extLst>
          </p:cNvPr>
          <p:cNvSpPr/>
          <p:nvPr/>
        </p:nvSpPr>
        <p:spPr>
          <a:xfrm rot="7313666">
            <a:off x="8288816" y="3063534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B736DB9D-8782-4153-B70B-4B525FBDDBC6}"/>
              </a:ext>
            </a:extLst>
          </p:cNvPr>
          <p:cNvSpPr/>
          <p:nvPr/>
        </p:nvSpPr>
        <p:spPr>
          <a:xfrm>
            <a:off x="10430209" y="2987942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1C91D15E-B68B-42C2-80C6-12E620EF2B1A}"/>
              </a:ext>
            </a:extLst>
          </p:cNvPr>
          <p:cNvSpPr/>
          <p:nvPr/>
        </p:nvSpPr>
        <p:spPr>
          <a:xfrm rot="19185010">
            <a:off x="4137501" y="5124463"/>
            <a:ext cx="728206" cy="49039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856AEA1-7C5B-430D-B102-12B6642F4F41}"/>
              </a:ext>
            </a:extLst>
          </p:cNvPr>
          <p:cNvCxnSpPr>
            <a:cxnSpLocks/>
          </p:cNvCxnSpPr>
          <p:nvPr/>
        </p:nvCxnSpPr>
        <p:spPr>
          <a:xfrm>
            <a:off x="461870" y="5710423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48920A0-C35E-4910-A0B5-09D2762650A0}"/>
              </a:ext>
            </a:extLst>
          </p:cNvPr>
          <p:cNvCxnSpPr>
            <a:cxnSpLocks/>
          </p:cNvCxnSpPr>
          <p:nvPr/>
        </p:nvCxnSpPr>
        <p:spPr>
          <a:xfrm>
            <a:off x="461870" y="4933205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810F507-474E-428C-AFFA-1D0E305ED550}"/>
              </a:ext>
            </a:extLst>
          </p:cNvPr>
          <p:cNvCxnSpPr>
            <a:cxnSpLocks/>
          </p:cNvCxnSpPr>
          <p:nvPr/>
        </p:nvCxnSpPr>
        <p:spPr>
          <a:xfrm>
            <a:off x="461870" y="5312686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DFA44A7-F640-4CAF-B9EA-DEE81FB1B01C}"/>
              </a:ext>
            </a:extLst>
          </p:cNvPr>
          <p:cNvCxnSpPr>
            <a:cxnSpLocks/>
          </p:cNvCxnSpPr>
          <p:nvPr/>
        </p:nvCxnSpPr>
        <p:spPr>
          <a:xfrm>
            <a:off x="461870" y="6108881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2B0143B-36DE-44EA-8161-A7294D0DCDBB}"/>
              </a:ext>
            </a:extLst>
          </p:cNvPr>
          <p:cNvCxnSpPr>
            <a:cxnSpLocks/>
          </p:cNvCxnSpPr>
          <p:nvPr/>
        </p:nvCxnSpPr>
        <p:spPr>
          <a:xfrm>
            <a:off x="461870" y="6492678"/>
            <a:ext cx="4233822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1015DE3-1E94-4D44-8F56-D2F35B9450E1}"/>
              </a:ext>
            </a:extLst>
          </p:cNvPr>
          <p:cNvCxnSpPr>
            <a:cxnSpLocks/>
          </p:cNvCxnSpPr>
          <p:nvPr/>
        </p:nvCxnSpPr>
        <p:spPr>
          <a:xfrm rot="5400000">
            <a:off x="4544569" y="1094926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FE31BDA-7DC6-41F9-B5C7-BE857EB3F0B6}"/>
              </a:ext>
            </a:extLst>
          </p:cNvPr>
          <p:cNvCxnSpPr>
            <a:cxnSpLocks/>
          </p:cNvCxnSpPr>
          <p:nvPr/>
        </p:nvCxnSpPr>
        <p:spPr>
          <a:xfrm rot="5400000">
            <a:off x="6282756" y="203673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332542D-0963-450D-A821-8B030A7602E2}"/>
              </a:ext>
            </a:extLst>
          </p:cNvPr>
          <p:cNvCxnSpPr>
            <a:cxnSpLocks/>
          </p:cNvCxnSpPr>
          <p:nvPr/>
        </p:nvCxnSpPr>
        <p:spPr>
          <a:xfrm rot="5400000">
            <a:off x="5431466" y="641443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790912B-81AA-4BCC-8559-B07EAD8983BD}"/>
              </a:ext>
            </a:extLst>
          </p:cNvPr>
          <p:cNvCxnSpPr>
            <a:cxnSpLocks/>
          </p:cNvCxnSpPr>
          <p:nvPr/>
        </p:nvCxnSpPr>
        <p:spPr>
          <a:xfrm rot="5400000">
            <a:off x="3710576" y="1494720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471FCB4-ED4C-40EA-8812-5F29A4251DEF}"/>
              </a:ext>
            </a:extLst>
          </p:cNvPr>
          <p:cNvSpPr/>
          <p:nvPr/>
        </p:nvSpPr>
        <p:spPr>
          <a:xfrm rot="2750059">
            <a:off x="6067902" y="3179599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6154F93-566A-4F37-BB80-F661A69218FF}"/>
              </a:ext>
            </a:extLst>
          </p:cNvPr>
          <p:cNvCxnSpPr>
            <a:cxnSpLocks/>
          </p:cNvCxnSpPr>
          <p:nvPr/>
        </p:nvCxnSpPr>
        <p:spPr>
          <a:xfrm rot="5400000">
            <a:off x="6716269" y="1094926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AFC1F14-6575-4F45-8D86-E5ADBFC8613F}"/>
              </a:ext>
            </a:extLst>
          </p:cNvPr>
          <p:cNvCxnSpPr>
            <a:cxnSpLocks/>
          </p:cNvCxnSpPr>
          <p:nvPr/>
        </p:nvCxnSpPr>
        <p:spPr>
          <a:xfrm rot="5400000">
            <a:off x="8454456" y="203673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36CDCCE-3918-459C-8225-82B42131F14A}"/>
              </a:ext>
            </a:extLst>
          </p:cNvPr>
          <p:cNvCxnSpPr>
            <a:cxnSpLocks/>
          </p:cNvCxnSpPr>
          <p:nvPr/>
        </p:nvCxnSpPr>
        <p:spPr>
          <a:xfrm rot="5400000">
            <a:off x="7621671" y="61959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BFE028F-72E2-4D4F-9317-845DCC186052}"/>
              </a:ext>
            </a:extLst>
          </p:cNvPr>
          <p:cNvCxnSpPr>
            <a:cxnSpLocks/>
          </p:cNvCxnSpPr>
          <p:nvPr/>
        </p:nvCxnSpPr>
        <p:spPr>
          <a:xfrm rot="5400000">
            <a:off x="5882276" y="1494720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D59A0B6-DF09-4F50-803F-60D650F416CF}"/>
              </a:ext>
            </a:extLst>
          </p:cNvPr>
          <p:cNvCxnSpPr>
            <a:cxnSpLocks/>
          </p:cNvCxnSpPr>
          <p:nvPr/>
        </p:nvCxnSpPr>
        <p:spPr>
          <a:xfrm rot="5400000">
            <a:off x="5069682" y="1889091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F0E1830-880A-41CB-9D54-B7B13DB90B3C}"/>
              </a:ext>
            </a:extLst>
          </p:cNvPr>
          <p:cNvCxnSpPr>
            <a:cxnSpLocks/>
          </p:cNvCxnSpPr>
          <p:nvPr/>
        </p:nvCxnSpPr>
        <p:spPr>
          <a:xfrm rot="5400000">
            <a:off x="8973048" y="1094926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8C5E0E6-6481-4688-99F8-F2949FC642B3}"/>
              </a:ext>
            </a:extLst>
          </p:cNvPr>
          <p:cNvCxnSpPr>
            <a:cxnSpLocks/>
          </p:cNvCxnSpPr>
          <p:nvPr/>
        </p:nvCxnSpPr>
        <p:spPr>
          <a:xfrm rot="5400000">
            <a:off x="10711235" y="203673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22B67FC-8FC3-4A68-ADF5-46AB30986981}"/>
              </a:ext>
            </a:extLst>
          </p:cNvPr>
          <p:cNvCxnSpPr>
            <a:cxnSpLocks/>
          </p:cNvCxnSpPr>
          <p:nvPr/>
        </p:nvCxnSpPr>
        <p:spPr>
          <a:xfrm rot="5400000">
            <a:off x="9859945" y="641443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AB968E3-772F-41F5-A1F2-6B1FA0CA82BD}"/>
              </a:ext>
            </a:extLst>
          </p:cNvPr>
          <p:cNvCxnSpPr>
            <a:cxnSpLocks/>
          </p:cNvCxnSpPr>
          <p:nvPr/>
        </p:nvCxnSpPr>
        <p:spPr>
          <a:xfrm rot="5400000">
            <a:off x="8139055" y="1494720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B0B7346-5498-449C-BDAF-62D98957288D}"/>
              </a:ext>
            </a:extLst>
          </p:cNvPr>
          <p:cNvCxnSpPr>
            <a:cxnSpLocks/>
          </p:cNvCxnSpPr>
          <p:nvPr/>
        </p:nvCxnSpPr>
        <p:spPr>
          <a:xfrm rot="5400000">
            <a:off x="7326461" y="1889091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6D63E4B-9C94-45DC-B1AA-65B283816216}"/>
              </a:ext>
            </a:extLst>
          </p:cNvPr>
          <p:cNvCxnSpPr>
            <a:cxnSpLocks/>
          </p:cNvCxnSpPr>
          <p:nvPr/>
        </p:nvCxnSpPr>
        <p:spPr>
          <a:xfrm>
            <a:off x="5327864" y="5710423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7BBBCB3-DF04-4CB4-9FA0-84D0F2BF1ADE}"/>
              </a:ext>
            </a:extLst>
          </p:cNvPr>
          <p:cNvCxnSpPr>
            <a:cxnSpLocks/>
          </p:cNvCxnSpPr>
          <p:nvPr/>
        </p:nvCxnSpPr>
        <p:spPr>
          <a:xfrm>
            <a:off x="5327864" y="4933205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BEDC2CD-C717-4758-BC84-BF634844C38C}"/>
              </a:ext>
            </a:extLst>
          </p:cNvPr>
          <p:cNvCxnSpPr>
            <a:cxnSpLocks/>
          </p:cNvCxnSpPr>
          <p:nvPr/>
        </p:nvCxnSpPr>
        <p:spPr>
          <a:xfrm>
            <a:off x="5327864" y="531268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65DF393-28F1-4FDC-933A-2EB7C48A16B7}"/>
              </a:ext>
            </a:extLst>
          </p:cNvPr>
          <p:cNvCxnSpPr>
            <a:cxnSpLocks/>
          </p:cNvCxnSpPr>
          <p:nvPr/>
        </p:nvCxnSpPr>
        <p:spPr>
          <a:xfrm>
            <a:off x="5327864" y="6108881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6A3C914-B20F-4DF7-B6F2-C0372DB12ED1}"/>
              </a:ext>
            </a:extLst>
          </p:cNvPr>
          <p:cNvCxnSpPr>
            <a:cxnSpLocks/>
          </p:cNvCxnSpPr>
          <p:nvPr/>
        </p:nvCxnSpPr>
        <p:spPr>
          <a:xfrm>
            <a:off x="5327864" y="6492678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BA4891F-F56A-4ED6-ADFB-134AEDCDFDFA}"/>
              </a:ext>
            </a:extLst>
          </p:cNvPr>
          <p:cNvCxnSpPr>
            <a:cxnSpLocks/>
          </p:cNvCxnSpPr>
          <p:nvPr/>
        </p:nvCxnSpPr>
        <p:spPr>
          <a:xfrm rot="10800000">
            <a:off x="9200093" y="5597854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7697509-65D0-4444-8F5B-1F7354CB6B4C}"/>
              </a:ext>
            </a:extLst>
          </p:cNvPr>
          <p:cNvCxnSpPr>
            <a:cxnSpLocks/>
          </p:cNvCxnSpPr>
          <p:nvPr/>
        </p:nvCxnSpPr>
        <p:spPr>
          <a:xfrm rot="10800000">
            <a:off x="10982599" y="6375072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F6D4D21-D093-43A5-8CD7-380FE6D4DA24}"/>
              </a:ext>
            </a:extLst>
          </p:cNvPr>
          <p:cNvCxnSpPr>
            <a:cxnSpLocks/>
          </p:cNvCxnSpPr>
          <p:nvPr/>
        </p:nvCxnSpPr>
        <p:spPr>
          <a:xfrm rot="10800000">
            <a:off x="10107060" y="5995591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13638F1-5B15-42CF-BFF2-E94CB4387EA3}"/>
              </a:ext>
            </a:extLst>
          </p:cNvPr>
          <p:cNvCxnSpPr>
            <a:cxnSpLocks/>
          </p:cNvCxnSpPr>
          <p:nvPr/>
        </p:nvCxnSpPr>
        <p:spPr>
          <a:xfrm rot="10800000">
            <a:off x="8400505" y="5199396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C5B7EC-72B9-4D47-A426-86911698D4A1}"/>
              </a:ext>
            </a:extLst>
          </p:cNvPr>
          <p:cNvCxnSpPr>
            <a:cxnSpLocks/>
          </p:cNvCxnSpPr>
          <p:nvPr/>
        </p:nvCxnSpPr>
        <p:spPr>
          <a:xfrm rot="10800000">
            <a:off x="7611764" y="4815599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Multiplication Sign 162">
            <a:extLst>
              <a:ext uri="{FF2B5EF4-FFF2-40B4-BE49-F238E27FC236}">
                <a16:creationId xmlns:a16="http://schemas.microsoft.com/office/drawing/2014/main" id="{90DD80D7-FA7E-4489-B611-2B270CBDF8E0}"/>
              </a:ext>
            </a:extLst>
          </p:cNvPr>
          <p:cNvSpPr/>
          <p:nvPr/>
        </p:nvSpPr>
        <p:spPr>
          <a:xfrm>
            <a:off x="3381709" y="4948568"/>
            <a:ext cx="696868" cy="696868"/>
          </a:xfrm>
          <a:prstGeom prst="mathMultiply">
            <a:avLst>
              <a:gd name="adj1" fmla="val 134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Circle: Hollow 168">
            <a:extLst>
              <a:ext uri="{FF2B5EF4-FFF2-40B4-BE49-F238E27FC236}">
                <a16:creationId xmlns:a16="http://schemas.microsoft.com/office/drawing/2014/main" id="{69298E34-A27F-4DE4-997E-0D9E05E8559D}"/>
              </a:ext>
            </a:extLst>
          </p:cNvPr>
          <p:cNvSpPr/>
          <p:nvPr/>
        </p:nvSpPr>
        <p:spPr>
          <a:xfrm>
            <a:off x="2578781" y="4775867"/>
            <a:ext cx="773900" cy="773900"/>
          </a:xfrm>
          <a:prstGeom prst="donut">
            <a:avLst>
              <a:gd name="adj" fmla="val 10074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90C457B-D86A-44F5-B26D-E77C40A1BCD0}"/>
              </a:ext>
            </a:extLst>
          </p:cNvPr>
          <p:cNvGrpSpPr/>
          <p:nvPr/>
        </p:nvGrpSpPr>
        <p:grpSpPr>
          <a:xfrm>
            <a:off x="-905080" y="-1100659"/>
            <a:ext cx="5631543" cy="5720087"/>
            <a:chOff x="-905080" y="-1100659"/>
            <a:chExt cx="5631543" cy="572008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F0AFF80-94B9-47CB-8A0E-2EDEC30B387F}"/>
                </a:ext>
              </a:extLst>
            </p:cNvPr>
            <p:cNvGrpSpPr/>
            <p:nvPr/>
          </p:nvGrpSpPr>
          <p:grpSpPr>
            <a:xfrm>
              <a:off x="259534" y="187664"/>
              <a:ext cx="4242070" cy="4216805"/>
              <a:chOff x="1831632" y="-207902"/>
              <a:chExt cx="4242070" cy="421680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1275662-7331-4A2D-84D1-63930E08B663}"/>
                  </a:ext>
                </a:extLst>
              </p:cNvPr>
              <p:cNvSpPr/>
              <p:nvPr/>
            </p:nvSpPr>
            <p:spPr>
              <a:xfrm>
                <a:off x="1831632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E88A66A-C3EC-4AEB-ADA2-19E2F4A1FD44}"/>
                  </a:ext>
                </a:extLst>
              </p:cNvPr>
              <p:cNvSpPr/>
              <p:nvPr/>
            </p:nvSpPr>
            <p:spPr>
              <a:xfrm>
                <a:off x="2680046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15D6F0-9870-4231-B2EB-1C1ACD10743F}"/>
                  </a:ext>
                </a:extLst>
              </p:cNvPr>
              <p:cNvSpPr/>
              <p:nvPr/>
            </p:nvSpPr>
            <p:spPr>
              <a:xfrm>
                <a:off x="1831632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E4F775-5DC5-4063-9D51-25F51F8C48AB}"/>
                  </a:ext>
                </a:extLst>
              </p:cNvPr>
              <p:cNvSpPr/>
              <p:nvPr/>
            </p:nvSpPr>
            <p:spPr>
              <a:xfrm>
                <a:off x="2680046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7ADFCB-8DF6-40CD-AC74-9FF097AC0A55}"/>
                  </a:ext>
                </a:extLst>
              </p:cNvPr>
              <p:cNvSpPr/>
              <p:nvPr/>
            </p:nvSpPr>
            <p:spPr>
              <a:xfrm>
                <a:off x="3528460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74E09E7-AFC4-4937-A612-B69D4D7C9BE5}"/>
                  </a:ext>
                </a:extLst>
              </p:cNvPr>
              <p:cNvSpPr/>
              <p:nvPr/>
            </p:nvSpPr>
            <p:spPr>
              <a:xfrm>
                <a:off x="4376874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68C59A-1504-4A0E-BA06-02E84751E813}"/>
                  </a:ext>
                </a:extLst>
              </p:cNvPr>
              <p:cNvSpPr/>
              <p:nvPr/>
            </p:nvSpPr>
            <p:spPr>
              <a:xfrm>
                <a:off x="3528460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A772DA-90E9-4FC3-8BE9-C7C6A5FC9DEB}"/>
                  </a:ext>
                </a:extLst>
              </p:cNvPr>
              <p:cNvSpPr/>
              <p:nvPr/>
            </p:nvSpPr>
            <p:spPr>
              <a:xfrm>
                <a:off x="4376874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62BA0F9-C357-4604-A5F5-75F00FF69F37}"/>
                  </a:ext>
                </a:extLst>
              </p:cNvPr>
              <p:cNvSpPr/>
              <p:nvPr/>
            </p:nvSpPr>
            <p:spPr>
              <a:xfrm>
                <a:off x="1831632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E4D723-6115-4E06-A068-0028D3B7BC52}"/>
                  </a:ext>
                </a:extLst>
              </p:cNvPr>
              <p:cNvSpPr/>
              <p:nvPr/>
            </p:nvSpPr>
            <p:spPr>
              <a:xfrm>
                <a:off x="2680046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0DCD9D-A22B-4217-92D9-E588A1950AFB}"/>
                  </a:ext>
                </a:extLst>
              </p:cNvPr>
              <p:cNvSpPr/>
              <p:nvPr/>
            </p:nvSpPr>
            <p:spPr>
              <a:xfrm>
                <a:off x="1831632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E2433D9-3128-49D5-B302-C02731E885DC}"/>
                  </a:ext>
                </a:extLst>
              </p:cNvPr>
              <p:cNvSpPr/>
              <p:nvPr/>
            </p:nvSpPr>
            <p:spPr>
              <a:xfrm>
                <a:off x="2680046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315DE8D-87D3-4E9B-9DAE-AE000366CE68}"/>
                  </a:ext>
                </a:extLst>
              </p:cNvPr>
              <p:cNvSpPr/>
              <p:nvPr/>
            </p:nvSpPr>
            <p:spPr>
              <a:xfrm>
                <a:off x="3528460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831C99-7B19-4AA9-839A-7EDF6B2E93F2}"/>
                  </a:ext>
                </a:extLst>
              </p:cNvPr>
              <p:cNvSpPr/>
              <p:nvPr/>
            </p:nvSpPr>
            <p:spPr>
              <a:xfrm>
                <a:off x="4376874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D246D51-3412-40E8-AA29-0691E21B542C}"/>
                  </a:ext>
                </a:extLst>
              </p:cNvPr>
              <p:cNvSpPr/>
              <p:nvPr/>
            </p:nvSpPr>
            <p:spPr>
              <a:xfrm>
                <a:off x="3528460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EA161EF-2ACF-4278-8306-722BCEC0AA36}"/>
                  </a:ext>
                </a:extLst>
              </p:cNvPr>
              <p:cNvSpPr/>
              <p:nvPr/>
            </p:nvSpPr>
            <p:spPr>
              <a:xfrm>
                <a:off x="4376874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CA1FD49-3DEE-48BE-BCFE-26A358A72B8A}"/>
                  </a:ext>
                </a:extLst>
              </p:cNvPr>
              <p:cNvSpPr/>
              <p:nvPr/>
            </p:nvSpPr>
            <p:spPr>
              <a:xfrm>
                <a:off x="5225288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C203CA7-6141-4F74-BA8D-946AC71BF2B0}"/>
                  </a:ext>
                </a:extLst>
              </p:cNvPr>
              <p:cNvSpPr/>
              <p:nvPr/>
            </p:nvSpPr>
            <p:spPr>
              <a:xfrm>
                <a:off x="5225288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9BC11D6-84BF-43A5-A136-87CDF4FBB235}"/>
                  </a:ext>
                </a:extLst>
              </p:cNvPr>
              <p:cNvSpPr/>
              <p:nvPr/>
            </p:nvSpPr>
            <p:spPr>
              <a:xfrm>
                <a:off x="5225288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AEDDDE4-558A-4F95-855B-0E89D8AD7C54}"/>
                  </a:ext>
                </a:extLst>
              </p:cNvPr>
              <p:cNvSpPr/>
              <p:nvPr/>
            </p:nvSpPr>
            <p:spPr>
              <a:xfrm>
                <a:off x="5225288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353AEA4-67C0-4F4B-A132-53FB9700C21B}"/>
                  </a:ext>
                </a:extLst>
              </p:cNvPr>
              <p:cNvSpPr/>
              <p:nvPr/>
            </p:nvSpPr>
            <p:spPr>
              <a:xfrm>
                <a:off x="1831632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25CB79E-2072-4013-914E-C64EDE60CDF6}"/>
                  </a:ext>
                </a:extLst>
              </p:cNvPr>
              <p:cNvSpPr/>
              <p:nvPr/>
            </p:nvSpPr>
            <p:spPr>
              <a:xfrm>
                <a:off x="2680046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6C6C3D7-0657-4163-81F7-79E05D427600}"/>
                  </a:ext>
                </a:extLst>
              </p:cNvPr>
              <p:cNvSpPr/>
              <p:nvPr/>
            </p:nvSpPr>
            <p:spPr>
              <a:xfrm>
                <a:off x="3528460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C7A4ECD-ADC4-44FC-B734-E867BCB88A0A}"/>
                  </a:ext>
                </a:extLst>
              </p:cNvPr>
              <p:cNvSpPr/>
              <p:nvPr/>
            </p:nvSpPr>
            <p:spPr>
              <a:xfrm>
                <a:off x="4376874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D6214F9-89F2-48A2-AF61-4B5D3E06AE8A}"/>
                  </a:ext>
                </a:extLst>
              </p:cNvPr>
              <p:cNvSpPr/>
              <p:nvPr/>
            </p:nvSpPr>
            <p:spPr>
              <a:xfrm>
                <a:off x="5225288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81E43AD-477E-4519-9555-6498380BC09A}"/>
                </a:ext>
              </a:extLst>
            </p:cNvPr>
            <p:cNvSpPr/>
            <p:nvPr/>
          </p:nvSpPr>
          <p:spPr>
            <a:xfrm>
              <a:off x="-905080" y="-1100659"/>
              <a:ext cx="5631543" cy="13542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00000"/>
                </a:lnSpc>
                <a:spcBef>
                  <a:spcPts val="600"/>
                </a:spcBef>
              </a:pP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One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Cherry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is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disconnected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r">
                <a:spcBef>
                  <a:spcPts val="600"/>
                </a:spcBef>
              </a:pP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group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Cherries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has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more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than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two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r">
                <a:lnSpc>
                  <a:spcPct val="100000"/>
                </a:lnSpc>
                <a:spcBef>
                  <a:spcPts val="600"/>
                </a:spcBef>
              </a:pPr>
              <a:endParaRPr lang="pt-PT" sz="24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Multiplication Sign 166">
              <a:extLst>
                <a:ext uri="{FF2B5EF4-FFF2-40B4-BE49-F238E27FC236}">
                  <a16:creationId xmlns:a16="http://schemas.microsoft.com/office/drawing/2014/main" id="{8AD8979D-055B-4D61-ABEB-429CA5B83128}"/>
                </a:ext>
              </a:extLst>
            </p:cNvPr>
            <p:cNvSpPr/>
            <p:nvPr/>
          </p:nvSpPr>
          <p:spPr>
            <a:xfrm>
              <a:off x="1125982" y="1157554"/>
              <a:ext cx="696868" cy="696868"/>
            </a:xfrm>
            <a:prstGeom prst="mathMultiply">
              <a:avLst>
                <a:gd name="adj1" fmla="val 1343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E910A55-5E0F-4E13-AB0D-7BA73416392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736669" y="2320584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A06C8EEA-EE3C-4BCE-84ED-6180844FFE4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51934" y="4437495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3933540B-C9AF-4ED5-9218-662EBD6BDB3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6454" y="1435724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A1B186AE-8E75-410C-8F6B-DE5F03283E4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84693" y="2320584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358883E8-CB82-4CED-A11D-71A474112DF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51934" y="193927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E31A522C-4625-4409-9F4D-F45B2E61B6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774892" y="1905341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4777D581-A2F4-45F8-94D2-B1834C1DEF73}"/>
                </a:ext>
              </a:extLst>
            </p:cNvPr>
            <p:cNvCxnSpPr>
              <a:cxnSpLocks/>
            </p:cNvCxnSpPr>
            <p:nvPr/>
          </p:nvCxnSpPr>
          <p:spPr>
            <a:xfrm>
              <a:off x="1005596" y="2732906"/>
              <a:ext cx="2645493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B915B5A8-E364-45C8-A2AD-8D764B6ADC8B}"/>
                </a:ext>
              </a:extLst>
            </p:cNvPr>
            <p:cNvCxnSpPr>
              <a:cxnSpLocks/>
            </p:cNvCxnSpPr>
            <p:nvPr/>
          </p:nvCxnSpPr>
          <p:spPr>
            <a:xfrm>
              <a:off x="1884716" y="1016315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4C98312-2E2F-4C51-ADD8-CBF71CD68B64}"/>
                </a:ext>
              </a:extLst>
            </p:cNvPr>
            <p:cNvCxnSpPr>
              <a:cxnSpLocks/>
            </p:cNvCxnSpPr>
            <p:nvPr/>
          </p:nvCxnSpPr>
          <p:spPr>
            <a:xfrm>
              <a:off x="1142420" y="1881181"/>
              <a:ext cx="1738526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Multiplication Sign 209">
              <a:extLst>
                <a:ext uri="{FF2B5EF4-FFF2-40B4-BE49-F238E27FC236}">
                  <a16:creationId xmlns:a16="http://schemas.microsoft.com/office/drawing/2014/main" id="{033DAD01-8DEB-4533-94E6-FBF7066DC9B4}"/>
                </a:ext>
              </a:extLst>
            </p:cNvPr>
            <p:cNvSpPr/>
            <p:nvPr/>
          </p:nvSpPr>
          <p:spPr>
            <a:xfrm>
              <a:off x="2842225" y="3244918"/>
              <a:ext cx="696868" cy="696868"/>
            </a:xfrm>
            <a:prstGeom prst="mathMultiply">
              <a:avLst>
                <a:gd name="adj1" fmla="val 1343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F4A3F9AE-A04D-4A81-A172-D1B671D61BD7}"/>
                </a:ext>
              </a:extLst>
            </p:cNvPr>
            <p:cNvGrpSpPr/>
            <p:nvPr/>
          </p:nvGrpSpPr>
          <p:grpSpPr>
            <a:xfrm>
              <a:off x="752095" y="-23159"/>
              <a:ext cx="3325301" cy="4642587"/>
              <a:chOff x="752095" y="-23159"/>
              <a:chExt cx="3325301" cy="4642587"/>
            </a:xfrm>
          </p:grpSpPr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022F9DA5-C865-47C6-A6E1-BD502CD0E81E}"/>
                  </a:ext>
                </a:extLst>
              </p:cNvPr>
              <p:cNvSpPr/>
              <p:nvPr/>
            </p:nvSpPr>
            <p:spPr>
              <a:xfrm rot="2750059">
                <a:off x="858212" y="813820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567992FE-28F0-484F-8006-C401E8BA9D59}"/>
                  </a:ext>
                </a:extLst>
              </p:cNvPr>
              <p:cNvSpPr/>
              <p:nvPr/>
            </p:nvSpPr>
            <p:spPr>
              <a:xfrm rot="2750059">
                <a:off x="851386" y="1585991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41C54DC-F813-472B-9BB9-76A4695558E2}"/>
                  </a:ext>
                </a:extLst>
              </p:cNvPr>
              <p:cNvSpPr/>
              <p:nvPr/>
            </p:nvSpPr>
            <p:spPr>
              <a:xfrm rot="2750059">
                <a:off x="2629754" y="1617207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3640C64F-47E8-4396-A0FF-B03A1D3212C0}"/>
                  </a:ext>
                </a:extLst>
              </p:cNvPr>
              <p:cNvSpPr/>
              <p:nvPr/>
            </p:nvSpPr>
            <p:spPr>
              <a:xfrm rot="2750059">
                <a:off x="3425043" y="3310853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B2976E79-C046-4E80-AFDF-8A69D6E90A08}"/>
                  </a:ext>
                </a:extLst>
              </p:cNvPr>
              <p:cNvSpPr/>
              <p:nvPr/>
            </p:nvSpPr>
            <p:spPr>
              <a:xfrm rot="7313666">
                <a:off x="745137" y="2490438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FD993A8A-A975-43BF-BA04-CC5488F7CC1D}"/>
                  </a:ext>
                </a:extLst>
              </p:cNvPr>
              <p:cNvSpPr/>
              <p:nvPr/>
            </p:nvSpPr>
            <p:spPr>
              <a:xfrm rot="7313666">
                <a:off x="3392450" y="2460249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00B3C50A-E807-492E-858D-04F9BF977FA3}"/>
                  </a:ext>
                </a:extLst>
              </p:cNvPr>
              <p:cNvSpPr/>
              <p:nvPr/>
            </p:nvSpPr>
            <p:spPr>
              <a:xfrm>
                <a:off x="758756" y="4076754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22E88E00-8490-48F0-AD2E-E1F6DAC375CF}"/>
                  </a:ext>
                </a:extLst>
              </p:cNvPr>
              <p:cNvSpPr/>
              <p:nvPr/>
            </p:nvSpPr>
            <p:spPr>
              <a:xfrm rot="7313666">
                <a:off x="1661254" y="796081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EB72FC6F-8A66-4441-8E5A-CE2B2FC6D312}"/>
                  </a:ext>
                </a:extLst>
              </p:cNvPr>
              <p:cNvSpPr/>
              <p:nvPr/>
            </p:nvSpPr>
            <p:spPr>
              <a:xfrm>
                <a:off x="3310067" y="-23159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AC70AF78-9501-4938-96A7-0761489D7E67}"/>
                  </a:ext>
                </a:extLst>
              </p:cNvPr>
              <p:cNvSpPr/>
              <p:nvPr/>
            </p:nvSpPr>
            <p:spPr>
              <a:xfrm rot="19185010">
                <a:off x="752095" y="3315060"/>
                <a:ext cx="728206" cy="49039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33BAA642-FC05-4E31-8F67-0DE3A26A84D0}"/>
              </a:ext>
            </a:extLst>
          </p:cNvPr>
          <p:cNvCxnSpPr>
            <a:cxnSpLocks/>
          </p:cNvCxnSpPr>
          <p:nvPr/>
        </p:nvCxnSpPr>
        <p:spPr>
          <a:xfrm rot="5400000">
            <a:off x="2897982" y="1889091"/>
            <a:ext cx="4233822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520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704221E1-093F-49DC-BAF0-1EC8C5290C7C}"/>
              </a:ext>
            </a:extLst>
          </p:cNvPr>
          <p:cNvSpPr/>
          <p:nvPr/>
        </p:nvSpPr>
        <p:spPr>
          <a:xfrm rot="7313666">
            <a:off x="8288816" y="3063534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B736DB9D-8782-4153-B70B-4B525FBDDBC6}"/>
              </a:ext>
            </a:extLst>
          </p:cNvPr>
          <p:cNvSpPr/>
          <p:nvPr/>
        </p:nvSpPr>
        <p:spPr>
          <a:xfrm>
            <a:off x="10430209" y="2987942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1C91D15E-B68B-42C2-80C6-12E620EF2B1A}"/>
              </a:ext>
            </a:extLst>
          </p:cNvPr>
          <p:cNvSpPr/>
          <p:nvPr/>
        </p:nvSpPr>
        <p:spPr>
          <a:xfrm rot="19185010">
            <a:off x="4137501" y="5124463"/>
            <a:ext cx="728206" cy="49039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856AEA1-7C5B-430D-B102-12B6642F4F41}"/>
              </a:ext>
            </a:extLst>
          </p:cNvPr>
          <p:cNvCxnSpPr>
            <a:cxnSpLocks/>
          </p:cNvCxnSpPr>
          <p:nvPr/>
        </p:nvCxnSpPr>
        <p:spPr>
          <a:xfrm>
            <a:off x="461870" y="5710423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48920A0-C35E-4910-A0B5-09D2762650A0}"/>
              </a:ext>
            </a:extLst>
          </p:cNvPr>
          <p:cNvCxnSpPr>
            <a:cxnSpLocks/>
          </p:cNvCxnSpPr>
          <p:nvPr/>
        </p:nvCxnSpPr>
        <p:spPr>
          <a:xfrm>
            <a:off x="461870" y="4933205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810F507-474E-428C-AFFA-1D0E305ED550}"/>
              </a:ext>
            </a:extLst>
          </p:cNvPr>
          <p:cNvCxnSpPr>
            <a:cxnSpLocks/>
          </p:cNvCxnSpPr>
          <p:nvPr/>
        </p:nvCxnSpPr>
        <p:spPr>
          <a:xfrm>
            <a:off x="461870" y="5312686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DFA44A7-F640-4CAF-B9EA-DEE81FB1B01C}"/>
              </a:ext>
            </a:extLst>
          </p:cNvPr>
          <p:cNvCxnSpPr>
            <a:cxnSpLocks/>
          </p:cNvCxnSpPr>
          <p:nvPr/>
        </p:nvCxnSpPr>
        <p:spPr>
          <a:xfrm>
            <a:off x="461870" y="6108881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2B0143B-36DE-44EA-8161-A7294D0DCDBB}"/>
              </a:ext>
            </a:extLst>
          </p:cNvPr>
          <p:cNvCxnSpPr>
            <a:cxnSpLocks/>
          </p:cNvCxnSpPr>
          <p:nvPr/>
        </p:nvCxnSpPr>
        <p:spPr>
          <a:xfrm>
            <a:off x="461870" y="6492678"/>
            <a:ext cx="4233822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1015DE3-1E94-4D44-8F56-D2F35B9450E1}"/>
              </a:ext>
            </a:extLst>
          </p:cNvPr>
          <p:cNvCxnSpPr>
            <a:cxnSpLocks/>
          </p:cNvCxnSpPr>
          <p:nvPr/>
        </p:nvCxnSpPr>
        <p:spPr>
          <a:xfrm rot="5400000">
            <a:off x="4544569" y="1094926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FE31BDA-7DC6-41F9-B5C7-BE857EB3F0B6}"/>
              </a:ext>
            </a:extLst>
          </p:cNvPr>
          <p:cNvCxnSpPr>
            <a:cxnSpLocks/>
          </p:cNvCxnSpPr>
          <p:nvPr/>
        </p:nvCxnSpPr>
        <p:spPr>
          <a:xfrm rot="5400000">
            <a:off x="6282756" y="203673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332542D-0963-450D-A821-8B030A7602E2}"/>
              </a:ext>
            </a:extLst>
          </p:cNvPr>
          <p:cNvCxnSpPr>
            <a:cxnSpLocks/>
          </p:cNvCxnSpPr>
          <p:nvPr/>
        </p:nvCxnSpPr>
        <p:spPr>
          <a:xfrm rot="5400000">
            <a:off x="5431466" y="641443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790912B-81AA-4BCC-8559-B07EAD8983BD}"/>
              </a:ext>
            </a:extLst>
          </p:cNvPr>
          <p:cNvCxnSpPr>
            <a:cxnSpLocks/>
          </p:cNvCxnSpPr>
          <p:nvPr/>
        </p:nvCxnSpPr>
        <p:spPr>
          <a:xfrm rot="5400000">
            <a:off x="3710576" y="1494720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471FCB4-ED4C-40EA-8812-5F29A4251DEF}"/>
              </a:ext>
            </a:extLst>
          </p:cNvPr>
          <p:cNvSpPr/>
          <p:nvPr/>
        </p:nvSpPr>
        <p:spPr>
          <a:xfrm rot="2750059">
            <a:off x="6067902" y="3179599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6154F93-566A-4F37-BB80-F661A69218FF}"/>
              </a:ext>
            </a:extLst>
          </p:cNvPr>
          <p:cNvCxnSpPr>
            <a:cxnSpLocks/>
          </p:cNvCxnSpPr>
          <p:nvPr/>
        </p:nvCxnSpPr>
        <p:spPr>
          <a:xfrm rot="5400000">
            <a:off x="6716269" y="1094926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AFC1F14-6575-4F45-8D86-E5ADBFC8613F}"/>
              </a:ext>
            </a:extLst>
          </p:cNvPr>
          <p:cNvCxnSpPr>
            <a:cxnSpLocks/>
          </p:cNvCxnSpPr>
          <p:nvPr/>
        </p:nvCxnSpPr>
        <p:spPr>
          <a:xfrm rot="5400000">
            <a:off x="8454456" y="203673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36CDCCE-3918-459C-8225-82B42131F14A}"/>
              </a:ext>
            </a:extLst>
          </p:cNvPr>
          <p:cNvCxnSpPr>
            <a:cxnSpLocks/>
          </p:cNvCxnSpPr>
          <p:nvPr/>
        </p:nvCxnSpPr>
        <p:spPr>
          <a:xfrm rot="5400000">
            <a:off x="7621671" y="61959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BFE028F-72E2-4D4F-9317-845DCC186052}"/>
              </a:ext>
            </a:extLst>
          </p:cNvPr>
          <p:cNvCxnSpPr>
            <a:cxnSpLocks/>
          </p:cNvCxnSpPr>
          <p:nvPr/>
        </p:nvCxnSpPr>
        <p:spPr>
          <a:xfrm rot="5400000">
            <a:off x="5882276" y="1494720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D59A0B6-DF09-4F50-803F-60D650F416CF}"/>
              </a:ext>
            </a:extLst>
          </p:cNvPr>
          <p:cNvCxnSpPr>
            <a:cxnSpLocks/>
          </p:cNvCxnSpPr>
          <p:nvPr/>
        </p:nvCxnSpPr>
        <p:spPr>
          <a:xfrm rot="5400000">
            <a:off x="5069682" y="1889091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F0E1830-880A-41CB-9D54-B7B13DB90B3C}"/>
              </a:ext>
            </a:extLst>
          </p:cNvPr>
          <p:cNvCxnSpPr>
            <a:cxnSpLocks/>
          </p:cNvCxnSpPr>
          <p:nvPr/>
        </p:nvCxnSpPr>
        <p:spPr>
          <a:xfrm rot="5400000">
            <a:off x="8973048" y="1094926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8C5E0E6-6481-4688-99F8-F2949FC642B3}"/>
              </a:ext>
            </a:extLst>
          </p:cNvPr>
          <p:cNvCxnSpPr>
            <a:cxnSpLocks/>
          </p:cNvCxnSpPr>
          <p:nvPr/>
        </p:nvCxnSpPr>
        <p:spPr>
          <a:xfrm rot="5400000">
            <a:off x="10711235" y="203673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22B67FC-8FC3-4A68-ADF5-46AB30986981}"/>
              </a:ext>
            </a:extLst>
          </p:cNvPr>
          <p:cNvCxnSpPr>
            <a:cxnSpLocks/>
          </p:cNvCxnSpPr>
          <p:nvPr/>
        </p:nvCxnSpPr>
        <p:spPr>
          <a:xfrm rot="5400000">
            <a:off x="9859945" y="641443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AB968E3-772F-41F5-A1F2-6B1FA0CA82BD}"/>
              </a:ext>
            </a:extLst>
          </p:cNvPr>
          <p:cNvCxnSpPr>
            <a:cxnSpLocks/>
          </p:cNvCxnSpPr>
          <p:nvPr/>
        </p:nvCxnSpPr>
        <p:spPr>
          <a:xfrm rot="5400000">
            <a:off x="8139055" y="1494720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B0B7346-5498-449C-BDAF-62D98957288D}"/>
              </a:ext>
            </a:extLst>
          </p:cNvPr>
          <p:cNvCxnSpPr>
            <a:cxnSpLocks/>
          </p:cNvCxnSpPr>
          <p:nvPr/>
        </p:nvCxnSpPr>
        <p:spPr>
          <a:xfrm rot="5400000">
            <a:off x="7326461" y="1889091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6D63E4B-9C94-45DC-B1AA-65B283816216}"/>
              </a:ext>
            </a:extLst>
          </p:cNvPr>
          <p:cNvCxnSpPr>
            <a:cxnSpLocks/>
          </p:cNvCxnSpPr>
          <p:nvPr/>
        </p:nvCxnSpPr>
        <p:spPr>
          <a:xfrm>
            <a:off x="5327864" y="5710423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7BBBCB3-DF04-4CB4-9FA0-84D0F2BF1ADE}"/>
              </a:ext>
            </a:extLst>
          </p:cNvPr>
          <p:cNvCxnSpPr>
            <a:cxnSpLocks/>
          </p:cNvCxnSpPr>
          <p:nvPr/>
        </p:nvCxnSpPr>
        <p:spPr>
          <a:xfrm>
            <a:off x="5327864" y="4933205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BEDC2CD-C717-4758-BC84-BF634844C38C}"/>
              </a:ext>
            </a:extLst>
          </p:cNvPr>
          <p:cNvCxnSpPr>
            <a:cxnSpLocks/>
          </p:cNvCxnSpPr>
          <p:nvPr/>
        </p:nvCxnSpPr>
        <p:spPr>
          <a:xfrm>
            <a:off x="5327864" y="531268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65DF393-28F1-4FDC-933A-2EB7C48A16B7}"/>
              </a:ext>
            </a:extLst>
          </p:cNvPr>
          <p:cNvCxnSpPr>
            <a:cxnSpLocks/>
          </p:cNvCxnSpPr>
          <p:nvPr/>
        </p:nvCxnSpPr>
        <p:spPr>
          <a:xfrm>
            <a:off x="5327864" y="6108881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6A3C914-B20F-4DF7-B6F2-C0372DB12ED1}"/>
              </a:ext>
            </a:extLst>
          </p:cNvPr>
          <p:cNvCxnSpPr>
            <a:cxnSpLocks/>
          </p:cNvCxnSpPr>
          <p:nvPr/>
        </p:nvCxnSpPr>
        <p:spPr>
          <a:xfrm>
            <a:off x="5327864" y="6492678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BA4891F-F56A-4ED6-ADFB-134AEDCDFDFA}"/>
              </a:ext>
            </a:extLst>
          </p:cNvPr>
          <p:cNvCxnSpPr>
            <a:cxnSpLocks/>
          </p:cNvCxnSpPr>
          <p:nvPr/>
        </p:nvCxnSpPr>
        <p:spPr>
          <a:xfrm rot="10800000">
            <a:off x="9200093" y="5597854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7697509-65D0-4444-8F5B-1F7354CB6B4C}"/>
              </a:ext>
            </a:extLst>
          </p:cNvPr>
          <p:cNvCxnSpPr>
            <a:cxnSpLocks/>
          </p:cNvCxnSpPr>
          <p:nvPr/>
        </p:nvCxnSpPr>
        <p:spPr>
          <a:xfrm rot="10800000">
            <a:off x="10982599" y="6375072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F6D4D21-D093-43A5-8CD7-380FE6D4DA24}"/>
              </a:ext>
            </a:extLst>
          </p:cNvPr>
          <p:cNvCxnSpPr>
            <a:cxnSpLocks/>
          </p:cNvCxnSpPr>
          <p:nvPr/>
        </p:nvCxnSpPr>
        <p:spPr>
          <a:xfrm rot="10800000">
            <a:off x="10107060" y="5995591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13638F1-5B15-42CF-BFF2-E94CB4387EA3}"/>
              </a:ext>
            </a:extLst>
          </p:cNvPr>
          <p:cNvCxnSpPr>
            <a:cxnSpLocks/>
          </p:cNvCxnSpPr>
          <p:nvPr/>
        </p:nvCxnSpPr>
        <p:spPr>
          <a:xfrm rot="10800000">
            <a:off x="8400505" y="5199396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C5B7EC-72B9-4D47-A426-86911698D4A1}"/>
              </a:ext>
            </a:extLst>
          </p:cNvPr>
          <p:cNvCxnSpPr>
            <a:cxnSpLocks/>
          </p:cNvCxnSpPr>
          <p:nvPr/>
        </p:nvCxnSpPr>
        <p:spPr>
          <a:xfrm rot="10800000">
            <a:off x="7611764" y="4815599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Multiplication Sign 162">
            <a:extLst>
              <a:ext uri="{FF2B5EF4-FFF2-40B4-BE49-F238E27FC236}">
                <a16:creationId xmlns:a16="http://schemas.microsoft.com/office/drawing/2014/main" id="{90DD80D7-FA7E-4489-B611-2B270CBDF8E0}"/>
              </a:ext>
            </a:extLst>
          </p:cNvPr>
          <p:cNvSpPr/>
          <p:nvPr/>
        </p:nvSpPr>
        <p:spPr>
          <a:xfrm>
            <a:off x="3381709" y="4948568"/>
            <a:ext cx="696868" cy="696868"/>
          </a:xfrm>
          <a:prstGeom prst="mathMultiply">
            <a:avLst>
              <a:gd name="adj1" fmla="val 134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Circle: Hollow 168">
            <a:extLst>
              <a:ext uri="{FF2B5EF4-FFF2-40B4-BE49-F238E27FC236}">
                <a16:creationId xmlns:a16="http://schemas.microsoft.com/office/drawing/2014/main" id="{69298E34-A27F-4DE4-997E-0D9E05E8559D}"/>
              </a:ext>
            </a:extLst>
          </p:cNvPr>
          <p:cNvSpPr/>
          <p:nvPr/>
        </p:nvSpPr>
        <p:spPr>
          <a:xfrm>
            <a:off x="2578781" y="4775867"/>
            <a:ext cx="773900" cy="773900"/>
          </a:xfrm>
          <a:prstGeom prst="donut">
            <a:avLst>
              <a:gd name="adj" fmla="val 10074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F638F1-070D-499C-9DC0-CABA78FAD769}"/>
              </a:ext>
            </a:extLst>
          </p:cNvPr>
          <p:cNvGrpSpPr/>
          <p:nvPr/>
        </p:nvGrpSpPr>
        <p:grpSpPr>
          <a:xfrm>
            <a:off x="259534" y="-1133182"/>
            <a:ext cx="4755359" cy="5752610"/>
            <a:chOff x="259534" y="-1133182"/>
            <a:chExt cx="4755359" cy="575261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F0AFF80-94B9-47CB-8A0E-2EDEC30B387F}"/>
                </a:ext>
              </a:extLst>
            </p:cNvPr>
            <p:cNvGrpSpPr/>
            <p:nvPr/>
          </p:nvGrpSpPr>
          <p:grpSpPr>
            <a:xfrm>
              <a:off x="259534" y="187664"/>
              <a:ext cx="4242070" cy="4216805"/>
              <a:chOff x="1831632" y="-207902"/>
              <a:chExt cx="4242070" cy="421680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1275662-7331-4A2D-84D1-63930E08B663}"/>
                  </a:ext>
                </a:extLst>
              </p:cNvPr>
              <p:cNvSpPr/>
              <p:nvPr/>
            </p:nvSpPr>
            <p:spPr>
              <a:xfrm>
                <a:off x="1831632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E88A66A-C3EC-4AEB-ADA2-19E2F4A1FD44}"/>
                  </a:ext>
                </a:extLst>
              </p:cNvPr>
              <p:cNvSpPr/>
              <p:nvPr/>
            </p:nvSpPr>
            <p:spPr>
              <a:xfrm>
                <a:off x="2680046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15D6F0-9870-4231-B2EB-1C1ACD10743F}"/>
                  </a:ext>
                </a:extLst>
              </p:cNvPr>
              <p:cNvSpPr/>
              <p:nvPr/>
            </p:nvSpPr>
            <p:spPr>
              <a:xfrm>
                <a:off x="1831632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E4F775-5DC5-4063-9D51-25F51F8C48AB}"/>
                  </a:ext>
                </a:extLst>
              </p:cNvPr>
              <p:cNvSpPr/>
              <p:nvPr/>
            </p:nvSpPr>
            <p:spPr>
              <a:xfrm>
                <a:off x="2680046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7ADFCB-8DF6-40CD-AC74-9FF097AC0A55}"/>
                  </a:ext>
                </a:extLst>
              </p:cNvPr>
              <p:cNvSpPr/>
              <p:nvPr/>
            </p:nvSpPr>
            <p:spPr>
              <a:xfrm>
                <a:off x="3528460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74E09E7-AFC4-4937-A612-B69D4D7C9BE5}"/>
                  </a:ext>
                </a:extLst>
              </p:cNvPr>
              <p:cNvSpPr/>
              <p:nvPr/>
            </p:nvSpPr>
            <p:spPr>
              <a:xfrm>
                <a:off x="4376874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68C59A-1504-4A0E-BA06-02E84751E813}"/>
                  </a:ext>
                </a:extLst>
              </p:cNvPr>
              <p:cNvSpPr/>
              <p:nvPr/>
            </p:nvSpPr>
            <p:spPr>
              <a:xfrm>
                <a:off x="3528460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A772DA-90E9-4FC3-8BE9-C7C6A5FC9DEB}"/>
                  </a:ext>
                </a:extLst>
              </p:cNvPr>
              <p:cNvSpPr/>
              <p:nvPr/>
            </p:nvSpPr>
            <p:spPr>
              <a:xfrm>
                <a:off x="4376874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62BA0F9-C357-4604-A5F5-75F00FF69F37}"/>
                  </a:ext>
                </a:extLst>
              </p:cNvPr>
              <p:cNvSpPr/>
              <p:nvPr/>
            </p:nvSpPr>
            <p:spPr>
              <a:xfrm>
                <a:off x="1831632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E4D723-6115-4E06-A068-0028D3B7BC52}"/>
                  </a:ext>
                </a:extLst>
              </p:cNvPr>
              <p:cNvSpPr/>
              <p:nvPr/>
            </p:nvSpPr>
            <p:spPr>
              <a:xfrm>
                <a:off x="2680046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0DCD9D-A22B-4217-92D9-E588A1950AFB}"/>
                  </a:ext>
                </a:extLst>
              </p:cNvPr>
              <p:cNvSpPr/>
              <p:nvPr/>
            </p:nvSpPr>
            <p:spPr>
              <a:xfrm>
                <a:off x="1831632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E2433D9-3128-49D5-B302-C02731E885DC}"/>
                  </a:ext>
                </a:extLst>
              </p:cNvPr>
              <p:cNvSpPr/>
              <p:nvPr/>
            </p:nvSpPr>
            <p:spPr>
              <a:xfrm>
                <a:off x="2680046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315DE8D-87D3-4E9B-9DAE-AE000366CE68}"/>
                  </a:ext>
                </a:extLst>
              </p:cNvPr>
              <p:cNvSpPr/>
              <p:nvPr/>
            </p:nvSpPr>
            <p:spPr>
              <a:xfrm>
                <a:off x="3528460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831C99-7B19-4AA9-839A-7EDF6B2E93F2}"/>
                  </a:ext>
                </a:extLst>
              </p:cNvPr>
              <p:cNvSpPr/>
              <p:nvPr/>
            </p:nvSpPr>
            <p:spPr>
              <a:xfrm>
                <a:off x="4376874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D246D51-3412-40E8-AA29-0691E21B542C}"/>
                  </a:ext>
                </a:extLst>
              </p:cNvPr>
              <p:cNvSpPr/>
              <p:nvPr/>
            </p:nvSpPr>
            <p:spPr>
              <a:xfrm>
                <a:off x="3528460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EA161EF-2ACF-4278-8306-722BCEC0AA36}"/>
                  </a:ext>
                </a:extLst>
              </p:cNvPr>
              <p:cNvSpPr/>
              <p:nvPr/>
            </p:nvSpPr>
            <p:spPr>
              <a:xfrm>
                <a:off x="4376874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CA1FD49-3DEE-48BE-BCFE-26A358A72B8A}"/>
                  </a:ext>
                </a:extLst>
              </p:cNvPr>
              <p:cNvSpPr/>
              <p:nvPr/>
            </p:nvSpPr>
            <p:spPr>
              <a:xfrm>
                <a:off x="5225288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C203CA7-6141-4F74-BA8D-946AC71BF2B0}"/>
                  </a:ext>
                </a:extLst>
              </p:cNvPr>
              <p:cNvSpPr/>
              <p:nvPr/>
            </p:nvSpPr>
            <p:spPr>
              <a:xfrm>
                <a:off x="5225288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9BC11D6-84BF-43A5-A136-87CDF4FBB235}"/>
                  </a:ext>
                </a:extLst>
              </p:cNvPr>
              <p:cNvSpPr/>
              <p:nvPr/>
            </p:nvSpPr>
            <p:spPr>
              <a:xfrm>
                <a:off x="5225288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AEDDDE4-558A-4F95-855B-0E89D8AD7C54}"/>
                  </a:ext>
                </a:extLst>
              </p:cNvPr>
              <p:cNvSpPr/>
              <p:nvPr/>
            </p:nvSpPr>
            <p:spPr>
              <a:xfrm>
                <a:off x="5225288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353AEA4-67C0-4F4B-A132-53FB9700C21B}"/>
                  </a:ext>
                </a:extLst>
              </p:cNvPr>
              <p:cNvSpPr/>
              <p:nvPr/>
            </p:nvSpPr>
            <p:spPr>
              <a:xfrm>
                <a:off x="1831632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25CB79E-2072-4013-914E-C64EDE60CDF6}"/>
                  </a:ext>
                </a:extLst>
              </p:cNvPr>
              <p:cNvSpPr/>
              <p:nvPr/>
            </p:nvSpPr>
            <p:spPr>
              <a:xfrm>
                <a:off x="2680046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6C6C3D7-0657-4163-81F7-79E05D427600}"/>
                  </a:ext>
                </a:extLst>
              </p:cNvPr>
              <p:cNvSpPr/>
              <p:nvPr/>
            </p:nvSpPr>
            <p:spPr>
              <a:xfrm>
                <a:off x="3528460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C7A4ECD-ADC4-44FC-B734-E867BCB88A0A}"/>
                  </a:ext>
                </a:extLst>
              </p:cNvPr>
              <p:cNvSpPr/>
              <p:nvPr/>
            </p:nvSpPr>
            <p:spPr>
              <a:xfrm>
                <a:off x="4376874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D6214F9-89F2-48A2-AF61-4B5D3E06AE8A}"/>
                  </a:ext>
                </a:extLst>
              </p:cNvPr>
              <p:cNvSpPr/>
              <p:nvPr/>
            </p:nvSpPr>
            <p:spPr>
              <a:xfrm>
                <a:off x="5225288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E910A55-5E0F-4E13-AB0D-7BA73416392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736669" y="2320584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A06C8EEA-EE3C-4BCE-84ED-6180844FFE4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51934" y="4437495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3933540B-C9AF-4ED5-9218-662EBD6BDB3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6454" y="1435724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794F6D5-27DD-4C5F-9D66-26334CB47CF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72962" y="2736481"/>
              <a:ext cx="1738526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A5D574D-6D23-4B58-9333-0A97816E49BA}"/>
                </a:ext>
              </a:extLst>
            </p:cNvPr>
            <p:cNvCxnSpPr>
              <a:cxnSpLocks/>
            </p:cNvCxnSpPr>
            <p:nvPr/>
          </p:nvCxnSpPr>
          <p:spPr>
            <a:xfrm>
              <a:off x="2804776" y="3530616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C9A4C7A-C031-4D41-B20A-628E61CB209F}"/>
                </a:ext>
              </a:extLst>
            </p:cNvPr>
            <p:cNvSpPr/>
            <p:nvPr/>
          </p:nvSpPr>
          <p:spPr>
            <a:xfrm>
              <a:off x="992550" y="-1133182"/>
              <a:ext cx="3764172" cy="9079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00000"/>
                </a:lnSpc>
                <a:spcBef>
                  <a:spcPts val="600"/>
                </a:spcBef>
              </a:pP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Some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are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branching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r">
                <a:lnSpc>
                  <a:spcPct val="100000"/>
                </a:lnSpc>
                <a:spcBef>
                  <a:spcPts val="600"/>
                </a:spcBef>
              </a:pP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Some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lines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are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crossing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..</a:t>
              </a:r>
              <a:endParaRPr lang="pt-PT" sz="24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4EA272BD-CC0B-4218-AC7D-EDAC33F03F9F}"/>
                </a:ext>
              </a:extLst>
            </p:cNvPr>
            <p:cNvGrpSpPr/>
            <p:nvPr/>
          </p:nvGrpSpPr>
          <p:grpSpPr>
            <a:xfrm>
              <a:off x="752095" y="-23159"/>
              <a:ext cx="3325301" cy="4642587"/>
              <a:chOff x="752095" y="-23159"/>
              <a:chExt cx="3325301" cy="4642587"/>
            </a:xfrm>
          </p:grpSpPr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84B34764-C5E9-4F61-85CB-4E8AE2B21391}"/>
                  </a:ext>
                </a:extLst>
              </p:cNvPr>
              <p:cNvSpPr/>
              <p:nvPr/>
            </p:nvSpPr>
            <p:spPr>
              <a:xfrm rot="2750059">
                <a:off x="858212" y="813820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818070C0-3D2F-4FA8-AB4A-AD1ED18CCA2D}"/>
                  </a:ext>
                </a:extLst>
              </p:cNvPr>
              <p:cNvSpPr/>
              <p:nvPr/>
            </p:nvSpPr>
            <p:spPr>
              <a:xfrm rot="2750059">
                <a:off x="851386" y="1585991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1B7D52A0-0F75-46FE-AAB4-35A7FBC00896}"/>
                  </a:ext>
                </a:extLst>
              </p:cNvPr>
              <p:cNvSpPr/>
              <p:nvPr/>
            </p:nvSpPr>
            <p:spPr>
              <a:xfrm rot="2750059">
                <a:off x="2629754" y="1617207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ED4B7274-A04C-4896-B342-1CC678D90721}"/>
                  </a:ext>
                </a:extLst>
              </p:cNvPr>
              <p:cNvSpPr/>
              <p:nvPr/>
            </p:nvSpPr>
            <p:spPr>
              <a:xfrm rot="2750059">
                <a:off x="3425043" y="3310853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ACE913ED-8FEE-47FD-B3BB-CFD6EBA44FD5}"/>
                  </a:ext>
                </a:extLst>
              </p:cNvPr>
              <p:cNvSpPr/>
              <p:nvPr/>
            </p:nvSpPr>
            <p:spPr>
              <a:xfrm rot="7313666">
                <a:off x="745137" y="2490438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4D9F8CF2-D4C3-445A-9897-5A6E31F04EF5}"/>
                  </a:ext>
                </a:extLst>
              </p:cNvPr>
              <p:cNvSpPr/>
              <p:nvPr/>
            </p:nvSpPr>
            <p:spPr>
              <a:xfrm rot="7313666">
                <a:off x="3392450" y="2460249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C30F539B-D45E-47BF-B0E9-E4857C6AA055}"/>
                  </a:ext>
                </a:extLst>
              </p:cNvPr>
              <p:cNvSpPr/>
              <p:nvPr/>
            </p:nvSpPr>
            <p:spPr>
              <a:xfrm>
                <a:off x="758756" y="4076754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42B1E72C-200C-4A20-A087-E0D7A9287883}"/>
                  </a:ext>
                </a:extLst>
              </p:cNvPr>
              <p:cNvSpPr/>
              <p:nvPr/>
            </p:nvSpPr>
            <p:spPr>
              <a:xfrm rot="7313666">
                <a:off x="1661254" y="796081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B2F19FD4-999B-4ACF-A711-676A6D2C93A9}"/>
                  </a:ext>
                </a:extLst>
              </p:cNvPr>
              <p:cNvSpPr/>
              <p:nvPr/>
            </p:nvSpPr>
            <p:spPr>
              <a:xfrm>
                <a:off x="3310067" y="-23159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9D1C0999-A67C-4CFC-AE10-BA8642B7F3C2}"/>
                  </a:ext>
                </a:extLst>
              </p:cNvPr>
              <p:cNvSpPr/>
              <p:nvPr/>
            </p:nvSpPr>
            <p:spPr>
              <a:xfrm rot="19185010">
                <a:off x="752095" y="3315060"/>
                <a:ext cx="728206" cy="49039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FE9E261-A809-42E2-9B38-0E78835AE89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7099" y="1905341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290602F-127E-4C17-9F63-E6323C273E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5900" y="2774604"/>
              <a:ext cx="2645493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ultiplication Sign 92">
              <a:extLst>
                <a:ext uri="{FF2B5EF4-FFF2-40B4-BE49-F238E27FC236}">
                  <a16:creationId xmlns:a16="http://schemas.microsoft.com/office/drawing/2014/main" id="{F6E4449F-4A3D-44AE-89D2-E7FB0690F4DA}"/>
                </a:ext>
              </a:extLst>
            </p:cNvPr>
            <p:cNvSpPr/>
            <p:nvPr/>
          </p:nvSpPr>
          <p:spPr>
            <a:xfrm>
              <a:off x="1260975" y="2065868"/>
              <a:ext cx="696868" cy="696868"/>
            </a:xfrm>
            <a:prstGeom prst="mathMultiply">
              <a:avLst>
                <a:gd name="adj1" fmla="val 1343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35" name="Multiplication Sign 134">
              <a:extLst>
                <a:ext uri="{FF2B5EF4-FFF2-40B4-BE49-F238E27FC236}">
                  <a16:creationId xmlns:a16="http://schemas.microsoft.com/office/drawing/2014/main" id="{14161CFC-FE85-4A55-9431-8CC77EF38AE1}"/>
                </a:ext>
              </a:extLst>
            </p:cNvPr>
            <p:cNvSpPr/>
            <p:nvPr/>
          </p:nvSpPr>
          <p:spPr>
            <a:xfrm>
              <a:off x="2912937" y="2053445"/>
              <a:ext cx="696868" cy="696868"/>
            </a:xfrm>
            <a:prstGeom prst="mathMultiply">
              <a:avLst>
                <a:gd name="adj1" fmla="val 1343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DA4933A-75A1-434F-9275-A67C639B070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97982" y="1901791"/>
              <a:ext cx="4233822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E3DE380-3BAD-4DBA-B3C2-BA4ECF9987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779063" y="2726771"/>
              <a:ext cx="3445081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590B8B3E-42AA-481D-84BC-C3D9F4FB155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22577" y="279527"/>
              <a:ext cx="3445081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6F9F3AB-7E5C-48DB-9C4A-193E6EDD636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236269" y="619596"/>
              <a:ext cx="862987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C394207-1603-4A38-BB95-2A4B92DF49F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653190" y="1051090"/>
              <a:ext cx="862987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7096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704221E1-093F-49DC-BAF0-1EC8C5290C7C}"/>
              </a:ext>
            </a:extLst>
          </p:cNvPr>
          <p:cNvSpPr/>
          <p:nvPr/>
        </p:nvSpPr>
        <p:spPr>
          <a:xfrm rot="7313666">
            <a:off x="8288816" y="3063534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B736DB9D-8782-4153-B70B-4B525FBDDBC6}"/>
              </a:ext>
            </a:extLst>
          </p:cNvPr>
          <p:cNvSpPr/>
          <p:nvPr/>
        </p:nvSpPr>
        <p:spPr>
          <a:xfrm>
            <a:off x="10430209" y="2987942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1C91D15E-B68B-42C2-80C6-12E620EF2B1A}"/>
              </a:ext>
            </a:extLst>
          </p:cNvPr>
          <p:cNvSpPr/>
          <p:nvPr/>
        </p:nvSpPr>
        <p:spPr>
          <a:xfrm rot="19185010">
            <a:off x="4137501" y="5124463"/>
            <a:ext cx="728206" cy="49039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856AEA1-7C5B-430D-B102-12B6642F4F41}"/>
              </a:ext>
            </a:extLst>
          </p:cNvPr>
          <p:cNvCxnSpPr>
            <a:cxnSpLocks/>
          </p:cNvCxnSpPr>
          <p:nvPr/>
        </p:nvCxnSpPr>
        <p:spPr>
          <a:xfrm>
            <a:off x="461870" y="5710423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48920A0-C35E-4910-A0B5-09D2762650A0}"/>
              </a:ext>
            </a:extLst>
          </p:cNvPr>
          <p:cNvCxnSpPr>
            <a:cxnSpLocks/>
          </p:cNvCxnSpPr>
          <p:nvPr/>
        </p:nvCxnSpPr>
        <p:spPr>
          <a:xfrm>
            <a:off x="461870" y="4933205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810F507-474E-428C-AFFA-1D0E305ED550}"/>
              </a:ext>
            </a:extLst>
          </p:cNvPr>
          <p:cNvCxnSpPr>
            <a:cxnSpLocks/>
          </p:cNvCxnSpPr>
          <p:nvPr/>
        </p:nvCxnSpPr>
        <p:spPr>
          <a:xfrm>
            <a:off x="461870" y="5312686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DFA44A7-F640-4CAF-B9EA-DEE81FB1B01C}"/>
              </a:ext>
            </a:extLst>
          </p:cNvPr>
          <p:cNvCxnSpPr>
            <a:cxnSpLocks/>
          </p:cNvCxnSpPr>
          <p:nvPr/>
        </p:nvCxnSpPr>
        <p:spPr>
          <a:xfrm>
            <a:off x="461870" y="6108881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2B0143B-36DE-44EA-8161-A7294D0DCDBB}"/>
              </a:ext>
            </a:extLst>
          </p:cNvPr>
          <p:cNvCxnSpPr>
            <a:cxnSpLocks/>
          </p:cNvCxnSpPr>
          <p:nvPr/>
        </p:nvCxnSpPr>
        <p:spPr>
          <a:xfrm>
            <a:off x="461870" y="6492678"/>
            <a:ext cx="4233822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1015DE3-1E94-4D44-8F56-D2F35B9450E1}"/>
              </a:ext>
            </a:extLst>
          </p:cNvPr>
          <p:cNvCxnSpPr>
            <a:cxnSpLocks/>
          </p:cNvCxnSpPr>
          <p:nvPr/>
        </p:nvCxnSpPr>
        <p:spPr>
          <a:xfrm rot="5400000">
            <a:off x="4544569" y="1094926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FE31BDA-7DC6-41F9-B5C7-BE857EB3F0B6}"/>
              </a:ext>
            </a:extLst>
          </p:cNvPr>
          <p:cNvCxnSpPr>
            <a:cxnSpLocks/>
          </p:cNvCxnSpPr>
          <p:nvPr/>
        </p:nvCxnSpPr>
        <p:spPr>
          <a:xfrm rot="5400000">
            <a:off x="6282756" y="203673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332542D-0963-450D-A821-8B030A7602E2}"/>
              </a:ext>
            </a:extLst>
          </p:cNvPr>
          <p:cNvCxnSpPr>
            <a:cxnSpLocks/>
          </p:cNvCxnSpPr>
          <p:nvPr/>
        </p:nvCxnSpPr>
        <p:spPr>
          <a:xfrm rot="5400000">
            <a:off x="5431466" y="641443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790912B-81AA-4BCC-8559-B07EAD8983BD}"/>
              </a:ext>
            </a:extLst>
          </p:cNvPr>
          <p:cNvCxnSpPr>
            <a:cxnSpLocks/>
          </p:cNvCxnSpPr>
          <p:nvPr/>
        </p:nvCxnSpPr>
        <p:spPr>
          <a:xfrm rot="5400000">
            <a:off x="3710576" y="1494720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471FCB4-ED4C-40EA-8812-5F29A4251DEF}"/>
              </a:ext>
            </a:extLst>
          </p:cNvPr>
          <p:cNvSpPr/>
          <p:nvPr/>
        </p:nvSpPr>
        <p:spPr>
          <a:xfrm rot="2750059">
            <a:off x="6067902" y="3179599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6154F93-566A-4F37-BB80-F661A69218FF}"/>
              </a:ext>
            </a:extLst>
          </p:cNvPr>
          <p:cNvCxnSpPr>
            <a:cxnSpLocks/>
          </p:cNvCxnSpPr>
          <p:nvPr/>
        </p:nvCxnSpPr>
        <p:spPr>
          <a:xfrm rot="5400000">
            <a:off x="6716269" y="1094926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AFC1F14-6575-4F45-8D86-E5ADBFC8613F}"/>
              </a:ext>
            </a:extLst>
          </p:cNvPr>
          <p:cNvCxnSpPr>
            <a:cxnSpLocks/>
          </p:cNvCxnSpPr>
          <p:nvPr/>
        </p:nvCxnSpPr>
        <p:spPr>
          <a:xfrm rot="5400000">
            <a:off x="8454456" y="203673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36CDCCE-3918-459C-8225-82B42131F14A}"/>
              </a:ext>
            </a:extLst>
          </p:cNvPr>
          <p:cNvCxnSpPr>
            <a:cxnSpLocks/>
          </p:cNvCxnSpPr>
          <p:nvPr/>
        </p:nvCxnSpPr>
        <p:spPr>
          <a:xfrm rot="5400000">
            <a:off x="7621671" y="61959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BFE028F-72E2-4D4F-9317-845DCC186052}"/>
              </a:ext>
            </a:extLst>
          </p:cNvPr>
          <p:cNvCxnSpPr>
            <a:cxnSpLocks/>
          </p:cNvCxnSpPr>
          <p:nvPr/>
        </p:nvCxnSpPr>
        <p:spPr>
          <a:xfrm rot="5400000">
            <a:off x="5882276" y="1494720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D59A0B6-DF09-4F50-803F-60D650F416CF}"/>
              </a:ext>
            </a:extLst>
          </p:cNvPr>
          <p:cNvCxnSpPr>
            <a:cxnSpLocks/>
          </p:cNvCxnSpPr>
          <p:nvPr/>
        </p:nvCxnSpPr>
        <p:spPr>
          <a:xfrm rot="5400000">
            <a:off x="5069682" y="1889091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F0E1830-880A-41CB-9D54-B7B13DB90B3C}"/>
              </a:ext>
            </a:extLst>
          </p:cNvPr>
          <p:cNvCxnSpPr>
            <a:cxnSpLocks/>
          </p:cNvCxnSpPr>
          <p:nvPr/>
        </p:nvCxnSpPr>
        <p:spPr>
          <a:xfrm rot="5400000">
            <a:off x="8973048" y="1094926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8C5E0E6-6481-4688-99F8-F2949FC642B3}"/>
              </a:ext>
            </a:extLst>
          </p:cNvPr>
          <p:cNvCxnSpPr>
            <a:cxnSpLocks/>
          </p:cNvCxnSpPr>
          <p:nvPr/>
        </p:nvCxnSpPr>
        <p:spPr>
          <a:xfrm rot="5400000">
            <a:off x="10711235" y="203673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22B67FC-8FC3-4A68-ADF5-46AB30986981}"/>
              </a:ext>
            </a:extLst>
          </p:cNvPr>
          <p:cNvCxnSpPr>
            <a:cxnSpLocks/>
          </p:cNvCxnSpPr>
          <p:nvPr/>
        </p:nvCxnSpPr>
        <p:spPr>
          <a:xfrm rot="5400000">
            <a:off x="9859945" y="641443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AB968E3-772F-41F5-A1F2-6B1FA0CA82BD}"/>
              </a:ext>
            </a:extLst>
          </p:cNvPr>
          <p:cNvCxnSpPr>
            <a:cxnSpLocks/>
          </p:cNvCxnSpPr>
          <p:nvPr/>
        </p:nvCxnSpPr>
        <p:spPr>
          <a:xfrm rot="5400000">
            <a:off x="8139055" y="1494720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B0B7346-5498-449C-BDAF-62D98957288D}"/>
              </a:ext>
            </a:extLst>
          </p:cNvPr>
          <p:cNvCxnSpPr>
            <a:cxnSpLocks/>
          </p:cNvCxnSpPr>
          <p:nvPr/>
        </p:nvCxnSpPr>
        <p:spPr>
          <a:xfrm rot="5400000">
            <a:off x="7326461" y="1889091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6D63E4B-9C94-45DC-B1AA-65B283816216}"/>
              </a:ext>
            </a:extLst>
          </p:cNvPr>
          <p:cNvCxnSpPr>
            <a:cxnSpLocks/>
          </p:cNvCxnSpPr>
          <p:nvPr/>
        </p:nvCxnSpPr>
        <p:spPr>
          <a:xfrm>
            <a:off x="5327864" y="5710423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7BBBCB3-DF04-4CB4-9FA0-84D0F2BF1ADE}"/>
              </a:ext>
            </a:extLst>
          </p:cNvPr>
          <p:cNvCxnSpPr>
            <a:cxnSpLocks/>
          </p:cNvCxnSpPr>
          <p:nvPr/>
        </p:nvCxnSpPr>
        <p:spPr>
          <a:xfrm>
            <a:off x="5327864" y="4933205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BEDC2CD-C717-4758-BC84-BF634844C38C}"/>
              </a:ext>
            </a:extLst>
          </p:cNvPr>
          <p:cNvCxnSpPr>
            <a:cxnSpLocks/>
          </p:cNvCxnSpPr>
          <p:nvPr/>
        </p:nvCxnSpPr>
        <p:spPr>
          <a:xfrm>
            <a:off x="5327864" y="531268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65DF393-28F1-4FDC-933A-2EB7C48A16B7}"/>
              </a:ext>
            </a:extLst>
          </p:cNvPr>
          <p:cNvCxnSpPr>
            <a:cxnSpLocks/>
          </p:cNvCxnSpPr>
          <p:nvPr/>
        </p:nvCxnSpPr>
        <p:spPr>
          <a:xfrm>
            <a:off x="5327864" y="6108881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6A3C914-B20F-4DF7-B6F2-C0372DB12ED1}"/>
              </a:ext>
            </a:extLst>
          </p:cNvPr>
          <p:cNvCxnSpPr>
            <a:cxnSpLocks/>
          </p:cNvCxnSpPr>
          <p:nvPr/>
        </p:nvCxnSpPr>
        <p:spPr>
          <a:xfrm>
            <a:off x="5327864" y="6492678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BA4891F-F56A-4ED6-ADFB-134AEDCDFDFA}"/>
              </a:ext>
            </a:extLst>
          </p:cNvPr>
          <p:cNvCxnSpPr>
            <a:cxnSpLocks/>
          </p:cNvCxnSpPr>
          <p:nvPr/>
        </p:nvCxnSpPr>
        <p:spPr>
          <a:xfrm rot="10800000">
            <a:off x="9200093" y="5597854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7697509-65D0-4444-8F5B-1F7354CB6B4C}"/>
              </a:ext>
            </a:extLst>
          </p:cNvPr>
          <p:cNvCxnSpPr>
            <a:cxnSpLocks/>
          </p:cNvCxnSpPr>
          <p:nvPr/>
        </p:nvCxnSpPr>
        <p:spPr>
          <a:xfrm rot="10800000">
            <a:off x="10982599" y="6375072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F6D4D21-D093-43A5-8CD7-380FE6D4DA24}"/>
              </a:ext>
            </a:extLst>
          </p:cNvPr>
          <p:cNvCxnSpPr>
            <a:cxnSpLocks/>
          </p:cNvCxnSpPr>
          <p:nvPr/>
        </p:nvCxnSpPr>
        <p:spPr>
          <a:xfrm rot="10800000">
            <a:off x="10107060" y="5995591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13638F1-5B15-42CF-BFF2-E94CB4387EA3}"/>
              </a:ext>
            </a:extLst>
          </p:cNvPr>
          <p:cNvCxnSpPr>
            <a:cxnSpLocks/>
          </p:cNvCxnSpPr>
          <p:nvPr/>
        </p:nvCxnSpPr>
        <p:spPr>
          <a:xfrm rot="10800000">
            <a:off x="8400505" y="5199396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C5B7EC-72B9-4D47-A426-86911698D4A1}"/>
              </a:ext>
            </a:extLst>
          </p:cNvPr>
          <p:cNvCxnSpPr>
            <a:cxnSpLocks/>
          </p:cNvCxnSpPr>
          <p:nvPr/>
        </p:nvCxnSpPr>
        <p:spPr>
          <a:xfrm rot="10800000">
            <a:off x="7611764" y="4815599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Multiplication Sign 162">
            <a:extLst>
              <a:ext uri="{FF2B5EF4-FFF2-40B4-BE49-F238E27FC236}">
                <a16:creationId xmlns:a16="http://schemas.microsoft.com/office/drawing/2014/main" id="{90DD80D7-FA7E-4489-B611-2B270CBDF8E0}"/>
              </a:ext>
            </a:extLst>
          </p:cNvPr>
          <p:cNvSpPr/>
          <p:nvPr/>
        </p:nvSpPr>
        <p:spPr>
          <a:xfrm>
            <a:off x="3381709" y="4948568"/>
            <a:ext cx="696868" cy="696868"/>
          </a:xfrm>
          <a:prstGeom prst="mathMultiply">
            <a:avLst>
              <a:gd name="adj1" fmla="val 134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Circle: Hollow 168">
            <a:extLst>
              <a:ext uri="{FF2B5EF4-FFF2-40B4-BE49-F238E27FC236}">
                <a16:creationId xmlns:a16="http://schemas.microsoft.com/office/drawing/2014/main" id="{69298E34-A27F-4DE4-997E-0D9E05E8559D}"/>
              </a:ext>
            </a:extLst>
          </p:cNvPr>
          <p:cNvSpPr/>
          <p:nvPr/>
        </p:nvSpPr>
        <p:spPr>
          <a:xfrm>
            <a:off x="2578781" y="4775867"/>
            <a:ext cx="773900" cy="773900"/>
          </a:xfrm>
          <a:prstGeom prst="donut">
            <a:avLst>
              <a:gd name="adj" fmla="val 10074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326BCA3-AD65-4D38-910E-DB80426454C1}"/>
              </a:ext>
            </a:extLst>
          </p:cNvPr>
          <p:cNvCxnSpPr>
            <a:cxnSpLocks/>
          </p:cNvCxnSpPr>
          <p:nvPr/>
        </p:nvCxnSpPr>
        <p:spPr>
          <a:xfrm rot="5400000">
            <a:off x="2897982" y="1889091"/>
            <a:ext cx="4233822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C08A7EF3-5617-45F8-A8DC-A5FF71A84479}"/>
              </a:ext>
            </a:extLst>
          </p:cNvPr>
          <p:cNvGrpSpPr/>
          <p:nvPr/>
        </p:nvGrpSpPr>
        <p:grpSpPr>
          <a:xfrm>
            <a:off x="-281919" y="-701658"/>
            <a:ext cx="4964629" cy="5321086"/>
            <a:chOff x="-281919" y="-701658"/>
            <a:chExt cx="4964629" cy="532108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F0AFF80-94B9-47CB-8A0E-2EDEC30B387F}"/>
                </a:ext>
              </a:extLst>
            </p:cNvPr>
            <p:cNvGrpSpPr/>
            <p:nvPr/>
          </p:nvGrpSpPr>
          <p:grpSpPr>
            <a:xfrm>
              <a:off x="259534" y="187664"/>
              <a:ext cx="4242070" cy="4216805"/>
              <a:chOff x="1831632" y="-207902"/>
              <a:chExt cx="4242070" cy="421680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1275662-7331-4A2D-84D1-63930E08B663}"/>
                  </a:ext>
                </a:extLst>
              </p:cNvPr>
              <p:cNvSpPr/>
              <p:nvPr/>
            </p:nvSpPr>
            <p:spPr>
              <a:xfrm>
                <a:off x="1831632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E88A66A-C3EC-4AEB-ADA2-19E2F4A1FD44}"/>
                  </a:ext>
                </a:extLst>
              </p:cNvPr>
              <p:cNvSpPr/>
              <p:nvPr/>
            </p:nvSpPr>
            <p:spPr>
              <a:xfrm>
                <a:off x="2680046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15D6F0-9870-4231-B2EB-1C1ACD10743F}"/>
                  </a:ext>
                </a:extLst>
              </p:cNvPr>
              <p:cNvSpPr/>
              <p:nvPr/>
            </p:nvSpPr>
            <p:spPr>
              <a:xfrm>
                <a:off x="1831632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E4F775-5DC5-4063-9D51-25F51F8C48AB}"/>
                  </a:ext>
                </a:extLst>
              </p:cNvPr>
              <p:cNvSpPr/>
              <p:nvPr/>
            </p:nvSpPr>
            <p:spPr>
              <a:xfrm>
                <a:off x="2680046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7ADFCB-8DF6-40CD-AC74-9FF097AC0A55}"/>
                  </a:ext>
                </a:extLst>
              </p:cNvPr>
              <p:cNvSpPr/>
              <p:nvPr/>
            </p:nvSpPr>
            <p:spPr>
              <a:xfrm>
                <a:off x="3528460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74E09E7-AFC4-4937-A612-B69D4D7C9BE5}"/>
                  </a:ext>
                </a:extLst>
              </p:cNvPr>
              <p:cNvSpPr/>
              <p:nvPr/>
            </p:nvSpPr>
            <p:spPr>
              <a:xfrm>
                <a:off x="4376874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68C59A-1504-4A0E-BA06-02E84751E813}"/>
                  </a:ext>
                </a:extLst>
              </p:cNvPr>
              <p:cNvSpPr/>
              <p:nvPr/>
            </p:nvSpPr>
            <p:spPr>
              <a:xfrm>
                <a:off x="3528460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A772DA-90E9-4FC3-8BE9-C7C6A5FC9DEB}"/>
                  </a:ext>
                </a:extLst>
              </p:cNvPr>
              <p:cNvSpPr/>
              <p:nvPr/>
            </p:nvSpPr>
            <p:spPr>
              <a:xfrm>
                <a:off x="4376874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62BA0F9-C357-4604-A5F5-75F00FF69F37}"/>
                  </a:ext>
                </a:extLst>
              </p:cNvPr>
              <p:cNvSpPr/>
              <p:nvPr/>
            </p:nvSpPr>
            <p:spPr>
              <a:xfrm>
                <a:off x="1831632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E4D723-6115-4E06-A068-0028D3B7BC52}"/>
                  </a:ext>
                </a:extLst>
              </p:cNvPr>
              <p:cNvSpPr/>
              <p:nvPr/>
            </p:nvSpPr>
            <p:spPr>
              <a:xfrm>
                <a:off x="2680046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0DCD9D-A22B-4217-92D9-E588A1950AFB}"/>
                  </a:ext>
                </a:extLst>
              </p:cNvPr>
              <p:cNvSpPr/>
              <p:nvPr/>
            </p:nvSpPr>
            <p:spPr>
              <a:xfrm>
                <a:off x="1831632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E2433D9-3128-49D5-B302-C02731E885DC}"/>
                  </a:ext>
                </a:extLst>
              </p:cNvPr>
              <p:cNvSpPr/>
              <p:nvPr/>
            </p:nvSpPr>
            <p:spPr>
              <a:xfrm>
                <a:off x="2680046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315DE8D-87D3-4E9B-9DAE-AE000366CE68}"/>
                  </a:ext>
                </a:extLst>
              </p:cNvPr>
              <p:cNvSpPr/>
              <p:nvPr/>
            </p:nvSpPr>
            <p:spPr>
              <a:xfrm>
                <a:off x="3528460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831C99-7B19-4AA9-839A-7EDF6B2E93F2}"/>
                  </a:ext>
                </a:extLst>
              </p:cNvPr>
              <p:cNvSpPr/>
              <p:nvPr/>
            </p:nvSpPr>
            <p:spPr>
              <a:xfrm>
                <a:off x="4376874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D246D51-3412-40E8-AA29-0691E21B542C}"/>
                  </a:ext>
                </a:extLst>
              </p:cNvPr>
              <p:cNvSpPr/>
              <p:nvPr/>
            </p:nvSpPr>
            <p:spPr>
              <a:xfrm>
                <a:off x="3528460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EA161EF-2ACF-4278-8306-722BCEC0AA36}"/>
                  </a:ext>
                </a:extLst>
              </p:cNvPr>
              <p:cNvSpPr/>
              <p:nvPr/>
            </p:nvSpPr>
            <p:spPr>
              <a:xfrm>
                <a:off x="4376874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CA1FD49-3DEE-48BE-BCFE-26A358A72B8A}"/>
                  </a:ext>
                </a:extLst>
              </p:cNvPr>
              <p:cNvSpPr/>
              <p:nvPr/>
            </p:nvSpPr>
            <p:spPr>
              <a:xfrm>
                <a:off x="5225288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C203CA7-6141-4F74-BA8D-946AC71BF2B0}"/>
                  </a:ext>
                </a:extLst>
              </p:cNvPr>
              <p:cNvSpPr/>
              <p:nvPr/>
            </p:nvSpPr>
            <p:spPr>
              <a:xfrm>
                <a:off x="5225288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9BC11D6-84BF-43A5-A136-87CDF4FBB235}"/>
                  </a:ext>
                </a:extLst>
              </p:cNvPr>
              <p:cNvSpPr/>
              <p:nvPr/>
            </p:nvSpPr>
            <p:spPr>
              <a:xfrm>
                <a:off x="5225288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AEDDDE4-558A-4F95-855B-0E89D8AD7C54}"/>
                  </a:ext>
                </a:extLst>
              </p:cNvPr>
              <p:cNvSpPr/>
              <p:nvPr/>
            </p:nvSpPr>
            <p:spPr>
              <a:xfrm>
                <a:off x="5225288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353AEA4-67C0-4F4B-A132-53FB9700C21B}"/>
                  </a:ext>
                </a:extLst>
              </p:cNvPr>
              <p:cNvSpPr/>
              <p:nvPr/>
            </p:nvSpPr>
            <p:spPr>
              <a:xfrm>
                <a:off x="1831632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25CB79E-2072-4013-914E-C64EDE60CDF6}"/>
                  </a:ext>
                </a:extLst>
              </p:cNvPr>
              <p:cNvSpPr/>
              <p:nvPr/>
            </p:nvSpPr>
            <p:spPr>
              <a:xfrm>
                <a:off x="2680046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6C6C3D7-0657-4163-81F7-79E05D427600}"/>
                  </a:ext>
                </a:extLst>
              </p:cNvPr>
              <p:cNvSpPr/>
              <p:nvPr/>
            </p:nvSpPr>
            <p:spPr>
              <a:xfrm>
                <a:off x="3528460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C7A4ECD-ADC4-44FC-B734-E867BCB88A0A}"/>
                  </a:ext>
                </a:extLst>
              </p:cNvPr>
              <p:cNvSpPr/>
              <p:nvPr/>
            </p:nvSpPr>
            <p:spPr>
              <a:xfrm>
                <a:off x="4376874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D6214F9-89F2-48A2-AF61-4B5D3E06AE8A}"/>
                  </a:ext>
                </a:extLst>
              </p:cNvPr>
              <p:cNvSpPr/>
              <p:nvPr/>
            </p:nvSpPr>
            <p:spPr>
              <a:xfrm>
                <a:off x="5225288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3933540B-C9AF-4ED5-9218-662EBD6BDB3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6454" y="1435724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A1B186AE-8E75-410C-8F6B-DE5F03283E4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84693" y="2320584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358883E8-CB82-4CED-A11D-71A474112DF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51934" y="193927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E31A522C-4625-4409-9F4D-F45B2E61B6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774892" y="1905341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B915B5A8-E364-45C8-A2AD-8D764B6ADC8B}"/>
                </a:ext>
              </a:extLst>
            </p:cNvPr>
            <p:cNvCxnSpPr>
              <a:cxnSpLocks/>
            </p:cNvCxnSpPr>
            <p:nvPr/>
          </p:nvCxnSpPr>
          <p:spPr>
            <a:xfrm>
              <a:off x="1884716" y="1016315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794F6D5-27DD-4C5F-9D66-26334CB47CF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72962" y="2736481"/>
              <a:ext cx="1738526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A5D574D-6D23-4B58-9333-0A97816E49BA}"/>
                </a:ext>
              </a:extLst>
            </p:cNvPr>
            <p:cNvCxnSpPr>
              <a:cxnSpLocks/>
            </p:cNvCxnSpPr>
            <p:nvPr/>
          </p:nvCxnSpPr>
          <p:spPr>
            <a:xfrm>
              <a:off x="2804776" y="3530616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E3BDCCC-7147-48D6-911A-69AAF9D2B739}"/>
                </a:ext>
              </a:extLst>
            </p:cNvPr>
            <p:cNvCxnSpPr>
              <a:cxnSpLocks/>
            </p:cNvCxnSpPr>
            <p:nvPr/>
          </p:nvCxnSpPr>
          <p:spPr>
            <a:xfrm>
              <a:off x="1143321" y="2736302"/>
              <a:ext cx="862987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C9A4C7A-C031-4D41-B20A-628E61CB209F}"/>
                </a:ext>
              </a:extLst>
            </p:cNvPr>
            <p:cNvSpPr/>
            <p:nvPr/>
          </p:nvSpPr>
          <p:spPr>
            <a:xfrm>
              <a:off x="-281919" y="-701658"/>
              <a:ext cx="496462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00000"/>
                </a:lnSpc>
                <a:spcBef>
                  <a:spcPts val="600"/>
                </a:spcBef>
              </a:pP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A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is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passing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through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a </a:t>
              </a:r>
              <a:r>
                <a:rPr lang="pt-PT" sz="2400" b="1" i="1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Lemon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pt-PT" sz="24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FE9E261-A809-42E2-9B38-0E78835AE89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7099" y="1905341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E052DAB-0D5D-4D70-9BBC-50A8C5EC81C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370608" y="1926214"/>
              <a:ext cx="3445081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A8A12345-4686-444B-BD84-9D036BE8CCC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160277" y="4438726"/>
              <a:ext cx="3445081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BD48A63-821F-42C9-95A0-CBB3876B9A4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6453" y="4012814"/>
              <a:ext cx="862987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84B027B-A855-44B5-8D57-F5372F7ADC5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08785" y="3581320"/>
              <a:ext cx="862987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Multiplication Sign 102">
              <a:extLst>
                <a:ext uri="{FF2B5EF4-FFF2-40B4-BE49-F238E27FC236}">
                  <a16:creationId xmlns:a16="http://schemas.microsoft.com/office/drawing/2014/main" id="{8E5A58B0-525C-4380-AA20-869AF003FF09}"/>
                </a:ext>
              </a:extLst>
            </p:cNvPr>
            <p:cNvSpPr/>
            <p:nvPr/>
          </p:nvSpPr>
          <p:spPr>
            <a:xfrm>
              <a:off x="1273173" y="3199748"/>
              <a:ext cx="696868" cy="696868"/>
            </a:xfrm>
            <a:prstGeom prst="mathMultiply">
              <a:avLst>
                <a:gd name="adj1" fmla="val 13435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3B9AD8D0-A418-45DE-9E7E-827A1790237A}"/>
                </a:ext>
              </a:extLst>
            </p:cNvPr>
            <p:cNvGrpSpPr/>
            <p:nvPr/>
          </p:nvGrpSpPr>
          <p:grpSpPr>
            <a:xfrm>
              <a:off x="752095" y="-23159"/>
              <a:ext cx="3325301" cy="4642587"/>
              <a:chOff x="752095" y="-23159"/>
              <a:chExt cx="3325301" cy="4642587"/>
            </a:xfrm>
          </p:grpSpPr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C259B4BA-3BE7-40B4-9F02-33D849CAAD42}"/>
                  </a:ext>
                </a:extLst>
              </p:cNvPr>
              <p:cNvSpPr/>
              <p:nvPr/>
            </p:nvSpPr>
            <p:spPr>
              <a:xfrm rot="2750059">
                <a:off x="858212" y="813820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A7DC0665-D27F-4443-A405-1B1DD78F99B2}"/>
                  </a:ext>
                </a:extLst>
              </p:cNvPr>
              <p:cNvSpPr/>
              <p:nvPr/>
            </p:nvSpPr>
            <p:spPr>
              <a:xfrm rot="2750059">
                <a:off x="851386" y="1585991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DBCD485C-5F5A-4991-ABBF-832DCBA33FEA}"/>
                  </a:ext>
                </a:extLst>
              </p:cNvPr>
              <p:cNvSpPr/>
              <p:nvPr/>
            </p:nvSpPr>
            <p:spPr>
              <a:xfrm rot="2750059">
                <a:off x="2629754" y="1617207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584B202F-37AA-4D1A-AF26-FF644B3BB410}"/>
                  </a:ext>
                </a:extLst>
              </p:cNvPr>
              <p:cNvSpPr/>
              <p:nvPr/>
            </p:nvSpPr>
            <p:spPr>
              <a:xfrm rot="2750059">
                <a:off x="3425043" y="3310853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F9391A73-F306-4B86-BB5B-D6BA5397F446}"/>
                  </a:ext>
                </a:extLst>
              </p:cNvPr>
              <p:cNvSpPr/>
              <p:nvPr/>
            </p:nvSpPr>
            <p:spPr>
              <a:xfrm rot="7313666">
                <a:off x="745137" y="2490438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7D422F06-BCF5-4749-AB4C-E03D5A56C087}"/>
                  </a:ext>
                </a:extLst>
              </p:cNvPr>
              <p:cNvSpPr/>
              <p:nvPr/>
            </p:nvSpPr>
            <p:spPr>
              <a:xfrm rot="7313666">
                <a:off x="3392450" y="2460249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2ACD6A7F-67E7-4E42-A3E5-15A0ABDA3F08}"/>
                  </a:ext>
                </a:extLst>
              </p:cNvPr>
              <p:cNvSpPr/>
              <p:nvPr/>
            </p:nvSpPr>
            <p:spPr>
              <a:xfrm>
                <a:off x="758756" y="4076754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B1608635-C93A-4440-95C4-344BD9836B53}"/>
                  </a:ext>
                </a:extLst>
              </p:cNvPr>
              <p:cNvSpPr/>
              <p:nvPr/>
            </p:nvSpPr>
            <p:spPr>
              <a:xfrm rot="7313666">
                <a:off x="1661254" y="796081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F28935A4-1E1D-4018-B528-808BF2489B55}"/>
                  </a:ext>
                </a:extLst>
              </p:cNvPr>
              <p:cNvSpPr/>
              <p:nvPr/>
            </p:nvSpPr>
            <p:spPr>
              <a:xfrm>
                <a:off x="3310067" y="-23159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26EB1413-E019-4BA2-BE5F-1731DEE0B77C}"/>
                  </a:ext>
                </a:extLst>
              </p:cNvPr>
              <p:cNvSpPr/>
              <p:nvPr/>
            </p:nvSpPr>
            <p:spPr>
              <a:xfrm rot="19185010">
                <a:off x="752095" y="3315060"/>
                <a:ext cx="728206" cy="49039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4171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704221E1-093F-49DC-BAF0-1EC8C5290C7C}"/>
              </a:ext>
            </a:extLst>
          </p:cNvPr>
          <p:cNvSpPr/>
          <p:nvPr/>
        </p:nvSpPr>
        <p:spPr>
          <a:xfrm rot="7313666">
            <a:off x="8288816" y="3063534"/>
            <a:ext cx="690109" cy="493909"/>
          </a:xfrm>
          <a:custGeom>
            <a:avLst/>
            <a:gdLst>
              <a:gd name="connsiteX0" fmla="*/ 4351836 w 8420060"/>
              <a:gd name="connsiteY0" fmla="*/ 2137819 h 6026219"/>
              <a:gd name="connsiteX1" fmla="*/ 4516050 w 8420060"/>
              <a:gd name="connsiteY1" fmla="*/ 2103629 h 6026219"/>
              <a:gd name="connsiteX2" fmla="*/ 4623925 w 8420060"/>
              <a:gd name="connsiteY2" fmla="*/ 2095100 h 6026219"/>
              <a:gd name="connsiteX3" fmla="*/ 4682417 w 8420060"/>
              <a:gd name="connsiteY3" fmla="*/ 2096642 h 6026219"/>
              <a:gd name="connsiteX4" fmla="*/ 4686946 w 8420060"/>
              <a:gd name="connsiteY4" fmla="*/ 2083338 h 6026219"/>
              <a:gd name="connsiteX5" fmla="*/ 4705827 w 8420060"/>
              <a:gd name="connsiteY5" fmla="*/ 2049241 h 6026219"/>
              <a:gd name="connsiteX6" fmla="*/ 4573340 w 8420060"/>
              <a:gd name="connsiteY6" fmla="*/ 2076826 h 6026219"/>
              <a:gd name="connsiteX7" fmla="*/ 4402728 w 8420060"/>
              <a:gd name="connsiteY7" fmla="*/ 2085065 h 6026219"/>
              <a:gd name="connsiteX8" fmla="*/ 4358901 w 8420060"/>
              <a:gd name="connsiteY8" fmla="*/ 2079366 h 6026219"/>
              <a:gd name="connsiteX9" fmla="*/ 4834686 w 8420060"/>
              <a:gd name="connsiteY9" fmla="*/ 4422219 h 6026219"/>
              <a:gd name="connsiteX10" fmla="*/ 4853004 w 8420060"/>
              <a:gd name="connsiteY10" fmla="*/ 4398750 h 6026219"/>
              <a:gd name="connsiteX11" fmla="*/ 4863423 w 8420060"/>
              <a:gd name="connsiteY11" fmla="*/ 4388781 h 6026219"/>
              <a:gd name="connsiteX12" fmla="*/ 4855938 w 8420060"/>
              <a:gd name="connsiteY12" fmla="*/ 4383841 h 6026219"/>
              <a:gd name="connsiteX13" fmla="*/ 1556197 w 8420060"/>
              <a:gd name="connsiteY13" fmla="*/ 4542582 h 6026219"/>
              <a:gd name="connsiteX14" fmla="*/ 2035093 w 8420060"/>
              <a:gd name="connsiteY14" fmla="*/ 4733117 h 6026219"/>
              <a:gd name="connsiteX15" fmla="*/ 2060586 w 8420060"/>
              <a:gd name="connsiteY15" fmla="*/ 4674299 h 6026219"/>
              <a:gd name="connsiteX16" fmla="*/ 2367819 w 8420060"/>
              <a:gd name="connsiteY16" fmla="*/ 4303823 h 6026219"/>
              <a:gd name="connsiteX17" fmla="*/ 2387789 w 8420060"/>
              <a:gd name="connsiteY17" fmla="*/ 4289426 h 6026219"/>
              <a:gd name="connsiteX18" fmla="*/ 2277995 w 8420060"/>
              <a:gd name="connsiteY18" fmla="*/ 4216969 h 6026219"/>
              <a:gd name="connsiteX19" fmla="*/ 2209269 w 8420060"/>
              <a:gd name="connsiteY19" fmla="*/ 4136168 h 6026219"/>
              <a:gd name="connsiteX20" fmla="*/ 563741 w 8420060"/>
              <a:gd name="connsiteY20" fmla="*/ 6026219 h 6026219"/>
              <a:gd name="connsiteX21" fmla="*/ 563743 w 8420060"/>
              <a:gd name="connsiteY21" fmla="*/ 4644828 h 6026219"/>
              <a:gd name="connsiteX22" fmla="*/ 0 w 8420060"/>
              <a:gd name="connsiteY22" fmla="*/ 4600174 h 6026219"/>
              <a:gd name="connsiteX23" fmla="*/ 23605 w 8420060"/>
              <a:gd name="connsiteY23" fmla="*/ 4302173 h 6026219"/>
              <a:gd name="connsiteX24" fmla="*/ 1224376 w 8420060"/>
              <a:gd name="connsiteY24" fmla="*/ 4397285 h 6026219"/>
              <a:gd name="connsiteX25" fmla="*/ 2064668 w 8420060"/>
              <a:gd name="connsiteY25" fmla="*/ 3874362 h 6026219"/>
              <a:gd name="connsiteX26" fmla="*/ 1983864 w 8420060"/>
              <a:gd name="connsiteY26" fmla="*/ 3878264 h 6026219"/>
              <a:gd name="connsiteX27" fmla="*/ 1478759 w 8420060"/>
              <a:gd name="connsiteY27" fmla="*/ 3625480 h 6026219"/>
              <a:gd name="connsiteX28" fmla="*/ 1974941 w 8420060"/>
              <a:gd name="connsiteY28" fmla="*/ 2514678 h 6026219"/>
              <a:gd name="connsiteX29" fmla="*/ 2514959 w 8420060"/>
              <a:gd name="connsiteY29" fmla="*/ 2315592 h 6026219"/>
              <a:gd name="connsiteX30" fmla="*/ 2562657 w 8420060"/>
              <a:gd name="connsiteY30" fmla="*/ 2313288 h 6026219"/>
              <a:gd name="connsiteX31" fmla="*/ 2574784 w 8420060"/>
              <a:gd name="connsiteY31" fmla="*/ 2277668 h 6026219"/>
              <a:gd name="connsiteX32" fmla="*/ 3074662 w 8420060"/>
              <a:gd name="connsiteY32" fmla="*/ 1731681 h 6026219"/>
              <a:gd name="connsiteX33" fmla="*/ 3785291 w 8420060"/>
              <a:gd name="connsiteY33" fmla="*/ 1524357 h 6026219"/>
              <a:gd name="connsiteX34" fmla="*/ 3829117 w 8420060"/>
              <a:gd name="connsiteY34" fmla="*/ 1530056 h 6026219"/>
              <a:gd name="connsiteX35" fmla="*/ 3842653 w 8420060"/>
              <a:gd name="connsiteY35" fmla="*/ 1418071 h 6026219"/>
              <a:gd name="connsiteX36" fmla="*/ 4393805 w 8420060"/>
              <a:gd name="connsiteY36" fmla="*/ 721479 h 6026219"/>
              <a:gd name="connsiteX37" fmla="*/ 5104435 w 8420060"/>
              <a:gd name="connsiteY37" fmla="*/ 514154 h 6026219"/>
              <a:gd name="connsiteX38" fmla="*/ 5251327 w 8420060"/>
              <a:gd name="connsiteY38" fmla="*/ 533257 h 6026219"/>
              <a:gd name="connsiteX39" fmla="*/ 5350783 w 8420060"/>
              <a:gd name="connsiteY39" fmla="*/ 438096 h 6026219"/>
              <a:gd name="connsiteX40" fmla="*/ 5515979 w 8420060"/>
              <a:gd name="connsiteY40" fmla="*/ 318999 h 6026219"/>
              <a:gd name="connsiteX41" fmla="*/ 6731714 w 8420060"/>
              <a:gd name="connsiteY41" fmla="*/ 364457 h 6026219"/>
              <a:gd name="connsiteX42" fmla="*/ 6786831 w 8420060"/>
              <a:gd name="connsiteY42" fmla="*/ 491793 h 6026219"/>
              <a:gd name="connsiteX43" fmla="*/ 6800183 w 8420060"/>
              <a:gd name="connsiteY43" fmla="*/ 597315 h 6026219"/>
              <a:gd name="connsiteX44" fmla="*/ 6825664 w 8420060"/>
              <a:gd name="connsiteY44" fmla="*/ 557244 h 6026219"/>
              <a:gd name="connsiteX45" fmla="*/ 7104837 w 8420060"/>
              <a:gd name="connsiteY45" fmla="*/ 276312 h 6026219"/>
              <a:gd name="connsiteX46" fmla="*/ 8319307 w 8420060"/>
              <a:gd name="connsiteY46" fmla="*/ 204603 h 6026219"/>
              <a:gd name="connsiteX47" fmla="*/ 7932288 w 8420060"/>
              <a:gd name="connsiteY47" fmla="*/ 1357987 h 6026219"/>
              <a:gd name="connsiteX48" fmla="*/ 7762504 w 8420060"/>
              <a:gd name="connsiteY48" fmla="*/ 1470448 h 6026219"/>
              <a:gd name="connsiteX49" fmla="*/ 7619427 w 8420060"/>
              <a:gd name="connsiteY49" fmla="*/ 1538919 h 6026219"/>
              <a:gd name="connsiteX50" fmla="*/ 7594862 w 8420060"/>
              <a:gd name="connsiteY50" fmla="*/ 1611074 h 6026219"/>
              <a:gd name="connsiteX51" fmla="*/ 7399888 w 8420060"/>
              <a:gd name="connsiteY51" fmla="*/ 1904288 h 6026219"/>
              <a:gd name="connsiteX52" fmla="*/ 7316927 w 8420060"/>
              <a:gd name="connsiteY52" fmla="*/ 1983666 h 6026219"/>
              <a:gd name="connsiteX53" fmla="*/ 7432921 w 8420060"/>
              <a:gd name="connsiteY53" fmla="*/ 2060215 h 6026219"/>
              <a:gd name="connsiteX54" fmla="*/ 7522819 w 8420060"/>
              <a:gd name="connsiteY54" fmla="*/ 2165907 h 6026219"/>
              <a:gd name="connsiteX55" fmla="*/ 7026637 w 8420060"/>
              <a:gd name="connsiteY55" fmla="*/ 3276709 h 6026219"/>
              <a:gd name="connsiteX56" fmla="*/ 6665186 w 8420060"/>
              <a:gd name="connsiteY56" fmla="*/ 3438616 h 6026219"/>
              <a:gd name="connsiteX57" fmla="*/ 6542742 w 8420060"/>
              <a:gd name="connsiteY57" fmla="*/ 3464110 h 6026219"/>
              <a:gd name="connsiteX58" fmla="*/ 6544166 w 8420060"/>
              <a:gd name="connsiteY58" fmla="*/ 3475368 h 6026219"/>
              <a:gd name="connsiteX59" fmla="*/ 6280113 w 8420060"/>
              <a:gd name="connsiteY59" fmla="*/ 4066503 h 6026219"/>
              <a:gd name="connsiteX60" fmla="*/ 6269694 w 8420060"/>
              <a:gd name="connsiteY60" fmla="*/ 4076473 h 6026219"/>
              <a:gd name="connsiteX61" fmla="*/ 6283745 w 8420060"/>
              <a:gd name="connsiteY61" fmla="*/ 4085746 h 6026219"/>
              <a:gd name="connsiteX62" fmla="*/ 6373643 w 8420060"/>
              <a:gd name="connsiteY62" fmla="*/ 4191437 h 6026219"/>
              <a:gd name="connsiteX63" fmla="*/ 5877460 w 8420060"/>
              <a:gd name="connsiteY63" fmla="*/ 5302239 h 6026219"/>
              <a:gd name="connsiteX64" fmla="*/ 4702931 w 8420060"/>
              <a:gd name="connsiteY64" fmla="*/ 5313140 h 6026219"/>
              <a:gd name="connsiteX65" fmla="*/ 4693693 w 8420060"/>
              <a:gd name="connsiteY65" fmla="*/ 5300504 h 6026219"/>
              <a:gd name="connsiteX66" fmla="*/ 4644795 w 8420060"/>
              <a:gd name="connsiteY66" fmla="*/ 5363153 h 6026219"/>
              <a:gd name="connsiteX67" fmla="*/ 4339890 w 8420060"/>
              <a:gd name="connsiteY67" fmla="*/ 5615925 h 6026219"/>
              <a:gd name="connsiteX68" fmla="*/ 3124155 w 8420060"/>
              <a:gd name="connsiteY68" fmla="*/ 5570467 h 6026219"/>
              <a:gd name="connsiteX69" fmla="*/ 3069038 w 8420060"/>
              <a:gd name="connsiteY69" fmla="*/ 5443131 h 6026219"/>
              <a:gd name="connsiteX70" fmla="*/ 3068411 w 8420060"/>
              <a:gd name="connsiteY70" fmla="*/ 5438178 h 6026219"/>
              <a:gd name="connsiteX71" fmla="*/ 2891117 w 8420060"/>
              <a:gd name="connsiteY71" fmla="*/ 5502894 h 6026219"/>
              <a:gd name="connsiteX72" fmla="*/ 2036833 w 8420060"/>
              <a:gd name="connsiteY72" fmla="*/ 5295528 h 6026219"/>
              <a:gd name="connsiteX73" fmla="*/ 1965069 w 8420060"/>
              <a:gd name="connsiteY73" fmla="*/ 5064425 h 6026219"/>
              <a:gd name="connsiteX74" fmla="*/ 1966826 w 8420060"/>
              <a:gd name="connsiteY74" fmla="*/ 5027683 h 6026219"/>
              <a:gd name="connsiteX75" fmla="*/ 1114125 w 8420060"/>
              <a:gd name="connsiteY75" fmla="*/ 4688423 h 6026219"/>
              <a:gd name="connsiteX76" fmla="*/ 862678 w 8420060"/>
              <a:gd name="connsiteY76" fmla="*/ 4668506 h 6026219"/>
              <a:gd name="connsiteX77" fmla="*/ 862677 w 8420060"/>
              <a:gd name="connsiteY77" fmla="*/ 6026218 h 6026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8420060" h="6026219">
                <a:moveTo>
                  <a:pt x="4351836" y="2137819"/>
                </a:moveTo>
                <a:lnTo>
                  <a:pt x="4516050" y="2103629"/>
                </a:lnTo>
                <a:cubicBezTo>
                  <a:pt x="4552593" y="2098904"/>
                  <a:pt x="4588617" y="2096064"/>
                  <a:pt x="4623925" y="2095100"/>
                </a:cubicBezTo>
                <a:lnTo>
                  <a:pt x="4682417" y="2096642"/>
                </a:lnTo>
                <a:lnTo>
                  <a:pt x="4686946" y="2083338"/>
                </a:lnTo>
                <a:lnTo>
                  <a:pt x="4705827" y="2049241"/>
                </a:lnTo>
                <a:lnTo>
                  <a:pt x="4573340" y="2076826"/>
                </a:lnTo>
                <a:cubicBezTo>
                  <a:pt x="4514871" y="2084386"/>
                  <a:pt x="4457729" y="2087122"/>
                  <a:pt x="4402728" y="2085065"/>
                </a:cubicBezTo>
                <a:lnTo>
                  <a:pt x="4358901" y="2079366"/>
                </a:lnTo>
                <a:close/>
                <a:moveTo>
                  <a:pt x="4834686" y="4422219"/>
                </a:moveTo>
                <a:lnTo>
                  <a:pt x="4853004" y="4398750"/>
                </a:lnTo>
                <a:lnTo>
                  <a:pt x="4863423" y="4388781"/>
                </a:lnTo>
                <a:lnTo>
                  <a:pt x="4855938" y="4383841"/>
                </a:lnTo>
                <a:close/>
                <a:moveTo>
                  <a:pt x="1556197" y="4542582"/>
                </a:moveTo>
                <a:lnTo>
                  <a:pt x="2035093" y="4733117"/>
                </a:lnTo>
                <a:lnTo>
                  <a:pt x="2060586" y="4674299"/>
                </a:lnTo>
                <a:cubicBezTo>
                  <a:pt x="2129716" y="4543043"/>
                  <a:pt x="2234132" y="4415063"/>
                  <a:pt x="2367819" y="4303823"/>
                </a:cubicBezTo>
                <a:lnTo>
                  <a:pt x="2387789" y="4289426"/>
                </a:lnTo>
                <a:lnTo>
                  <a:pt x="2277995" y="4216969"/>
                </a:lnTo>
                <a:lnTo>
                  <a:pt x="2209269" y="4136168"/>
                </a:lnTo>
                <a:close/>
                <a:moveTo>
                  <a:pt x="563741" y="6026219"/>
                </a:moveTo>
                <a:lnTo>
                  <a:pt x="563743" y="4644828"/>
                </a:lnTo>
                <a:lnTo>
                  <a:pt x="0" y="4600174"/>
                </a:lnTo>
                <a:lnTo>
                  <a:pt x="23605" y="4302173"/>
                </a:lnTo>
                <a:lnTo>
                  <a:pt x="1224376" y="4397285"/>
                </a:lnTo>
                <a:lnTo>
                  <a:pt x="2064668" y="3874362"/>
                </a:lnTo>
                <a:lnTo>
                  <a:pt x="1983864" y="3878264"/>
                </a:lnTo>
                <a:cubicBezTo>
                  <a:pt x="1763859" y="3870038"/>
                  <a:pt x="1578108" y="3785127"/>
                  <a:pt x="1478759" y="3625480"/>
                </a:cubicBezTo>
                <a:cubicBezTo>
                  <a:pt x="1280059" y="3306187"/>
                  <a:pt x="1502208" y="2808864"/>
                  <a:pt x="1974941" y="2514678"/>
                </a:cubicBezTo>
                <a:cubicBezTo>
                  <a:pt x="2152215" y="2404358"/>
                  <a:pt x="2339555" y="2338270"/>
                  <a:pt x="2514959" y="2315592"/>
                </a:cubicBezTo>
                <a:lnTo>
                  <a:pt x="2562657" y="2313288"/>
                </a:lnTo>
                <a:lnTo>
                  <a:pt x="2574784" y="2277668"/>
                </a:lnTo>
                <a:cubicBezTo>
                  <a:pt x="2664575" y="2076652"/>
                  <a:pt x="2838296" y="1878775"/>
                  <a:pt x="3074662" y="1731681"/>
                </a:cubicBezTo>
                <a:cubicBezTo>
                  <a:pt x="3311027" y="1584589"/>
                  <a:pt x="3565286" y="1516130"/>
                  <a:pt x="3785291" y="1524357"/>
                </a:cubicBezTo>
                <a:lnTo>
                  <a:pt x="3829117" y="1530056"/>
                </a:lnTo>
                <a:lnTo>
                  <a:pt x="3842653" y="1418071"/>
                </a:lnTo>
                <a:cubicBezTo>
                  <a:pt x="3900774" y="1168562"/>
                  <a:pt x="4098347" y="905346"/>
                  <a:pt x="4393805" y="721479"/>
                </a:cubicBezTo>
                <a:cubicBezTo>
                  <a:pt x="4630171" y="574386"/>
                  <a:pt x="4884430" y="505927"/>
                  <a:pt x="5104435" y="514154"/>
                </a:cubicBezTo>
                <a:lnTo>
                  <a:pt x="5251327" y="533257"/>
                </a:lnTo>
                <a:lnTo>
                  <a:pt x="5350783" y="438096"/>
                </a:lnTo>
                <a:cubicBezTo>
                  <a:pt x="5401711" y="395720"/>
                  <a:pt x="5456887" y="355772"/>
                  <a:pt x="5515979" y="318999"/>
                </a:cubicBezTo>
                <a:cubicBezTo>
                  <a:pt x="5988711" y="24812"/>
                  <a:pt x="6533015" y="45164"/>
                  <a:pt x="6731714" y="364457"/>
                </a:cubicBezTo>
                <a:cubicBezTo>
                  <a:pt x="6756551" y="404369"/>
                  <a:pt x="6774813" y="447062"/>
                  <a:pt x="6786831" y="491793"/>
                </a:cubicBezTo>
                <a:lnTo>
                  <a:pt x="6800183" y="597315"/>
                </a:lnTo>
                <a:lnTo>
                  <a:pt x="6825664" y="557244"/>
                </a:lnTo>
                <a:cubicBezTo>
                  <a:pt x="6900528" y="456592"/>
                  <a:pt x="6994277" y="360887"/>
                  <a:pt x="7104837" y="276312"/>
                </a:cubicBezTo>
                <a:cubicBezTo>
                  <a:pt x="7547076" y="-61988"/>
                  <a:pt x="8090813" y="-94094"/>
                  <a:pt x="8319307" y="204603"/>
                </a:cubicBezTo>
                <a:cubicBezTo>
                  <a:pt x="8547801" y="503300"/>
                  <a:pt x="8374526" y="1019687"/>
                  <a:pt x="7932288" y="1357987"/>
                </a:cubicBezTo>
                <a:cubicBezTo>
                  <a:pt x="7877008" y="1400274"/>
                  <a:pt x="7820142" y="1437777"/>
                  <a:pt x="7762504" y="1470448"/>
                </a:cubicBezTo>
                <a:lnTo>
                  <a:pt x="7619427" y="1538919"/>
                </a:lnTo>
                <a:lnTo>
                  <a:pt x="7594862" y="1611074"/>
                </a:lnTo>
                <a:cubicBezTo>
                  <a:pt x="7549966" y="1711582"/>
                  <a:pt x="7484088" y="1811305"/>
                  <a:pt x="7399888" y="1904288"/>
                </a:cubicBezTo>
                <a:lnTo>
                  <a:pt x="7316927" y="1983666"/>
                </a:lnTo>
                <a:lnTo>
                  <a:pt x="7432921" y="2060215"/>
                </a:lnTo>
                <a:cubicBezTo>
                  <a:pt x="7467744" y="2090754"/>
                  <a:pt x="7497981" y="2125995"/>
                  <a:pt x="7522819" y="2165907"/>
                </a:cubicBezTo>
                <a:cubicBezTo>
                  <a:pt x="7721518" y="2485200"/>
                  <a:pt x="7499369" y="2982523"/>
                  <a:pt x="7026637" y="3276709"/>
                </a:cubicBezTo>
                <a:cubicBezTo>
                  <a:pt x="6908454" y="3350256"/>
                  <a:pt x="6785797" y="3404144"/>
                  <a:pt x="6665186" y="3438616"/>
                </a:cubicBezTo>
                <a:lnTo>
                  <a:pt x="6542742" y="3464110"/>
                </a:lnTo>
                <a:lnTo>
                  <a:pt x="6544166" y="3475368"/>
                </a:lnTo>
                <a:cubicBezTo>
                  <a:pt x="6543625" y="3667611"/>
                  <a:pt x="6448513" y="3880538"/>
                  <a:pt x="6280113" y="4066503"/>
                </a:cubicBezTo>
                <a:lnTo>
                  <a:pt x="6269694" y="4076473"/>
                </a:lnTo>
                <a:lnTo>
                  <a:pt x="6283745" y="4085746"/>
                </a:lnTo>
                <a:cubicBezTo>
                  <a:pt x="6318568" y="4116285"/>
                  <a:pt x="6348805" y="4151525"/>
                  <a:pt x="6373643" y="4191437"/>
                </a:cubicBezTo>
                <a:cubicBezTo>
                  <a:pt x="6572342" y="4510730"/>
                  <a:pt x="6350193" y="5008053"/>
                  <a:pt x="5877460" y="5302239"/>
                </a:cubicBezTo>
                <a:cubicBezTo>
                  <a:pt x="5434275" y="5578038"/>
                  <a:pt x="4928185" y="5577388"/>
                  <a:pt x="4702931" y="5313140"/>
                </a:cubicBezTo>
                <a:lnTo>
                  <a:pt x="4693693" y="5300504"/>
                </a:lnTo>
                <a:lnTo>
                  <a:pt x="4644795" y="5363153"/>
                </a:lnTo>
                <a:cubicBezTo>
                  <a:pt x="4560595" y="5456136"/>
                  <a:pt x="4458074" y="5542378"/>
                  <a:pt x="4339890" y="5615925"/>
                </a:cubicBezTo>
                <a:cubicBezTo>
                  <a:pt x="3867158" y="5910111"/>
                  <a:pt x="3322854" y="5889759"/>
                  <a:pt x="3124155" y="5570467"/>
                </a:cubicBezTo>
                <a:cubicBezTo>
                  <a:pt x="3099318" y="5530555"/>
                  <a:pt x="3081056" y="5487862"/>
                  <a:pt x="3069038" y="5443131"/>
                </a:cubicBezTo>
                <a:lnTo>
                  <a:pt x="3068411" y="5438178"/>
                </a:lnTo>
                <a:lnTo>
                  <a:pt x="2891117" y="5502894"/>
                </a:lnTo>
                <a:cubicBezTo>
                  <a:pt x="2529284" y="5606313"/>
                  <a:pt x="2185857" y="5534998"/>
                  <a:pt x="2036833" y="5295528"/>
                </a:cubicBezTo>
                <a:cubicBezTo>
                  <a:pt x="1993367" y="5225683"/>
                  <a:pt x="1970040" y="5147319"/>
                  <a:pt x="1965069" y="5064425"/>
                </a:cubicBezTo>
                <a:lnTo>
                  <a:pt x="1966826" y="5027683"/>
                </a:lnTo>
                <a:lnTo>
                  <a:pt x="1114125" y="4688423"/>
                </a:lnTo>
                <a:lnTo>
                  <a:pt x="862678" y="4668506"/>
                </a:lnTo>
                <a:lnTo>
                  <a:pt x="862677" y="6026218"/>
                </a:lnTo>
                <a:close/>
              </a:path>
            </a:pathLst>
          </a:custGeom>
          <a:solidFill>
            <a:srgbClr val="66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B736DB9D-8782-4153-B70B-4B525FBDDBC6}"/>
              </a:ext>
            </a:extLst>
          </p:cNvPr>
          <p:cNvSpPr/>
          <p:nvPr/>
        </p:nvSpPr>
        <p:spPr>
          <a:xfrm>
            <a:off x="10430209" y="2987942"/>
            <a:ext cx="767329" cy="542674"/>
          </a:xfrm>
          <a:custGeom>
            <a:avLst/>
            <a:gdLst>
              <a:gd name="connsiteX0" fmla="*/ 3374525 w 7088726"/>
              <a:gd name="connsiteY0" fmla="*/ 0 h 5013326"/>
              <a:gd name="connsiteX1" fmla="*/ 6731628 w 7088726"/>
              <a:gd name="connsiteY1" fmla="*/ 2250371 h 5013326"/>
              <a:gd name="connsiteX2" fmla="*/ 6745640 w 7088726"/>
              <a:gd name="connsiteY2" fmla="*/ 2456493 h 5013326"/>
              <a:gd name="connsiteX3" fmla="*/ 6767042 w 7088726"/>
              <a:gd name="connsiteY3" fmla="*/ 2464222 h 5013326"/>
              <a:gd name="connsiteX4" fmla="*/ 7088726 w 7088726"/>
              <a:gd name="connsiteY4" fmla="*/ 2640203 h 5013326"/>
              <a:gd name="connsiteX5" fmla="*/ 6980334 w 7088726"/>
              <a:gd name="connsiteY5" fmla="*/ 2711697 h 5013326"/>
              <a:gd name="connsiteX6" fmla="*/ 6839882 w 7088726"/>
              <a:gd name="connsiteY6" fmla="*/ 2630615 h 5013326"/>
              <a:gd name="connsiteX7" fmla="*/ 6743553 w 7088726"/>
              <a:gd name="connsiteY7" fmla="*/ 2587522 h 5013326"/>
              <a:gd name="connsiteX8" fmla="*/ 6731628 w 7088726"/>
              <a:gd name="connsiteY8" fmla="*/ 2762955 h 5013326"/>
              <a:gd name="connsiteX9" fmla="*/ 3374525 w 7088726"/>
              <a:gd name="connsiteY9" fmla="*/ 5013326 h 5013326"/>
              <a:gd name="connsiteX10" fmla="*/ 0 w 7088726"/>
              <a:gd name="connsiteY10" fmla="*/ 2506663 h 5013326"/>
              <a:gd name="connsiteX11" fmla="*/ 3374525 w 7088726"/>
              <a:gd name="connsiteY11" fmla="*/ 0 h 5013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88726" h="5013326">
                <a:moveTo>
                  <a:pt x="3374525" y="0"/>
                </a:moveTo>
                <a:cubicBezTo>
                  <a:pt x="5121743" y="0"/>
                  <a:pt x="6558818" y="986371"/>
                  <a:pt x="6731628" y="2250371"/>
                </a:cubicBezTo>
                <a:lnTo>
                  <a:pt x="6745640" y="2456493"/>
                </a:lnTo>
                <a:lnTo>
                  <a:pt x="6767042" y="2464222"/>
                </a:lnTo>
                <a:cubicBezTo>
                  <a:pt x="6883359" y="2512796"/>
                  <a:pt x="6991617" y="2571674"/>
                  <a:pt x="7088726" y="2640203"/>
                </a:cubicBezTo>
                <a:lnTo>
                  <a:pt x="6980334" y="2711697"/>
                </a:lnTo>
                <a:cubicBezTo>
                  <a:pt x="6935797" y="2682593"/>
                  <a:pt x="6888870" y="2655544"/>
                  <a:pt x="6839882" y="2630615"/>
                </a:cubicBezTo>
                <a:lnTo>
                  <a:pt x="6743553" y="2587522"/>
                </a:lnTo>
                <a:lnTo>
                  <a:pt x="6731628" y="2762955"/>
                </a:lnTo>
                <a:cubicBezTo>
                  <a:pt x="6558818" y="4026955"/>
                  <a:pt x="5121743" y="5013326"/>
                  <a:pt x="3374525" y="5013326"/>
                </a:cubicBezTo>
                <a:cubicBezTo>
                  <a:pt x="1510826" y="5013326"/>
                  <a:pt x="0" y="3891055"/>
                  <a:pt x="0" y="2506663"/>
                </a:cubicBezTo>
                <a:cubicBezTo>
                  <a:pt x="0" y="1122271"/>
                  <a:pt x="1510826" y="0"/>
                  <a:pt x="3374525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1C91D15E-B68B-42C2-80C6-12E620EF2B1A}"/>
              </a:ext>
            </a:extLst>
          </p:cNvPr>
          <p:cNvSpPr/>
          <p:nvPr/>
        </p:nvSpPr>
        <p:spPr>
          <a:xfrm rot="19185010">
            <a:off x="4137501" y="5124463"/>
            <a:ext cx="728206" cy="490394"/>
          </a:xfrm>
          <a:custGeom>
            <a:avLst/>
            <a:gdLst>
              <a:gd name="connsiteX0" fmla="*/ 3922602 w 3922602"/>
              <a:gd name="connsiteY0" fmla="*/ 1025189 h 2641584"/>
              <a:gd name="connsiteX1" fmla="*/ 3922602 w 3922602"/>
              <a:gd name="connsiteY1" fmla="*/ 1270868 h 2641584"/>
              <a:gd name="connsiteX2" fmla="*/ 3570130 w 3922602"/>
              <a:gd name="connsiteY2" fmla="*/ 1270868 h 2641584"/>
              <a:gd name="connsiteX3" fmla="*/ 3570042 w 3922602"/>
              <a:gd name="connsiteY3" fmla="*/ 1293605 h 2641584"/>
              <a:gd name="connsiteX4" fmla="*/ 3341106 w 3922602"/>
              <a:gd name="connsiteY4" fmla="*/ 1762875 h 2641584"/>
              <a:gd name="connsiteX5" fmla="*/ 3271845 w 3922602"/>
              <a:gd name="connsiteY5" fmla="*/ 1830987 h 2641584"/>
              <a:gd name="connsiteX6" fmla="*/ 3271612 w 3922602"/>
              <a:gd name="connsiteY6" fmla="*/ 1831476 h 2641584"/>
              <a:gd name="connsiteX7" fmla="*/ 1936347 w 3922602"/>
              <a:gd name="connsiteY7" fmla="*/ 2634914 h 2641584"/>
              <a:gd name="connsiteX8" fmla="*/ 674674 w 3922602"/>
              <a:gd name="connsiteY8" fmla="*/ 2258234 h 2641584"/>
              <a:gd name="connsiteX9" fmla="*/ 580813 w 3922602"/>
              <a:gd name="connsiteY9" fmla="*/ 2170007 h 2641584"/>
              <a:gd name="connsiteX10" fmla="*/ 464286 w 3922602"/>
              <a:gd name="connsiteY10" fmla="*/ 2108513 h 2641584"/>
              <a:gd name="connsiteX11" fmla="*/ 2113 w 3922602"/>
              <a:gd name="connsiteY11" fmla="*/ 1483441 h 2641584"/>
              <a:gd name="connsiteX12" fmla="*/ 354776 w 3922602"/>
              <a:gd name="connsiteY12" fmla="*/ 790659 h 2641584"/>
              <a:gd name="connsiteX13" fmla="*/ 429374 w 3922602"/>
              <a:gd name="connsiteY13" fmla="*/ 733787 h 2641584"/>
              <a:gd name="connsiteX14" fmla="*/ 452999 w 3922602"/>
              <a:gd name="connsiteY14" fmla="*/ 695168 h 2641584"/>
              <a:gd name="connsiteX15" fmla="*/ 1717949 w 3922602"/>
              <a:gd name="connsiteY15" fmla="*/ 6670 h 2641584"/>
              <a:gd name="connsiteX16" fmla="*/ 3167511 w 3922602"/>
              <a:gd name="connsiteY16" fmla="*/ 578699 h 2641584"/>
              <a:gd name="connsiteX17" fmla="*/ 3194785 w 3922602"/>
              <a:gd name="connsiteY17" fmla="*/ 617817 h 2641584"/>
              <a:gd name="connsiteX18" fmla="*/ 3267517 w 3922602"/>
              <a:gd name="connsiteY18" fmla="*/ 671238 h 2641584"/>
              <a:gd name="connsiteX19" fmla="*/ 3516857 w 3922602"/>
              <a:gd name="connsiteY19" fmla="*/ 981168 h 2641584"/>
              <a:gd name="connsiteX20" fmla="*/ 3532427 w 3922602"/>
              <a:gd name="connsiteY20" fmla="*/ 1025189 h 264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922602" h="2641584">
                <a:moveTo>
                  <a:pt x="3922602" y="1025189"/>
                </a:moveTo>
                <a:lnTo>
                  <a:pt x="3922602" y="1270868"/>
                </a:lnTo>
                <a:lnTo>
                  <a:pt x="3570130" y="1270868"/>
                </a:lnTo>
                <a:lnTo>
                  <a:pt x="3570042" y="1293605"/>
                </a:lnTo>
                <a:cubicBezTo>
                  <a:pt x="3555055" y="1459214"/>
                  <a:pt x="3473858" y="1619043"/>
                  <a:pt x="3341106" y="1762875"/>
                </a:cubicBezTo>
                <a:lnTo>
                  <a:pt x="3271845" y="1830987"/>
                </a:lnTo>
                <a:lnTo>
                  <a:pt x="3271612" y="1831476"/>
                </a:lnTo>
                <a:cubicBezTo>
                  <a:pt x="3037497" y="2263404"/>
                  <a:pt x="2537610" y="2584951"/>
                  <a:pt x="1936347" y="2634914"/>
                </a:cubicBezTo>
                <a:cubicBezTo>
                  <a:pt x="1444405" y="2675793"/>
                  <a:pt x="989387" y="2526159"/>
                  <a:pt x="674674" y="2258234"/>
                </a:cubicBezTo>
                <a:lnTo>
                  <a:pt x="580813" y="2170007"/>
                </a:lnTo>
                <a:lnTo>
                  <a:pt x="464286" y="2108513"/>
                </a:lnTo>
                <a:cubicBezTo>
                  <a:pt x="194884" y="1950599"/>
                  <a:pt x="22912" y="1733740"/>
                  <a:pt x="2113" y="1483441"/>
                </a:cubicBezTo>
                <a:cubicBezTo>
                  <a:pt x="-18686" y="1233143"/>
                  <a:pt x="115134" y="990874"/>
                  <a:pt x="354776" y="790659"/>
                </a:cubicBezTo>
                <a:lnTo>
                  <a:pt x="429374" y="733787"/>
                </a:lnTo>
                <a:lnTo>
                  <a:pt x="452999" y="695168"/>
                </a:lnTo>
                <a:cubicBezTo>
                  <a:pt x="708525" y="321962"/>
                  <a:pt x="1171347" y="52091"/>
                  <a:pt x="1717949" y="6670"/>
                </a:cubicBezTo>
                <a:cubicBezTo>
                  <a:pt x="2319212" y="-43292"/>
                  <a:pt x="2865316" y="191337"/>
                  <a:pt x="3167511" y="578699"/>
                </a:cubicBezTo>
                <a:lnTo>
                  <a:pt x="3194785" y="617817"/>
                </a:lnTo>
                <a:lnTo>
                  <a:pt x="3267517" y="671238"/>
                </a:lnTo>
                <a:cubicBezTo>
                  <a:pt x="3380106" y="762241"/>
                  <a:pt x="3465459" y="866614"/>
                  <a:pt x="3516857" y="981168"/>
                </a:cubicBezTo>
                <a:lnTo>
                  <a:pt x="3532427" y="1025189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856AEA1-7C5B-430D-B102-12B6642F4F41}"/>
              </a:ext>
            </a:extLst>
          </p:cNvPr>
          <p:cNvCxnSpPr>
            <a:cxnSpLocks/>
          </p:cNvCxnSpPr>
          <p:nvPr/>
        </p:nvCxnSpPr>
        <p:spPr>
          <a:xfrm>
            <a:off x="461870" y="5710423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48920A0-C35E-4910-A0B5-09D2762650A0}"/>
              </a:ext>
            </a:extLst>
          </p:cNvPr>
          <p:cNvCxnSpPr>
            <a:cxnSpLocks/>
          </p:cNvCxnSpPr>
          <p:nvPr/>
        </p:nvCxnSpPr>
        <p:spPr>
          <a:xfrm>
            <a:off x="461870" y="4933205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810F507-474E-428C-AFFA-1D0E305ED550}"/>
              </a:ext>
            </a:extLst>
          </p:cNvPr>
          <p:cNvCxnSpPr>
            <a:cxnSpLocks/>
          </p:cNvCxnSpPr>
          <p:nvPr/>
        </p:nvCxnSpPr>
        <p:spPr>
          <a:xfrm>
            <a:off x="461870" y="5312686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DFA44A7-F640-4CAF-B9EA-DEE81FB1B01C}"/>
              </a:ext>
            </a:extLst>
          </p:cNvPr>
          <p:cNvCxnSpPr>
            <a:cxnSpLocks/>
          </p:cNvCxnSpPr>
          <p:nvPr/>
        </p:nvCxnSpPr>
        <p:spPr>
          <a:xfrm>
            <a:off x="461870" y="6108881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2B0143B-36DE-44EA-8161-A7294D0DCDBB}"/>
              </a:ext>
            </a:extLst>
          </p:cNvPr>
          <p:cNvCxnSpPr>
            <a:cxnSpLocks/>
          </p:cNvCxnSpPr>
          <p:nvPr/>
        </p:nvCxnSpPr>
        <p:spPr>
          <a:xfrm>
            <a:off x="461870" y="6492678"/>
            <a:ext cx="4233822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1015DE3-1E94-4D44-8F56-D2F35B9450E1}"/>
              </a:ext>
            </a:extLst>
          </p:cNvPr>
          <p:cNvCxnSpPr>
            <a:cxnSpLocks/>
          </p:cNvCxnSpPr>
          <p:nvPr/>
        </p:nvCxnSpPr>
        <p:spPr>
          <a:xfrm rot="5400000">
            <a:off x="4544569" y="1094926"/>
            <a:ext cx="2645493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FE31BDA-7DC6-41F9-B5C7-BE857EB3F0B6}"/>
              </a:ext>
            </a:extLst>
          </p:cNvPr>
          <p:cNvCxnSpPr>
            <a:cxnSpLocks/>
          </p:cNvCxnSpPr>
          <p:nvPr/>
        </p:nvCxnSpPr>
        <p:spPr>
          <a:xfrm rot="5400000">
            <a:off x="6282756" y="203673"/>
            <a:ext cx="862987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332542D-0963-450D-A821-8B030A7602E2}"/>
              </a:ext>
            </a:extLst>
          </p:cNvPr>
          <p:cNvCxnSpPr>
            <a:cxnSpLocks/>
          </p:cNvCxnSpPr>
          <p:nvPr/>
        </p:nvCxnSpPr>
        <p:spPr>
          <a:xfrm rot="5400000">
            <a:off x="5431466" y="641443"/>
            <a:ext cx="1738526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790912B-81AA-4BCC-8559-B07EAD8983BD}"/>
              </a:ext>
            </a:extLst>
          </p:cNvPr>
          <p:cNvCxnSpPr>
            <a:cxnSpLocks/>
          </p:cNvCxnSpPr>
          <p:nvPr/>
        </p:nvCxnSpPr>
        <p:spPr>
          <a:xfrm rot="5400000">
            <a:off x="3710576" y="1494720"/>
            <a:ext cx="3445081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4471FCB4-ED4C-40EA-8812-5F29A4251DEF}"/>
              </a:ext>
            </a:extLst>
          </p:cNvPr>
          <p:cNvSpPr/>
          <p:nvPr/>
        </p:nvSpPr>
        <p:spPr>
          <a:xfrm rot="2750059">
            <a:off x="6067902" y="3179599"/>
            <a:ext cx="438225" cy="495046"/>
          </a:xfrm>
          <a:custGeom>
            <a:avLst/>
            <a:gdLst>
              <a:gd name="connsiteX0" fmla="*/ 37686 w 871782"/>
              <a:gd name="connsiteY0" fmla="*/ 0 h 984818"/>
              <a:gd name="connsiteX1" fmla="*/ 58699 w 871782"/>
              <a:gd name="connsiteY1" fmla="*/ 16267 h 984818"/>
              <a:gd name="connsiteX2" fmla="*/ 113617 w 871782"/>
              <a:gd name="connsiteY2" fmla="*/ 10087 h 984818"/>
              <a:gd name="connsiteX3" fmla="*/ 395038 w 871782"/>
              <a:gd name="connsiteY3" fmla="*/ 48459 h 984818"/>
              <a:gd name="connsiteX4" fmla="*/ 650708 w 871782"/>
              <a:gd name="connsiteY4" fmla="*/ 223323 h 984818"/>
              <a:gd name="connsiteX5" fmla="*/ 655352 w 871782"/>
              <a:gd name="connsiteY5" fmla="*/ 230565 h 984818"/>
              <a:gd name="connsiteX6" fmla="*/ 730911 w 871782"/>
              <a:gd name="connsiteY6" fmla="*/ 246359 h 984818"/>
              <a:gd name="connsiteX7" fmla="*/ 802893 w 871782"/>
              <a:gd name="connsiteY7" fmla="*/ 293864 h 984818"/>
              <a:gd name="connsiteX8" fmla="*/ 816508 w 871782"/>
              <a:gd name="connsiteY8" fmla="*/ 592283 h 984818"/>
              <a:gd name="connsiteX9" fmla="*/ 517818 w 871782"/>
              <a:gd name="connsiteY9" fmla="*/ 587364 h 984818"/>
              <a:gd name="connsiteX10" fmla="*/ 504204 w 871782"/>
              <a:gd name="connsiteY10" fmla="*/ 288944 h 984818"/>
              <a:gd name="connsiteX11" fmla="*/ 536102 w 871782"/>
              <a:gd name="connsiteY11" fmla="*/ 262450 h 984818"/>
              <a:gd name="connsiteX12" fmla="*/ 558391 w 871782"/>
              <a:gd name="connsiteY12" fmla="*/ 250820 h 984818"/>
              <a:gd name="connsiteX13" fmla="*/ 537433 w 871782"/>
              <a:gd name="connsiteY13" fmla="*/ 225762 h 984818"/>
              <a:gd name="connsiteX14" fmla="*/ 346020 w 871782"/>
              <a:gd name="connsiteY14" fmla="*/ 123247 h 984818"/>
              <a:gd name="connsiteX15" fmla="*/ 198368 w 871782"/>
              <a:gd name="connsiteY15" fmla="*/ 97363 h 984818"/>
              <a:gd name="connsiteX16" fmla="*/ 154394 w 871782"/>
              <a:gd name="connsiteY16" fmla="*/ 99266 h 984818"/>
              <a:gd name="connsiteX17" fmla="*/ 182035 w 871782"/>
              <a:gd name="connsiteY17" fmla="*/ 126743 h 984818"/>
              <a:gd name="connsiteX18" fmla="*/ 288974 w 871782"/>
              <a:gd name="connsiteY18" fmla="*/ 282554 h 984818"/>
              <a:gd name="connsiteX19" fmla="*/ 353794 w 871782"/>
              <a:gd name="connsiteY19" fmla="*/ 528683 h 984818"/>
              <a:gd name="connsiteX20" fmla="*/ 348851 w 871782"/>
              <a:gd name="connsiteY20" fmla="*/ 567300 h 984818"/>
              <a:gd name="connsiteX21" fmla="*/ 407314 w 871782"/>
              <a:gd name="connsiteY21" fmla="*/ 579520 h 984818"/>
              <a:gd name="connsiteX22" fmla="*/ 479297 w 871782"/>
              <a:gd name="connsiteY22" fmla="*/ 627024 h 984818"/>
              <a:gd name="connsiteX23" fmla="*/ 492911 w 871782"/>
              <a:gd name="connsiteY23" fmla="*/ 925444 h 984818"/>
              <a:gd name="connsiteX24" fmla="*/ 194222 w 871782"/>
              <a:gd name="connsiteY24" fmla="*/ 920525 h 984818"/>
              <a:gd name="connsiteX25" fmla="*/ 180607 w 871782"/>
              <a:gd name="connsiteY25" fmla="*/ 622105 h 984818"/>
              <a:gd name="connsiteX26" fmla="*/ 248360 w 871782"/>
              <a:gd name="connsiteY26" fmla="*/ 576902 h 984818"/>
              <a:gd name="connsiteX27" fmla="*/ 262718 w 871782"/>
              <a:gd name="connsiteY27" fmla="*/ 574324 h 984818"/>
              <a:gd name="connsiteX28" fmla="*/ 267583 w 871782"/>
              <a:gd name="connsiteY28" fmla="*/ 508949 h 984818"/>
              <a:gd name="connsiteX29" fmla="*/ 201704 w 871782"/>
              <a:gd name="connsiteY29" fmla="*/ 302049 h 984818"/>
              <a:gd name="connsiteX30" fmla="*/ 0 w 871782"/>
              <a:gd name="connsiteY30" fmla="*/ 79236 h 984818"/>
              <a:gd name="connsiteX31" fmla="*/ 22016 w 871782"/>
              <a:gd name="connsiteY31" fmla="*/ 32945 h 984818"/>
              <a:gd name="connsiteX32" fmla="*/ 17918 w 871782"/>
              <a:gd name="connsiteY32" fmla="*/ 20857 h 984818"/>
              <a:gd name="connsiteX33" fmla="*/ 28323 w 871782"/>
              <a:gd name="connsiteY33" fmla="*/ 19686 h 984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71782" h="984818">
                <a:moveTo>
                  <a:pt x="37686" y="0"/>
                </a:moveTo>
                <a:lnTo>
                  <a:pt x="58699" y="16267"/>
                </a:lnTo>
                <a:lnTo>
                  <a:pt x="113617" y="10087"/>
                </a:lnTo>
                <a:cubicBezTo>
                  <a:pt x="209893" y="5283"/>
                  <a:pt x="306846" y="18305"/>
                  <a:pt x="395038" y="48459"/>
                </a:cubicBezTo>
                <a:cubicBezTo>
                  <a:pt x="505486" y="86223"/>
                  <a:pt x="594203" y="148031"/>
                  <a:pt x="650708" y="223323"/>
                </a:cubicBezTo>
                <a:lnTo>
                  <a:pt x="655352" y="230565"/>
                </a:lnTo>
                <a:lnTo>
                  <a:pt x="730911" y="246359"/>
                </a:lnTo>
                <a:cubicBezTo>
                  <a:pt x="756805" y="257079"/>
                  <a:pt x="781333" y="272922"/>
                  <a:pt x="802893" y="293864"/>
                </a:cubicBezTo>
                <a:cubicBezTo>
                  <a:pt x="889134" y="377629"/>
                  <a:pt x="895230" y="511235"/>
                  <a:pt x="816508" y="592283"/>
                </a:cubicBezTo>
                <a:cubicBezTo>
                  <a:pt x="737787" y="673331"/>
                  <a:pt x="604059" y="671129"/>
                  <a:pt x="517818" y="587364"/>
                </a:cubicBezTo>
                <a:cubicBezTo>
                  <a:pt x="431578" y="503599"/>
                  <a:pt x="425482" y="369992"/>
                  <a:pt x="504204" y="288944"/>
                </a:cubicBezTo>
                <a:cubicBezTo>
                  <a:pt x="514044" y="278813"/>
                  <a:pt x="524743" y="269983"/>
                  <a:pt x="536102" y="262450"/>
                </a:cubicBezTo>
                <a:lnTo>
                  <a:pt x="558391" y="250820"/>
                </a:lnTo>
                <a:lnTo>
                  <a:pt x="537433" y="225762"/>
                </a:lnTo>
                <a:cubicBezTo>
                  <a:pt x="488684" y="181757"/>
                  <a:pt x="423241" y="146105"/>
                  <a:pt x="346020" y="123247"/>
                </a:cubicBezTo>
                <a:cubicBezTo>
                  <a:pt x="298871" y="109291"/>
                  <a:pt x="249005" y="100621"/>
                  <a:pt x="198368" y="97363"/>
                </a:cubicBezTo>
                <a:lnTo>
                  <a:pt x="154394" y="99266"/>
                </a:lnTo>
                <a:lnTo>
                  <a:pt x="182035" y="126743"/>
                </a:lnTo>
                <a:cubicBezTo>
                  <a:pt x="224538" y="174533"/>
                  <a:pt x="260805" y="227169"/>
                  <a:pt x="288974" y="282554"/>
                </a:cubicBezTo>
                <a:cubicBezTo>
                  <a:pt x="331306" y="365788"/>
                  <a:pt x="352940" y="450369"/>
                  <a:pt x="353794" y="528683"/>
                </a:cubicBezTo>
                <a:lnTo>
                  <a:pt x="348851" y="567300"/>
                </a:lnTo>
                <a:lnTo>
                  <a:pt x="407314" y="579520"/>
                </a:lnTo>
                <a:cubicBezTo>
                  <a:pt x="433208" y="590240"/>
                  <a:pt x="457736" y="606083"/>
                  <a:pt x="479297" y="627024"/>
                </a:cubicBezTo>
                <a:cubicBezTo>
                  <a:pt x="565537" y="710790"/>
                  <a:pt x="571633" y="844396"/>
                  <a:pt x="492911" y="925444"/>
                </a:cubicBezTo>
                <a:cubicBezTo>
                  <a:pt x="414190" y="1006492"/>
                  <a:pt x="280462" y="1004290"/>
                  <a:pt x="194222" y="920525"/>
                </a:cubicBezTo>
                <a:cubicBezTo>
                  <a:pt x="107981" y="836760"/>
                  <a:pt x="101885" y="703153"/>
                  <a:pt x="180607" y="622105"/>
                </a:cubicBezTo>
                <a:cubicBezTo>
                  <a:pt x="200287" y="601843"/>
                  <a:pt x="223405" y="586784"/>
                  <a:pt x="248360" y="576902"/>
                </a:cubicBezTo>
                <a:lnTo>
                  <a:pt x="262718" y="574324"/>
                </a:lnTo>
                <a:lnTo>
                  <a:pt x="267583" y="508949"/>
                </a:lnTo>
                <a:cubicBezTo>
                  <a:pt x="263275" y="443418"/>
                  <a:pt x="241170" y="372247"/>
                  <a:pt x="201704" y="302049"/>
                </a:cubicBezTo>
                <a:cubicBezTo>
                  <a:pt x="153510" y="216325"/>
                  <a:pt x="82785" y="138198"/>
                  <a:pt x="0" y="79236"/>
                </a:cubicBezTo>
                <a:lnTo>
                  <a:pt x="22016" y="32945"/>
                </a:lnTo>
                <a:lnTo>
                  <a:pt x="17918" y="20857"/>
                </a:lnTo>
                <a:lnTo>
                  <a:pt x="28323" y="19686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6154F93-566A-4F37-BB80-F661A69218FF}"/>
              </a:ext>
            </a:extLst>
          </p:cNvPr>
          <p:cNvCxnSpPr>
            <a:cxnSpLocks/>
          </p:cNvCxnSpPr>
          <p:nvPr/>
        </p:nvCxnSpPr>
        <p:spPr>
          <a:xfrm rot="5400000">
            <a:off x="6716269" y="1094926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AFC1F14-6575-4F45-8D86-E5ADBFC8613F}"/>
              </a:ext>
            </a:extLst>
          </p:cNvPr>
          <p:cNvCxnSpPr>
            <a:cxnSpLocks/>
          </p:cNvCxnSpPr>
          <p:nvPr/>
        </p:nvCxnSpPr>
        <p:spPr>
          <a:xfrm rot="5400000">
            <a:off x="8454456" y="203673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36CDCCE-3918-459C-8225-82B42131F14A}"/>
              </a:ext>
            </a:extLst>
          </p:cNvPr>
          <p:cNvCxnSpPr>
            <a:cxnSpLocks/>
          </p:cNvCxnSpPr>
          <p:nvPr/>
        </p:nvCxnSpPr>
        <p:spPr>
          <a:xfrm rot="5400000">
            <a:off x="7621671" y="61959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BFE028F-72E2-4D4F-9317-845DCC186052}"/>
              </a:ext>
            </a:extLst>
          </p:cNvPr>
          <p:cNvCxnSpPr>
            <a:cxnSpLocks/>
          </p:cNvCxnSpPr>
          <p:nvPr/>
        </p:nvCxnSpPr>
        <p:spPr>
          <a:xfrm rot="5400000">
            <a:off x="5882276" y="1494720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D59A0B6-DF09-4F50-803F-60D650F416CF}"/>
              </a:ext>
            </a:extLst>
          </p:cNvPr>
          <p:cNvCxnSpPr>
            <a:cxnSpLocks/>
          </p:cNvCxnSpPr>
          <p:nvPr/>
        </p:nvCxnSpPr>
        <p:spPr>
          <a:xfrm rot="5400000">
            <a:off x="5069682" y="1889091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F0E1830-880A-41CB-9D54-B7B13DB90B3C}"/>
              </a:ext>
            </a:extLst>
          </p:cNvPr>
          <p:cNvCxnSpPr>
            <a:cxnSpLocks/>
          </p:cNvCxnSpPr>
          <p:nvPr/>
        </p:nvCxnSpPr>
        <p:spPr>
          <a:xfrm rot="5400000">
            <a:off x="8973048" y="1094926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8C5E0E6-6481-4688-99F8-F2949FC642B3}"/>
              </a:ext>
            </a:extLst>
          </p:cNvPr>
          <p:cNvCxnSpPr>
            <a:cxnSpLocks/>
          </p:cNvCxnSpPr>
          <p:nvPr/>
        </p:nvCxnSpPr>
        <p:spPr>
          <a:xfrm rot="5400000">
            <a:off x="10711235" y="203673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22B67FC-8FC3-4A68-ADF5-46AB30986981}"/>
              </a:ext>
            </a:extLst>
          </p:cNvPr>
          <p:cNvCxnSpPr>
            <a:cxnSpLocks/>
          </p:cNvCxnSpPr>
          <p:nvPr/>
        </p:nvCxnSpPr>
        <p:spPr>
          <a:xfrm rot="5400000">
            <a:off x="9859945" y="641443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AB968E3-772F-41F5-A1F2-6B1FA0CA82BD}"/>
              </a:ext>
            </a:extLst>
          </p:cNvPr>
          <p:cNvCxnSpPr>
            <a:cxnSpLocks/>
          </p:cNvCxnSpPr>
          <p:nvPr/>
        </p:nvCxnSpPr>
        <p:spPr>
          <a:xfrm rot="5400000">
            <a:off x="8139055" y="1494720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B0B7346-5498-449C-BDAF-62D98957288D}"/>
              </a:ext>
            </a:extLst>
          </p:cNvPr>
          <p:cNvCxnSpPr>
            <a:cxnSpLocks/>
          </p:cNvCxnSpPr>
          <p:nvPr/>
        </p:nvCxnSpPr>
        <p:spPr>
          <a:xfrm rot="5400000">
            <a:off x="7326461" y="1889091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6D63E4B-9C94-45DC-B1AA-65B283816216}"/>
              </a:ext>
            </a:extLst>
          </p:cNvPr>
          <p:cNvCxnSpPr>
            <a:cxnSpLocks/>
          </p:cNvCxnSpPr>
          <p:nvPr/>
        </p:nvCxnSpPr>
        <p:spPr>
          <a:xfrm>
            <a:off x="5327864" y="5710423"/>
            <a:ext cx="2645493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7BBBCB3-DF04-4CB4-9FA0-84D0F2BF1ADE}"/>
              </a:ext>
            </a:extLst>
          </p:cNvPr>
          <p:cNvCxnSpPr>
            <a:cxnSpLocks/>
          </p:cNvCxnSpPr>
          <p:nvPr/>
        </p:nvCxnSpPr>
        <p:spPr>
          <a:xfrm>
            <a:off x="5327864" y="4933205"/>
            <a:ext cx="862987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BEDC2CD-C717-4758-BC84-BF634844C38C}"/>
              </a:ext>
            </a:extLst>
          </p:cNvPr>
          <p:cNvCxnSpPr>
            <a:cxnSpLocks/>
          </p:cNvCxnSpPr>
          <p:nvPr/>
        </p:nvCxnSpPr>
        <p:spPr>
          <a:xfrm>
            <a:off x="5327864" y="5312686"/>
            <a:ext cx="1738526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65DF393-28F1-4FDC-933A-2EB7C48A16B7}"/>
              </a:ext>
            </a:extLst>
          </p:cNvPr>
          <p:cNvCxnSpPr>
            <a:cxnSpLocks/>
          </p:cNvCxnSpPr>
          <p:nvPr/>
        </p:nvCxnSpPr>
        <p:spPr>
          <a:xfrm>
            <a:off x="5327864" y="6108881"/>
            <a:ext cx="3445081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6A3C914-B20F-4DF7-B6F2-C0372DB12ED1}"/>
              </a:ext>
            </a:extLst>
          </p:cNvPr>
          <p:cNvCxnSpPr>
            <a:cxnSpLocks/>
          </p:cNvCxnSpPr>
          <p:nvPr/>
        </p:nvCxnSpPr>
        <p:spPr>
          <a:xfrm>
            <a:off x="5327864" y="6492678"/>
            <a:ext cx="4233822" cy="0"/>
          </a:xfrm>
          <a:prstGeom prst="line">
            <a:avLst/>
          </a:prstGeom>
          <a:ln w="254000" cap="rnd">
            <a:solidFill>
              <a:srgbClr val="660066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BA4891F-F56A-4ED6-ADFB-134AEDCDFDFA}"/>
              </a:ext>
            </a:extLst>
          </p:cNvPr>
          <p:cNvCxnSpPr>
            <a:cxnSpLocks/>
          </p:cNvCxnSpPr>
          <p:nvPr/>
        </p:nvCxnSpPr>
        <p:spPr>
          <a:xfrm rot="10800000">
            <a:off x="9200093" y="5597854"/>
            <a:ext cx="2645493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7697509-65D0-4444-8F5B-1F7354CB6B4C}"/>
              </a:ext>
            </a:extLst>
          </p:cNvPr>
          <p:cNvCxnSpPr>
            <a:cxnSpLocks/>
          </p:cNvCxnSpPr>
          <p:nvPr/>
        </p:nvCxnSpPr>
        <p:spPr>
          <a:xfrm rot="10800000">
            <a:off x="10982599" y="6375072"/>
            <a:ext cx="862987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F6D4D21-D093-43A5-8CD7-380FE6D4DA24}"/>
              </a:ext>
            </a:extLst>
          </p:cNvPr>
          <p:cNvCxnSpPr>
            <a:cxnSpLocks/>
          </p:cNvCxnSpPr>
          <p:nvPr/>
        </p:nvCxnSpPr>
        <p:spPr>
          <a:xfrm rot="10800000">
            <a:off x="10107060" y="5995591"/>
            <a:ext cx="1738526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13638F1-5B15-42CF-BFF2-E94CB4387EA3}"/>
              </a:ext>
            </a:extLst>
          </p:cNvPr>
          <p:cNvCxnSpPr>
            <a:cxnSpLocks/>
          </p:cNvCxnSpPr>
          <p:nvPr/>
        </p:nvCxnSpPr>
        <p:spPr>
          <a:xfrm rot="10800000">
            <a:off x="8400505" y="5199396"/>
            <a:ext cx="3445081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DC5B7EC-72B9-4D47-A426-86911698D4A1}"/>
              </a:ext>
            </a:extLst>
          </p:cNvPr>
          <p:cNvCxnSpPr>
            <a:cxnSpLocks/>
          </p:cNvCxnSpPr>
          <p:nvPr/>
        </p:nvCxnSpPr>
        <p:spPr>
          <a:xfrm rot="10800000">
            <a:off x="7611764" y="4815599"/>
            <a:ext cx="4233822" cy="0"/>
          </a:xfrm>
          <a:prstGeom prst="line">
            <a:avLst/>
          </a:prstGeom>
          <a:ln w="254000" cap="rnd">
            <a:solidFill>
              <a:srgbClr val="385723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Multiplication Sign 162">
            <a:extLst>
              <a:ext uri="{FF2B5EF4-FFF2-40B4-BE49-F238E27FC236}">
                <a16:creationId xmlns:a16="http://schemas.microsoft.com/office/drawing/2014/main" id="{90DD80D7-FA7E-4489-B611-2B270CBDF8E0}"/>
              </a:ext>
            </a:extLst>
          </p:cNvPr>
          <p:cNvSpPr/>
          <p:nvPr/>
        </p:nvSpPr>
        <p:spPr>
          <a:xfrm>
            <a:off x="3381709" y="4948568"/>
            <a:ext cx="696868" cy="696868"/>
          </a:xfrm>
          <a:prstGeom prst="mathMultiply">
            <a:avLst>
              <a:gd name="adj1" fmla="val 134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9" name="Circle: Hollow 168">
            <a:extLst>
              <a:ext uri="{FF2B5EF4-FFF2-40B4-BE49-F238E27FC236}">
                <a16:creationId xmlns:a16="http://schemas.microsoft.com/office/drawing/2014/main" id="{69298E34-A27F-4DE4-997E-0D9E05E8559D}"/>
              </a:ext>
            </a:extLst>
          </p:cNvPr>
          <p:cNvSpPr/>
          <p:nvPr/>
        </p:nvSpPr>
        <p:spPr>
          <a:xfrm>
            <a:off x="2578781" y="4775867"/>
            <a:ext cx="773900" cy="773900"/>
          </a:xfrm>
          <a:prstGeom prst="donut">
            <a:avLst>
              <a:gd name="adj" fmla="val 10074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9381408-692F-4673-84A5-138E0DD83D1F}"/>
              </a:ext>
            </a:extLst>
          </p:cNvPr>
          <p:cNvGrpSpPr/>
          <p:nvPr/>
        </p:nvGrpSpPr>
        <p:grpSpPr>
          <a:xfrm>
            <a:off x="259534" y="-716309"/>
            <a:ext cx="4417722" cy="5335737"/>
            <a:chOff x="259534" y="-716309"/>
            <a:chExt cx="4417722" cy="533573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F0AFF80-94B9-47CB-8A0E-2EDEC30B387F}"/>
                </a:ext>
              </a:extLst>
            </p:cNvPr>
            <p:cNvGrpSpPr/>
            <p:nvPr/>
          </p:nvGrpSpPr>
          <p:grpSpPr>
            <a:xfrm>
              <a:off x="259534" y="187664"/>
              <a:ext cx="4242070" cy="4216805"/>
              <a:chOff x="1831632" y="-207902"/>
              <a:chExt cx="4242070" cy="421680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1275662-7331-4A2D-84D1-63930E08B663}"/>
                  </a:ext>
                </a:extLst>
              </p:cNvPr>
              <p:cNvSpPr/>
              <p:nvPr/>
            </p:nvSpPr>
            <p:spPr>
              <a:xfrm>
                <a:off x="1831632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E88A66A-C3EC-4AEB-ADA2-19E2F4A1FD44}"/>
                  </a:ext>
                </a:extLst>
              </p:cNvPr>
              <p:cNvSpPr/>
              <p:nvPr/>
            </p:nvSpPr>
            <p:spPr>
              <a:xfrm>
                <a:off x="2680046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415D6F0-9870-4231-B2EB-1C1ACD10743F}"/>
                  </a:ext>
                </a:extLst>
              </p:cNvPr>
              <p:cNvSpPr/>
              <p:nvPr/>
            </p:nvSpPr>
            <p:spPr>
              <a:xfrm>
                <a:off x="1831632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8E4F775-5DC5-4063-9D51-25F51F8C48AB}"/>
                  </a:ext>
                </a:extLst>
              </p:cNvPr>
              <p:cNvSpPr/>
              <p:nvPr/>
            </p:nvSpPr>
            <p:spPr>
              <a:xfrm>
                <a:off x="2680046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27ADFCB-8DF6-40CD-AC74-9FF097AC0A55}"/>
                  </a:ext>
                </a:extLst>
              </p:cNvPr>
              <p:cNvSpPr/>
              <p:nvPr/>
            </p:nvSpPr>
            <p:spPr>
              <a:xfrm>
                <a:off x="3528460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74E09E7-AFC4-4937-A612-B69D4D7C9BE5}"/>
                  </a:ext>
                </a:extLst>
              </p:cNvPr>
              <p:cNvSpPr/>
              <p:nvPr/>
            </p:nvSpPr>
            <p:spPr>
              <a:xfrm>
                <a:off x="4376874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68C59A-1504-4A0E-BA06-02E84751E813}"/>
                  </a:ext>
                </a:extLst>
              </p:cNvPr>
              <p:cNvSpPr/>
              <p:nvPr/>
            </p:nvSpPr>
            <p:spPr>
              <a:xfrm>
                <a:off x="3528460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A772DA-90E9-4FC3-8BE9-C7C6A5FC9DEB}"/>
                  </a:ext>
                </a:extLst>
              </p:cNvPr>
              <p:cNvSpPr/>
              <p:nvPr/>
            </p:nvSpPr>
            <p:spPr>
              <a:xfrm>
                <a:off x="4376874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62BA0F9-C357-4604-A5F5-75F00FF69F37}"/>
                  </a:ext>
                </a:extLst>
              </p:cNvPr>
              <p:cNvSpPr/>
              <p:nvPr/>
            </p:nvSpPr>
            <p:spPr>
              <a:xfrm>
                <a:off x="1831632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E4D723-6115-4E06-A068-0028D3B7BC52}"/>
                  </a:ext>
                </a:extLst>
              </p:cNvPr>
              <p:cNvSpPr/>
              <p:nvPr/>
            </p:nvSpPr>
            <p:spPr>
              <a:xfrm>
                <a:off x="2680046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0DCD9D-A22B-4217-92D9-E588A1950AFB}"/>
                  </a:ext>
                </a:extLst>
              </p:cNvPr>
              <p:cNvSpPr/>
              <p:nvPr/>
            </p:nvSpPr>
            <p:spPr>
              <a:xfrm>
                <a:off x="1831632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E2433D9-3128-49D5-B302-C02731E885DC}"/>
                  </a:ext>
                </a:extLst>
              </p:cNvPr>
              <p:cNvSpPr/>
              <p:nvPr/>
            </p:nvSpPr>
            <p:spPr>
              <a:xfrm>
                <a:off x="2680046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315DE8D-87D3-4E9B-9DAE-AE000366CE68}"/>
                  </a:ext>
                </a:extLst>
              </p:cNvPr>
              <p:cNvSpPr/>
              <p:nvPr/>
            </p:nvSpPr>
            <p:spPr>
              <a:xfrm>
                <a:off x="3528460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831C99-7B19-4AA9-839A-7EDF6B2E93F2}"/>
                  </a:ext>
                </a:extLst>
              </p:cNvPr>
              <p:cNvSpPr/>
              <p:nvPr/>
            </p:nvSpPr>
            <p:spPr>
              <a:xfrm>
                <a:off x="4376874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D246D51-3412-40E8-AA29-0691E21B542C}"/>
                  </a:ext>
                </a:extLst>
              </p:cNvPr>
              <p:cNvSpPr/>
              <p:nvPr/>
            </p:nvSpPr>
            <p:spPr>
              <a:xfrm>
                <a:off x="3528460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EA161EF-2ACF-4278-8306-722BCEC0AA36}"/>
                  </a:ext>
                </a:extLst>
              </p:cNvPr>
              <p:cNvSpPr/>
              <p:nvPr/>
            </p:nvSpPr>
            <p:spPr>
              <a:xfrm>
                <a:off x="4376874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CA1FD49-3DEE-48BE-BCFE-26A358A72B8A}"/>
                  </a:ext>
                </a:extLst>
              </p:cNvPr>
              <p:cNvSpPr/>
              <p:nvPr/>
            </p:nvSpPr>
            <p:spPr>
              <a:xfrm>
                <a:off x="5225288" y="-20790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C203CA7-6141-4F74-BA8D-946AC71BF2B0}"/>
                  </a:ext>
                </a:extLst>
              </p:cNvPr>
              <p:cNvSpPr/>
              <p:nvPr/>
            </p:nvSpPr>
            <p:spPr>
              <a:xfrm>
                <a:off x="5225288" y="640512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9BC11D6-84BF-43A5-A136-87CDF4FBB235}"/>
                  </a:ext>
                </a:extLst>
              </p:cNvPr>
              <p:cNvSpPr/>
              <p:nvPr/>
            </p:nvSpPr>
            <p:spPr>
              <a:xfrm>
                <a:off x="5225288" y="1488926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AEDDDE4-558A-4F95-855B-0E89D8AD7C54}"/>
                  </a:ext>
                </a:extLst>
              </p:cNvPr>
              <p:cNvSpPr/>
              <p:nvPr/>
            </p:nvSpPr>
            <p:spPr>
              <a:xfrm>
                <a:off x="5225288" y="2337340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353AEA4-67C0-4F4B-A132-53FB9700C21B}"/>
                  </a:ext>
                </a:extLst>
              </p:cNvPr>
              <p:cNvSpPr/>
              <p:nvPr/>
            </p:nvSpPr>
            <p:spPr>
              <a:xfrm>
                <a:off x="1831632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25CB79E-2072-4013-914E-C64EDE60CDF6}"/>
                  </a:ext>
                </a:extLst>
              </p:cNvPr>
              <p:cNvSpPr/>
              <p:nvPr/>
            </p:nvSpPr>
            <p:spPr>
              <a:xfrm>
                <a:off x="2680046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6C6C3D7-0657-4163-81F7-79E05D427600}"/>
                  </a:ext>
                </a:extLst>
              </p:cNvPr>
              <p:cNvSpPr/>
              <p:nvPr/>
            </p:nvSpPr>
            <p:spPr>
              <a:xfrm>
                <a:off x="3528460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C7A4ECD-ADC4-44FC-B734-E867BCB88A0A}"/>
                  </a:ext>
                </a:extLst>
              </p:cNvPr>
              <p:cNvSpPr/>
              <p:nvPr/>
            </p:nvSpPr>
            <p:spPr>
              <a:xfrm>
                <a:off x="4376874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D6214F9-89F2-48A2-AF61-4B5D3E06AE8A}"/>
                  </a:ext>
                </a:extLst>
              </p:cNvPr>
              <p:cNvSpPr/>
              <p:nvPr/>
            </p:nvSpPr>
            <p:spPr>
              <a:xfrm>
                <a:off x="5225288" y="3160489"/>
                <a:ext cx="848414" cy="8484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E910A55-5E0F-4E13-AB0D-7BA73416392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736669" y="2320584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A06C8EEA-EE3C-4BCE-84ED-6180844FFE4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51934" y="4437495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3933540B-C9AF-4ED5-9218-662EBD6BDB3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6454" y="1435724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A1B186AE-8E75-410C-8F6B-DE5F03283E4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384693" y="2320584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358883E8-CB82-4CED-A11D-71A474112DF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51934" y="193927"/>
              <a:ext cx="4233822" cy="0"/>
            </a:xfrm>
            <a:prstGeom prst="line">
              <a:avLst/>
            </a:prstGeom>
            <a:ln w="254000" cap="rnd">
              <a:solidFill>
                <a:srgbClr val="385723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E31A522C-4625-4409-9F4D-F45B2E61B6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774892" y="1905341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B915B5A8-E364-45C8-A2AD-8D764B6ADC8B}"/>
                </a:ext>
              </a:extLst>
            </p:cNvPr>
            <p:cNvCxnSpPr>
              <a:cxnSpLocks/>
            </p:cNvCxnSpPr>
            <p:nvPr/>
          </p:nvCxnSpPr>
          <p:spPr>
            <a:xfrm>
              <a:off x="1884716" y="1016315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794F6D5-27DD-4C5F-9D66-26334CB47CF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72962" y="2736481"/>
              <a:ext cx="1738526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A5D574D-6D23-4B58-9333-0A97816E49BA}"/>
                </a:ext>
              </a:extLst>
            </p:cNvPr>
            <p:cNvCxnSpPr>
              <a:cxnSpLocks/>
            </p:cNvCxnSpPr>
            <p:nvPr/>
          </p:nvCxnSpPr>
          <p:spPr>
            <a:xfrm>
              <a:off x="2804776" y="3530616"/>
              <a:ext cx="862987" cy="0"/>
            </a:xfrm>
            <a:prstGeom prst="line">
              <a:avLst/>
            </a:prstGeom>
            <a:ln w="254000" cap="rnd">
              <a:solidFill>
                <a:srgbClr val="C00000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E3BDCCC-7147-48D6-911A-69AAF9D2B739}"/>
                </a:ext>
              </a:extLst>
            </p:cNvPr>
            <p:cNvCxnSpPr>
              <a:cxnSpLocks/>
            </p:cNvCxnSpPr>
            <p:nvPr/>
          </p:nvCxnSpPr>
          <p:spPr>
            <a:xfrm>
              <a:off x="1143321" y="2736302"/>
              <a:ext cx="862987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C9A4C7A-C031-4D41-B20A-628E61CB209F}"/>
                </a:ext>
              </a:extLst>
            </p:cNvPr>
            <p:cNvSpPr/>
            <p:nvPr/>
          </p:nvSpPr>
          <p:spPr>
            <a:xfrm>
              <a:off x="3381709" y="-716309"/>
              <a:ext cx="129554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00000"/>
                </a:lnSpc>
                <a:spcBef>
                  <a:spcPts val="600"/>
                </a:spcBef>
              </a:pPr>
              <a:r>
                <a:rPr lang="pt-PT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Solved</a:t>
              </a:r>
              <a:r>
                <a:rPr lang="pt-PT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!</a:t>
              </a:r>
            </a:p>
          </p:txBody>
        </p: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FE9E261-A809-42E2-9B38-0E78835AE89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7099" y="1905341"/>
              <a:ext cx="1738526" cy="0"/>
            </a:xfrm>
            <a:prstGeom prst="line">
              <a:avLst/>
            </a:prstGeom>
            <a:ln w="254000" cap="rnd">
              <a:solidFill>
                <a:srgbClr val="660066">
                  <a:alpha val="4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642519F4-627F-408B-A1A1-AE4CD8B5BF29}"/>
                </a:ext>
              </a:extLst>
            </p:cNvPr>
            <p:cNvGrpSpPr/>
            <p:nvPr/>
          </p:nvGrpSpPr>
          <p:grpSpPr>
            <a:xfrm>
              <a:off x="752095" y="-23159"/>
              <a:ext cx="3325301" cy="4642587"/>
              <a:chOff x="752095" y="-23159"/>
              <a:chExt cx="3325301" cy="4642587"/>
            </a:xfrm>
          </p:grpSpPr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ED7AE2CF-D5C6-42A4-9D94-4D5B84CD6521}"/>
                  </a:ext>
                </a:extLst>
              </p:cNvPr>
              <p:cNvSpPr/>
              <p:nvPr/>
            </p:nvSpPr>
            <p:spPr>
              <a:xfrm rot="2750059">
                <a:off x="858212" y="813820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76D4B92A-7923-471A-BDF4-60E77C043BEF}"/>
                  </a:ext>
                </a:extLst>
              </p:cNvPr>
              <p:cNvSpPr/>
              <p:nvPr/>
            </p:nvSpPr>
            <p:spPr>
              <a:xfrm rot="2750059">
                <a:off x="851386" y="1585991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30D146BB-FF32-4434-88F9-0EE97AF7A3A8}"/>
                  </a:ext>
                </a:extLst>
              </p:cNvPr>
              <p:cNvSpPr/>
              <p:nvPr/>
            </p:nvSpPr>
            <p:spPr>
              <a:xfrm rot="2750059">
                <a:off x="2629754" y="1617207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2E47DA63-B83C-46B9-8B20-A3DD749B43AD}"/>
                  </a:ext>
                </a:extLst>
              </p:cNvPr>
              <p:cNvSpPr/>
              <p:nvPr/>
            </p:nvSpPr>
            <p:spPr>
              <a:xfrm rot="2750059">
                <a:off x="3425043" y="3310853"/>
                <a:ext cx="438225" cy="495046"/>
              </a:xfrm>
              <a:custGeom>
                <a:avLst/>
                <a:gdLst>
                  <a:gd name="connsiteX0" fmla="*/ 37686 w 871782"/>
                  <a:gd name="connsiteY0" fmla="*/ 0 h 984818"/>
                  <a:gd name="connsiteX1" fmla="*/ 58699 w 871782"/>
                  <a:gd name="connsiteY1" fmla="*/ 16267 h 984818"/>
                  <a:gd name="connsiteX2" fmla="*/ 113617 w 871782"/>
                  <a:gd name="connsiteY2" fmla="*/ 10087 h 984818"/>
                  <a:gd name="connsiteX3" fmla="*/ 395038 w 871782"/>
                  <a:gd name="connsiteY3" fmla="*/ 48459 h 984818"/>
                  <a:gd name="connsiteX4" fmla="*/ 650708 w 871782"/>
                  <a:gd name="connsiteY4" fmla="*/ 223323 h 984818"/>
                  <a:gd name="connsiteX5" fmla="*/ 655352 w 871782"/>
                  <a:gd name="connsiteY5" fmla="*/ 230565 h 984818"/>
                  <a:gd name="connsiteX6" fmla="*/ 730911 w 871782"/>
                  <a:gd name="connsiteY6" fmla="*/ 246359 h 984818"/>
                  <a:gd name="connsiteX7" fmla="*/ 802893 w 871782"/>
                  <a:gd name="connsiteY7" fmla="*/ 293864 h 984818"/>
                  <a:gd name="connsiteX8" fmla="*/ 816508 w 871782"/>
                  <a:gd name="connsiteY8" fmla="*/ 592283 h 984818"/>
                  <a:gd name="connsiteX9" fmla="*/ 517818 w 871782"/>
                  <a:gd name="connsiteY9" fmla="*/ 587364 h 984818"/>
                  <a:gd name="connsiteX10" fmla="*/ 504204 w 871782"/>
                  <a:gd name="connsiteY10" fmla="*/ 288944 h 984818"/>
                  <a:gd name="connsiteX11" fmla="*/ 536102 w 871782"/>
                  <a:gd name="connsiteY11" fmla="*/ 262450 h 984818"/>
                  <a:gd name="connsiteX12" fmla="*/ 558391 w 871782"/>
                  <a:gd name="connsiteY12" fmla="*/ 250820 h 984818"/>
                  <a:gd name="connsiteX13" fmla="*/ 537433 w 871782"/>
                  <a:gd name="connsiteY13" fmla="*/ 225762 h 984818"/>
                  <a:gd name="connsiteX14" fmla="*/ 346020 w 871782"/>
                  <a:gd name="connsiteY14" fmla="*/ 123247 h 984818"/>
                  <a:gd name="connsiteX15" fmla="*/ 198368 w 871782"/>
                  <a:gd name="connsiteY15" fmla="*/ 97363 h 984818"/>
                  <a:gd name="connsiteX16" fmla="*/ 154394 w 871782"/>
                  <a:gd name="connsiteY16" fmla="*/ 99266 h 984818"/>
                  <a:gd name="connsiteX17" fmla="*/ 182035 w 871782"/>
                  <a:gd name="connsiteY17" fmla="*/ 126743 h 984818"/>
                  <a:gd name="connsiteX18" fmla="*/ 288974 w 871782"/>
                  <a:gd name="connsiteY18" fmla="*/ 282554 h 984818"/>
                  <a:gd name="connsiteX19" fmla="*/ 353794 w 871782"/>
                  <a:gd name="connsiteY19" fmla="*/ 528683 h 984818"/>
                  <a:gd name="connsiteX20" fmla="*/ 348851 w 871782"/>
                  <a:gd name="connsiteY20" fmla="*/ 567300 h 984818"/>
                  <a:gd name="connsiteX21" fmla="*/ 407314 w 871782"/>
                  <a:gd name="connsiteY21" fmla="*/ 579520 h 984818"/>
                  <a:gd name="connsiteX22" fmla="*/ 479297 w 871782"/>
                  <a:gd name="connsiteY22" fmla="*/ 627024 h 984818"/>
                  <a:gd name="connsiteX23" fmla="*/ 492911 w 871782"/>
                  <a:gd name="connsiteY23" fmla="*/ 925444 h 984818"/>
                  <a:gd name="connsiteX24" fmla="*/ 194222 w 871782"/>
                  <a:gd name="connsiteY24" fmla="*/ 920525 h 984818"/>
                  <a:gd name="connsiteX25" fmla="*/ 180607 w 871782"/>
                  <a:gd name="connsiteY25" fmla="*/ 622105 h 984818"/>
                  <a:gd name="connsiteX26" fmla="*/ 248360 w 871782"/>
                  <a:gd name="connsiteY26" fmla="*/ 576902 h 984818"/>
                  <a:gd name="connsiteX27" fmla="*/ 262718 w 871782"/>
                  <a:gd name="connsiteY27" fmla="*/ 574324 h 984818"/>
                  <a:gd name="connsiteX28" fmla="*/ 267583 w 871782"/>
                  <a:gd name="connsiteY28" fmla="*/ 508949 h 984818"/>
                  <a:gd name="connsiteX29" fmla="*/ 201704 w 871782"/>
                  <a:gd name="connsiteY29" fmla="*/ 302049 h 984818"/>
                  <a:gd name="connsiteX30" fmla="*/ 0 w 871782"/>
                  <a:gd name="connsiteY30" fmla="*/ 79236 h 984818"/>
                  <a:gd name="connsiteX31" fmla="*/ 22016 w 871782"/>
                  <a:gd name="connsiteY31" fmla="*/ 32945 h 984818"/>
                  <a:gd name="connsiteX32" fmla="*/ 17918 w 871782"/>
                  <a:gd name="connsiteY32" fmla="*/ 20857 h 984818"/>
                  <a:gd name="connsiteX33" fmla="*/ 28323 w 871782"/>
                  <a:gd name="connsiteY33" fmla="*/ 19686 h 984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871782" h="984818">
                    <a:moveTo>
                      <a:pt x="37686" y="0"/>
                    </a:moveTo>
                    <a:lnTo>
                      <a:pt x="58699" y="16267"/>
                    </a:lnTo>
                    <a:lnTo>
                      <a:pt x="113617" y="10087"/>
                    </a:lnTo>
                    <a:cubicBezTo>
                      <a:pt x="209893" y="5283"/>
                      <a:pt x="306846" y="18305"/>
                      <a:pt x="395038" y="48459"/>
                    </a:cubicBezTo>
                    <a:cubicBezTo>
                      <a:pt x="505486" y="86223"/>
                      <a:pt x="594203" y="148031"/>
                      <a:pt x="650708" y="223323"/>
                    </a:cubicBezTo>
                    <a:lnTo>
                      <a:pt x="655352" y="230565"/>
                    </a:lnTo>
                    <a:lnTo>
                      <a:pt x="730911" y="246359"/>
                    </a:lnTo>
                    <a:cubicBezTo>
                      <a:pt x="756805" y="257079"/>
                      <a:pt x="781333" y="272922"/>
                      <a:pt x="802893" y="293864"/>
                    </a:cubicBezTo>
                    <a:cubicBezTo>
                      <a:pt x="889134" y="377629"/>
                      <a:pt x="895230" y="511235"/>
                      <a:pt x="816508" y="592283"/>
                    </a:cubicBezTo>
                    <a:cubicBezTo>
                      <a:pt x="737787" y="673331"/>
                      <a:pt x="604059" y="671129"/>
                      <a:pt x="517818" y="587364"/>
                    </a:cubicBezTo>
                    <a:cubicBezTo>
                      <a:pt x="431578" y="503599"/>
                      <a:pt x="425482" y="369992"/>
                      <a:pt x="504204" y="288944"/>
                    </a:cubicBezTo>
                    <a:cubicBezTo>
                      <a:pt x="514044" y="278813"/>
                      <a:pt x="524743" y="269983"/>
                      <a:pt x="536102" y="262450"/>
                    </a:cubicBezTo>
                    <a:lnTo>
                      <a:pt x="558391" y="250820"/>
                    </a:lnTo>
                    <a:lnTo>
                      <a:pt x="537433" y="225762"/>
                    </a:lnTo>
                    <a:cubicBezTo>
                      <a:pt x="488684" y="181757"/>
                      <a:pt x="423241" y="146105"/>
                      <a:pt x="346020" y="123247"/>
                    </a:cubicBezTo>
                    <a:cubicBezTo>
                      <a:pt x="298871" y="109291"/>
                      <a:pt x="249005" y="100621"/>
                      <a:pt x="198368" y="97363"/>
                    </a:cubicBezTo>
                    <a:lnTo>
                      <a:pt x="154394" y="99266"/>
                    </a:lnTo>
                    <a:lnTo>
                      <a:pt x="182035" y="126743"/>
                    </a:lnTo>
                    <a:cubicBezTo>
                      <a:pt x="224538" y="174533"/>
                      <a:pt x="260805" y="227169"/>
                      <a:pt x="288974" y="282554"/>
                    </a:cubicBezTo>
                    <a:cubicBezTo>
                      <a:pt x="331306" y="365788"/>
                      <a:pt x="352940" y="450369"/>
                      <a:pt x="353794" y="528683"/>
                    </a:cubicBezTo>
                    <a:lnTo>
                      <a:pt x="348851" y="567300"/>
                    </a:lnTo>
                    <a:lnTo>
                      <a:pt x="407314" y="579520"/>
                    </a:lnTo>
                    <a:cubicBezTo>
                      <a:pt x="433208" y="590240"/>
                      <a:pt x="457736" y="606083"/>
                      <a:pt x="479297" y="627024"/>
                    </a:cubicBezTo>
                    <a:cubicBezTo>
                      <a:pt x="565537" y="710790"/>
                      <a:pt x="571633" y="844396"/>
                      <a:pt x="492911" y="925444"/>
                    </a:cubicBezTo>
                    <a:cubicBezTo>
                      <a:pt x="414190" y="1006492"/>
                      <a:pt x="280462" y="1004290"/>
                      <a:pt x="194222" y="920525"/>
                    </a:cubicBezTo>
                    <a:cubicBezTo>
                      <a:pt x="107981" y="836760"/>
                      <a:pt x="101885" y="703153"/>
                      <a:pt x="180607" y="622105"/>
                    </a:cubicBezTo>
                    <a:cubicBezTo>
                      <a:pt x="200287" y="601843"/>
                      <a:pt x="223405" y="586784"/>
                      <a:pt x="248360" y="576902"/>
                    </a:cubicBezTo>
                    <a:lnTo>
                      <a:pt x="262718" y="574324"/>
                    </a:lnTo>
                    <a:lnTo>
                      <a:pt x="267583" y="508949"/>
                    </a:lnTo>
                    <a:cubicBezTo>
                      <a:pt x="263275" y="443418"/>
                      <a:pt x="241170" y="372247"/>
                      <a:pt x="201704" y="302049"/>
                    </a:cubicBezTo>
                    <a:cubicBezTo>
                      <a:pt x="153510" y="216325"/>
                      <a:pt x="82785" y="138198"/>
                      <a:pt x="0" y="79236"/>
                    </a:cubicBezTo>
                    <a:lnTo>
                      <a:pt x="22016" y="32945"/>
                    </a:lnTo>
                    <a:lnTo>
                      <a:pt x="17918" y="20857"/>
                    </a:lnTo>
                    <a:lnTo>
                      <a:pt x="28323" y="19686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8E3B8EB-66CE-433A-B996-8CBE03EA05C9}"/>
                  </a:ext>
                </a:extLst>
              </p:cNvPr>
              <p:cNvSpPr/>
              <p:nvPr/>
            </p:nvSpPr>
            <p:spPr>
              <a:xfrm rot="7313666">
                <a:off x="745137" y="2490438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CB5CF48B-6760-4494-8057-EE6708CF0F73}"/>
                  </a:ext>
                </a:extLst>
              </p:cNvPr>
              <p:cNvSpPr/>
              <p:nvPr/>
            </p:nvSpPr>
            <p:spPr>
              <a:xfrm rot="7313666">
                <a:off x="3392450" y="2460249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037FB96A-E689-4F5C-AD71-41A17B55FDA6}"/>
                  </a:ext>
                </a:extLst>
              </p:cNvPr>
              <p:cNvSpPr/>
              <p:nvPr/>
            </p:nvSpPr>
            <p:spPr>
              <a:xfrm>
                <a:off x="758756" y="4076754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02A91842-260D-4324-AE74-C0B2F9ECB164}"/>
                  </a:ext>
                </a:extLst>
              </p:cNvPr>
              <p:cNvSpPr/>
              <p:nvPr/>
            </p:nvSpPr>
            <p:spPr>
              <a:xfrm rot="7313666">
                <a:off x="1661254" y="796081"/>
                <a:ext cx="690109" cy="493909"/>
              </a:xfrm>
              <a:custGeom>
                <a:avLst/>
                <a:gdLst>
                  <a:gd name="connsiteX0" fmla="*/ 4351836 w 8420060"/>
                  <a:gd name="connsiteY0" fmla="*/ 2137819 h 6026219"/>
                  <a:gd name="connsiteX1" fmla="*/ 4516050 w 8420060"/>
                  <a:gd name="connsiteY1" fmla="*/ 2103629 h 6026219"/>
                  <a:gd name="connsiteX2" fmla="*/ 4623925 w 8420060"/>
                  <a:gd name="connsiteY2" fmla="*/ 2095100 h 6026219"/>
                  <a:gd name="connsiteX3" fmla="*/ 4682417 w 8420060"/>
                  <a:gd name="connsiteY3" fmla="*/ 2096642 h 6026219"/>
                  <a:gd name="connsiteX4" fmla="*/ 4686946 w 8420060"/>
                  <a:gd name="connsiteY4" fmla="*/ 2083338 h 6026219"/>
                  <a:gd name="connsiteX5" fmla="*/ 4705827 w 8420060"/>
                  <a:gd name="connsiteY5" fmla="*/ 2049241 h 6026219"/>
                  <a:gd name="connsiteX6" fmla="*/ 4573340 w 8420060"/>
                  <a:gd name="connsiteY6" fmla="*/ 2076826 h 6026219"/>
                  <a:gd name="connsiteX7" fmla="*/ 4402728 w 8420060"/>
                  <a:gd name="connsiteY7" fmla="*/ 2085065 h 6026219"/>
                  <a:gd name="connsiteX8" fmla="*/ 4358901 w 8420060"/>
                  <a:gd name="connsiteY8" fmla="*/ 2079366 h 6026219"/>
                  <a:gd name="connsiteX9" fmla="*/ 4834686 w 8420060"/>
                  <a:gd name="connsiteY9" fmla="*/ 4422219 h 6026219"/>
                  <a:gd name="connsiteX10" fmla="*/ 4853004 w 8420060"/>
                  <a:gd name="connsiteY10" fmla="*/ 4398750 h 6026219"/>
                  <a:gd name="connsiteX11" fmla="*/ 4863423 w 8420060"/>
                  <a:gd name="connsiteY11" fmla="*/ 4388781 h 6026219"/>
                  <a:gd name="connsiteX12" fmla="*/ 4855938 w 8420060"/>
                  <a:gd name="connsiteY12" fmla="*/ 4383841 h 6026219"/>
                  <a:gd name="connsiteX13" fmla="*/ 1556197 w 8420060"/>
                  <a:gd name="connsiteY13" fmla="*/ 4542582 h 6026219"/>
                  <a:gd name="connsiteX14" fmla="*/ 2035093 w 8420060"/>
                  <a:gd name="connsiteY14" fmla="*/ 4733117 h 6026219"/>
                  <a:gd name="connsiteX15" fmla="*/ 2060586 w 8420060"/>
                  <a:gd name="connsiteY15" fmla="*/ 4674299 h 6026219"/>
                  <a:gd name="connsiteX16" fmla="*/ 2367819 w 8420060"/>
                  <a:gd name="connsiteY16" fmla="*/ 4303823 h 6026219"/>
                  <a:gd name="connsiteX17" fmla="*/ 2387789 w 8420060"/>
                  <a:gd name="connsiteY17" fmla="*/ 4289426 h 6026219"/>
                  <a:gd name="connsiteX18" fmla="*/ 2277995 w 8420060"/>
                  <a:gd name="connsiteY18" fmla="*/ 4216969 h 6026219"/>
                  <a:gd name="connsiteX19" fmla="*/ 2209269 w 8420060"/>
                  <a:gd name="connsiteY19" fmla="*/ 4136168 h 6026219"/>
                  <a:gd name="connsiteX20" fmla="*/ 563741 w 8420060"/>
                  <a:gd name="connsiteY20" fmla="*/ 6026219 h 6026219"/>
                  <a:gd name="connsiteX21" fmla="*/ 563743 w 8420060"/>
                  <a:gd name="connsiteY21" fmla="*/ 4644828 h 6026219"/>
                  <a:gd name="connsiteX22" fmla="*/ 0 w 8420060"/>
                  <a:gd name="connsiteY22" fmla="*/ 4600174 h 6026219"/>
                  <a:gd name="connsiteX23" fmla="*/ 23605 w 8420060"/>
                  <a:gd name="connsiteY23" fmla="*/ 4302173 h 6026219"/>
                  <a:gd name="connsiteX24" fmla="*/ 1224376 w 8420060"/>
                  <a:gd name="connsiteY24" fmla="*/ 4397285 h 6026219"/>
                  <a:gd name="connsiteX25" fmla="*/ 2064668 w 8420060"/>
                  <a:gd name="connsiteY25" fmla="*/ 3874362 h 6026219"/>
                  <a:gd name="connsiteX26" fmla="*/ 1983864 w 8420060"/>
                  <a:gd name="connsiteY26" fmla="*/ 3878264 h 6026219"/>
                  <a:gd name="connsiteX27" fmla="*/ 1478759 w 8420060"/>
                  <a:gd name="connsiteY27" fmla="*/ 3625480 h 6026219"/>
                  <a:gd name="connsiteX28" fmla="*/ 1974941 w 8420060"/>
                  <a:gd name="connsiteY28" fmla="*/ 2514678 h 6026219"/>
                  <a:gd name="connsiteX29" fmla="*/ 2514959 w 8420060"/>
                  <a:gd name="connsiteY29" fmla="*/ 2315592 h 6026219"/>
                  <a:gd name="connsiteX30" fmla="*/ 2562657 w 8420060"/>
                  <a:gd name="connsiteY30" fmla="*/ 2313288 h 6026219"/>
                  <a:gd name="connsiteX31" fmla="*/ 2574784 w 8420060"/>
                  <a:gd name="connsiteY31" fmla="*/ 2277668 h 6026219"/>
                  <a:gd name="connsiteX32" fmla="*/ 3074662 w 8420060"/>
                  <a:gd name="connsiteY32" fmla="*/ 1731681 h 6026219"/>
                  <a:gd name="connsiteX33" fmla="*/ 3785291 w 8420060"/>
                  <a:gd name="connsiteY33" fmla="*/ 1524357 h 6026219"/>
                  <a:gd name="connsiteX34" fmla="*/ 3829117 w 8420060"/>
                  <a:gd name="connsiteY34" fmla="*/ 1530056 h 6026219"/>
                  <a:gd name="connsiteX35" fmla="*/ 3842653 w 8420060"/>
                  <a:gd name="connsiteY35" fmla="*/ 1418071 h 6026219"/>
                  <a:gd name="connsiteX36" fmla="*/ 4393805 w 8420060"/>
                  <a:gd name="connsiteY36" fmla="*/ 721479 h 6026219"/>
                  <a:gd name="connsiteX37" fmla="*/ 5104435 w 8420060"/>
                  <a:gd name="connsiteY37" fmla="*/ 514154 h 6026219"/>
                  <a:gd name="connsiteX38" fmla="*/ 5251327 w 8420060"/>
                  <a:gd name="connsiteY38" fmla="*/ 533257 h 6026219"/>
                  <a:gd name="connsiteX39" fmla="*/ 5350783 w 8420060"/>
                  <a:gd name="connsiteY39" fmla="*/ 438096 h 6026219"/>
                  <a:gd name="connsiteX40" fmla="*/ 5515979 w 8420060"/>
                  <a:gd name="connsiteY40" fmla="*/ 318999 h 6026219"/>
                  <a:gd name="connsiteX41" fmla="*/ 6731714 w 8420060"/>
                  <a:gd name="connsiteY41" fmla="*/ 364457 h 6026219"/>
                  <a:gd name="connsiteX42" fmla="*/ 6786831 w 8420060"/>
                  <a:gd name="connsiteY42" fmla="*/ 491793 h 6026219"/>
                  <a:gd name="connsiteX43" fmla="*/ 6800183 w 8420060"/>
                  <a:gd name="connsiteY43" fmla="*/ 597315 h 6026219"/>
                  <a:gd name="connsiteX44" fmla="*/ 6825664 w 8420060"/>
                  <a:gd name="connsiteY44" fmla="*/ 557244 h 6026219"/>
                  <a:gd name="connsiteX45" fmla="*/ 7104837 w 8420060"/>
                  <a:gd name="connsiteY45" fmla="*/ 276312 h 6026219"/>
                  <a:gd name="connsiteX46" fmla="*/ 8319307 w 8420060"/>
                  <a:gd name="connsiteY46" fmla="*/ 204603 h 6026219"/>
                  <a:gd name="connsiteX47" fmla="*/ 7932288 w 8420060"/>
                  <a:gd name="connsiteY47" fmla="*/ 1357987 h 6026219"/>
                  <a:gd name="connsiteX48" fmla="*/ 7762504 w 8420060"/>
                  <a:gd name="connsiteY48" fmla="*/ 1470448 h 6026219"/>
                  <a:gd name="connsiteX49" fmla="*/ 7619427 w 8420060"/>
                  <a:gd name="connsiteY49" fmla="*/ 1538919 h 6026219"/>
                  <a:gd name="connsiteX50" fmla="*/ 7594862 w 8420060"/>
                  <a:gd name="connsiteY50" fmla="*/ 1611074 h 6026219"/>
                  <a:gd name="connsiteX51" fmla="*/ 7399888 w 8420060"/>
                  <a:gd name="connsiteY51" fmla="*/ 1904288 h 6026219"/>
                  <a:gd name="connsiteX52" fmla="*/ 7316927 w 8420060"/>
                  <a:gd name="connsiteY52" fmla="*/ 1983666 h 6026219"/>
                  <a:gd name="connsiteX53" fmla="*/ 7432921 w 8420060"/>
                  <a:gd name="connsiteY53" fmla="*/ 2060215 h 6026219"/>
                  <a:gd name="connsiteX54" fmla="*/ 7522819 w 8420060"/>
                  <a:gd name="connsiteY54" fmla="*/ 2165907 h 6026219"/>
                  <a:gd name="connsiteX55" fmla="*/ 7026637 w 8420060"/>
                  <a:gd name="connsiteY55" fmla="*/ 3276709 h 6026219"/>
                  <a:gd name="connsiteX56" fmla="*/ 6665186 w 8420060"/>
                  <a:gd name="connsiteY56" fmla="*/ 3438616 h 6026219"/>
                  <a:gd name="connsiteX57" fmla="*/ 6542742 w 8420060"/>
                  <a:gd name="connsiteY57" fmla="*/ 3464110 h 6026219"/>
                  <a:gd name="connsiteX58" fmla="*/ 6544166 w 8420060"/>
                  <a:gd name="connsiteY58" fmla="*/ 3475368 h 6026219"/>
                  <a:gd name="connsiteX59" fmla="*/ 6280113 w 8420060"/>
                  <a:gd name="connsiteY59" fmla="*/ 4066503 h 6026219"/>
                  <a:gd name="connsiteX60" fmla="*/ 6269694 w 8420060"/>
                  <a:gd name="connsiteY60" fmla="*/ 4076473 h 6026219"/>
                  <a:gd name="connsiteX61" fmla="*/ 6283745 w 8420060"/>
                  <a:gd name="connsiteY61" fmla="*/ 4085746 h 6026219"/>
                  <a:gd name="connsiteX62" fmla="*/ 6373643 w 8420060"/>
                  <a:gd name="connsiteY62" fmla="*/ 4191437 h 6026219"/>
                  <a:gd name="connsiteX63" fmla="*/ 5877460 w 8420060"/>
                  <a:gd name="connsiteY63" fmla="*/ 5302239 h 6026219"/>
                  <a:gd name="connsiteX64" fmla="*/ 4702931 w 8420060"/>
                  <a:gd name="connsiteY64" fmla="*/ 5313140 h 6026219"/>
                  <a:gd name="connsiteX65" fmla="*/ 4693693 w 8420060"/>
                  <a:gd name="connsiteY65" fmla="*/ 5300504 h 6026219"/>
                  <a:gd name="connsiteX66" fmla="*/ 4644795 w 8420060"/>
                  <a:gd name="connsiteY66" fmla="*/ 5363153 h 6026219"/>
                  <a:gd name="connsiteX67" fmla="*/ 4339890 w 8420060"/>
                  <a:gd name="connsiteY67" fmla="*/ 5615925 h 6026219"/>
                  <a:gd name="connsiteX68" fmla="*/ 3124155 w 8420060"/>
                  <a:gd name="connsiteY68" fmla="*/ 5570467 h 6026219"/>
                  <a:gd name="connsiteX69" fmla="*/ 3069038 w 8420060"/>
                  <a:gd name="connsiteY69" fmla="*/ 5443131 h 6026219"/>
                  <a:gd name="connsiteX70" fmla="*/ 3068411 w 8420060"/>
                  <a:gd name="connsiteY70" fmla="*/ 5438178 h 6026219"/>
                  <a:gd name="connsiteX71" fmla="*/ 2891117 w 8420060"/>
                  <a:gd name="connsiteY71" fmla="*/ 5502894 h 6026219"/>
                  <a:gd name="connsiteX72" fmla="*/ 2036833 w 8420060"/>
                  <a:gd name="connsiteY72" fmla="*/ 5295528 h 6026219"/>
                  <a:gd name="connsiteX73" fmla="*/ 1965069 w 8420060"/>
                  <a:gd name="connsiteY73" fmla="*/ 5064425 h 6026219"/>
                  <a:gd name="connsiteX74" fmla="*/ 1966826 w 8420060"/>
                  <a:gd name="connsiteY74" fmla="*/ 5027683 h 6026219"/>
                  <a:gd name="connsiteX75" fmla="*/ 1114125 w 8420060"/>
                  <a:gd name="connsiteY75" fmla="*/ 4688423 h 6026219"/>
                  <a:gd name="connsiteX76" fmla="*/ 862678 w 8420060"/>
                  <a:gd name="connsiteY76" fmla="*/ 4668506 h 6026219"/>
                  <a:gd name="connsiteX77" fmla="*/ 862677 w 8420060"/>
                  <a:gd name="connsiteY77" fmla="*/ 6026218 h 6026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8420060" h="6026219">
                    <a:moveTo>
                      <a:pt x="4351836" y="2137819"/>
                    </a:moveTo>
                    <a:lnTo>
                      <a:pt x="4516050" y="2103629"/>
                    </a:lnTo>
                    <a:cubicBezTo>
                      <a:pt x="4552593" y="2098904"/>
                      <a:pt x="4588617" y="2096064"/>
                      <a:pt x="4623925" y="2095100"/>
                    </a:cubicBezTo>
                    <a:lnTo>
                      <a:pt x="4682417" y="2096642"/>
                    </a:lnTo>
                    <a:lnTo>
                      <a:pt x="4686946" y="2083338"/>
                    </a:lnTo>
                    <a:lnTo>
                      <a:pt x="4705827" y="2049241"/>
                    </a:lnTo>
                    <a:lnTo>
                      <a:pt x="4573340" y="2076826"/>
                    </a:lnTo>
                    <a:cubicBezTo>
                      <a:pt x="4514871" y="2084386"/>
                      <a:pt x="4457729" y="2087122"/>
                      <a:pt x="4402728" y="2085065"/>
                    </a:cubicBezTo>
                    <a:lnTo>
                      <a:pt x="4358901" y="2079366"/>
                    </a:lnTo>
                    <a:close/>
                    <a:moveTo>
                      <a:pt x="4834686" y="4422219"/>
                    </a:moveTo>
                    <a:lnTo>
                      <a:pt x="4853004" y="4398750"/>
                    </a:lnTo>
                    <a:lnTo>
                      <a:pt x="4863423" y="4388781"/>
                    </a:lnTo>
                    <a:lnTo>
                      <a:pt x="4855938" y="4383841"/>
                    </a:lnTo>
                    <a:close/>
                    <a:moveTo>
                      <a:pt x="1556197" y="4542582"/>
                    </a:moveTo>
                    <a:lnTo>
                      <a:pt x="2035093" y="4733117"/>
                    </a:lnTo>
                    <a:lnTo>
                      <a:pt x="2060586" y="4674299"/>
                    </a:lnTo>
                    <a:cubicBezTo>
                      <a:pt x="2129716" y="4543043"/>
                      <a:pt x="2234132" y="4415063"/>
                      <a:pt x="2367819" y="4303823"/>
                    </a:cubicBezTo>
                    <a:lnTo>
                      <a:pt x="2387789" y="4289426"/>
                    </a:lnTo>
                    <a:lnTo>
                      <a:pt x="2277995" y="4216969"/>
                    </a:lnTo>
                    <a:lnTo>
                      <a:pt x="2209269" y="4136168"/>
                    </a:lnTo>
                    <a:close/>
                    <a:moveTo>
                      <a:pt x="563741" y="6026219"/>
                    </a:moveTo>
                    <a:lnTo>
                      <a:pt x="563743" y="4644828"/>
                    </a:lnTo>
                    <a:lnTo>
                      <a:pt x="0" y="4600174"/>
                    </a:lnTo>
                    <a:lnTo>
                      <a:pt x="23605" y="4302173"/>
                    </a:lnTo>
                    <a:lnTo>
                      <a:pt x="1224376" y="4397285"/>
                    </a:lnTo>
                    <a:lnTo>
                      <a:pt x="2064668" y="3874362"/>
                    </a:lnTo>
                    <a:lnTo>
                      <a:pt x="1983864" y="3878264"/>
                    </a:lnTo>
                    <a:cubicBezTo>
                      <a:pt x="1763859" y="3870038"/>
                      <a:pt x="1578108" y="3785127"/>
                      <a:pt x="1478759" y="3625480"/>
                    </a:cubicBezTo>
                    <a:cubicBezTo>
                      <a:pt x="1280059" y="3306187"/>
                      <a:pt x="1502208" y="2808864"/>
                      <a:pt x="1974941" y="2514678"/>
                    </a:cubicBezTo>
                    <a:cubicBezTo>
                      <a:pt x="2152215" y="2404358"/>
                      <a:pt x="2339555" y="2338270"/>
                      <a:pt x="2514959" y="2315592"/>
                    </a:cubicBezTo>
                    <a:lnTo>
                      <a:pt x="2562657" y="2313288"/>
                    </a:lnTo>
                    <a:lnTo>
                      <a:pt x="2574784" y="2277668"/>
                    </a:lnTo>
                    <a:cubicBezTo>
                      <a:pt x="2664575" y="2076652"/>
                      <a:pt x="2838296" y="1878775"/>
                      <a:pt x="3074662" y="1731681"/>
                    </a:cubicBezTo>
                    <a:cubicBezTo>
                      <a:pt x="3311027" y="1584589"/>
                      <a:pt x="3565286" y="1516130"/>
                      <a:pt x="3785291" y="1524357"/>
                    </a:cubicBezTo>
                    <a:lnTo>
                      <a:pt x="3829117" y="1530056"/>
                    </a:lnTo>
                    <a:lnTo>
                      <a:pt x="3842653" y="1418071"/>
                    </a:lnTo>
                    <a:cubicBezTo>
                      <a:pt x="3900774" y="1168562"/>
                      <a:pt x="4098347" y="905346"/>
                      <a:pt x="4393805" y="721479"/>
                    </a:cubicBezTo>
                    <a:cubicBezTo>
                      <a:pt x="4630171" y="574386"/>
                      <a:pt x="4884430" y="505927"/>
                      <a:pt x="5104435" y="514154"/>
                    </a:cubicBezTo>
                    <a:lnTo>
                      <a:pt x="5251327" y="533257"/>
                    </a:lnTo>
                    <a:lnTo>
                      <a:pt x="5350783" y="438096"/>
                    </a:lnTo>
                    <a:cubicBezTo>
                      <a:pt x="5401711" y="395720"/>
                      <a:pt x="5456887" y="355772"/>
                      <a:pt x="5515979" y="318999"/>
                    </a:cubicBezTo>
                    <a:cubicBezTo>
                      <a:pt x="5988711" y="24812"/>
                      <a:pt x="6533015" y="45164"/>
                      <a:pt x="6731714" y="364457"/>
                    </a:cubicBezTo>
                    <a:cubicBezTo>
                      <a:pt x="6756551" y="404369"/>
                      <a:pt x="6774813" y="447062"/>
                      <a:pt x="6786831" y="491793"/>
                    </a:cubicBezTo>
                    <a:lnTo>
                      <a:pt x="6800183" y="597315"/>
                    </a:lnTo>
                    <a:lnTo>
                      <a:pt x="6825664" y="557244"/>
                    </a:lnTo>
                    <a:cubicBezTo>
                      <a:pt x="6900528" y="456592"/>
                      <a:pt x="6994277" y="360887"/>
                      <a:pt x="7104837" y="276312"/>
                    </a:cubicBezTo>
                    <a:cubicBezTo>
                      <a:pt x="7547076" y="-61988"/>
                      <a:pt x="8090813" y="-94094"/>
                      <a:pt x="8319307" y="204603"/>
                    </a:cubicBezTo>
                    <a:cubicBezTo>
                      <a:pt x="8547801" y="503300"/>
                      <a:pt x="8374526" y="1019687"/>
                      <a:pt x="7932288" y="1357987"/>
                    </a:cubicBezTo>
                    <a:cubicBezTo>
                      <a:pt x="7877008" y="1400274"/>
                      <a:pt x="7820142" y="1437777"/>
                      <a:pt x="7762504" y="1470448"/>
                    </a:cubicBezTo>
                    <a:lnTo>
                      <a:pt x="7619427" y="1538919"/>
                    </a:lnTo>
                    <a:lnTo>
                      <a:pt x="7594862" y="1611074"/>
                    </a:lnTo>
                    <a:cubicBezTo>
                      <a:pt x="7549966" y="1711582"/>
                      <a:pt x="7484088" y="1811305"/>
                      <a:pt x="7399888" y="1904288"/>
                    </a:cubicBezTo>
                    <a:lnTo>
                      <a:pt x="7316927" y="1983666"/>
                    </a:lnTo>
                    <a:lnTo>
                      <a:pt x="7432921" y="2060215"/>
                    </a:lnTo>
                    <a:cubicBezTo>
                      <a:pt x="7467744" y="2090754"/>
                      <a:pt x="7497981" y="2125995"/>
                      <a:pt x="7522819" y="2165907"/>
                    </a:cubicBezTo>
                    <a:cubicBezTo>
                      <a:pt x="7721518" y="2485200"/>
                      <a:pt x="7499369" y="2982523"/>
                      <a:pt x="7026637" y="3276709"/>
                    </a:cubicBezTo>
                    <a:cubicBezTo>
                      <a:pt x="6908454" y="3350256"/>
                      <a:pt x="6785797" y="3404144"/>
                      <a:pt x="6665186" y="3438616"/>
                    </a:cubicBezTo>
                    <a:lnTo>
                      <a:pt x="6542742" y="3464110"/>
                    </a:lnTo>
                    <a:lnTo>
                      <a:pt x="6544166" y="3475368"/>
                    </a:lnTo>
                    <a:cubicBezTo>
                      <a:pt x="6543625" y="3667611"/>
                      <a:pt x="6448513" y="3880538"/>
                      <a:pt x="6280113" y="4066503"/>
                    </a:cubicBezTo>
                    <a:lnTo>
                      <a:pt x="6269694" y="4076473"/>
                    </a:lnTo>
                    <a:lnTo>
                      <a:pt x="6283745" y="4085746"/>
                    </a:lnTo>
                    <a:cubicBezTo>
                      <a:pt x="6318568" y="4116285"/>
                      <a:pt x="6348805" y="4151525"/>
                      <a:pt x="6373643" y="4191437"/>
                    </a:cubicBezTo>
                    <a:cubicBezTo>
                      <a:pt x="6572342" y="4510730"/>
                      <a:pt x="6350193" y="5008053"/>
                      <a:pt x="5877460" y="5302239"/>
                    </a:cubicBezTo>
                    <a:cubicBezTo>
                      <a:pt x="5434275" y="5578038"/>
                      <a:pt x="4928185" y="5577388"/>
                      <a:pt x="4702931" y="5313140"/>
                    </a:cubicBezTo>
                    <a:lnTo>
                      <a:pt x="4693693" y="5300504"/>
                    </a:lnTo>
                    <a:lnTo>
                      <a:pt x="4644795" y="5363153"/>
                    </a:lnTo>
                    <a:cubicBezTo>
                      <a:pt x="4560595" y="5456136"/>
                      <a:pt x="4458074" y="5542378"/>
                      <a:pt x="4339890" y="5615925"/>
                    </a:cubicBezTo>
                    <a:cubicBezTo>
                      <a:pt x="3867158" y="5910111"/>
                      <a:pt x="3322854" y="5889759"/>
                      <a:pt x="3124155" y="5570467"/>
                    </a:cubicBezTo>
                    <a:cubicBezTo>
                      <a:pt x="3099318" y="5530555"/>
                      <a:pt x="3081056" y="5487862"/>
                      <a:pt x="3069038" y="5443131"/>
                    </a:cubicBezTo>
                    <a:lnTo>
                      <a:pt x="3068411" y="5438178"/>
                    </a:lnTo>
                    <a:lnTo>
                      <a:pt x="2891117" y="5502894"/>
                    </a:lnTo>
                    <a:cubicBezTo>
                      <a:pt x="2529284" y="5606313"/>
                      <a:pt x="2185857" y="5534998"/>
                      <a:pt x="2036833" y="5295528"/>
                    </a:cubicBezTo>
                    <a:cubicBezTo>
                      <a:pt x="1993367" y="5225683"/>
                      <a:pt x="1970040" y="5147319"/>
                      <a:pt x="1965069" y="5064425"/>
                    </a:cubicBezTo>
                    <a:lnTo>
                      <a:pt x="1966826" y="5027683"/>
                    </a:lnTo>
                    <a:lnTo>
                      <a:pt x="1114125" y="4688423"/>
                    </a:lnTo>
                    <a:lnTo>
                      <a:pt x="862678" y="4668506"/>
                    </a:lnTo>
                    <a:lnTo>
                      <a:pt x="862677" y="6026218"/>
                    </a:lnTo>
                    <a:close/>
                  </a:path>
                </a:pathLst>
              </a:custGeom>
              <a:solidFill>
                <a:srgbClr val="66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D7899BC0-4079-406A-8965-447A404263D7}"/>
                  </a:ext>
                </a:extLst>
              </p:cNvPr>
              <p:cNvSpPr/>
              <p:nvPr/>
            </p:nvSpPr>
            <p:spPr>
              <a:xfrm>
                <a:off x="3310067" y="-23159"/>
                <a:ext cx="767329" cy="542674"/>
              </a:xfrm>
              <a:custGeom>
                <a:avLst/>
                <a:gdLst>
                  <a:gd name="connsiteX0" fmla="*/ 3374525 w 7088726"/>
                  <a:gd name="connsiteY0" fmla="*/ 0 h 5013326"/>
                  <a:gd name="connsiteX1" fmla="*/ 6731628 w 7088726"/>
                  <a:gd name="connsiteY1" fmla="*/ 2250371 h 5013326"/>
                  <a:gd name="connsiteX2" fmla="*/ 6745640 w 7088726"/>
                  <a:gd name="connsiteY2" fmla="*/ 2456493 h 5013326"/>
                  <a:gd name="connsiteX3" fmla="*/ 6767042 w 7088726"/>
                  <a:gd name="connsiteY3" fmla="*/ 2464222 h 5013326"/>
                  <a:gd name="connsiteX4" fmla="*/ 7088726 w 7088726"/>
                  <a:gd name="connsiteY4" fmla="*/ 2640203 h 5013326"/>
                  <a:gd name="connsiteX5" fmla="*/ 6980334 w 7088726"/>
                  <a:gd name="connsiteY5" fmla="*/ 2711697 h 5013326"/>
                  <a:gd name="connsiteX6" fmla="*/ 6839882 w 7088726"/>
                  <a:gd name="connsiteY6" fmla="*/ 2630615 h 5013326"/>
                  <a:gd name="connsiteX7" fmla="*/ 6743553 w 7088726"/>
                  <a:gd name="connsiteY7" fmla="*/ 2587522 h 5013326"/>
                  <a:gd name="connsiteX8" fmla="*/ 6731628 w 7088726"/>
                  <a:gd name="connsiteY8" fmla="*/ 2762955 h 5013326"/>
                  <a:gd name="connsiteX9" fmla="*/ 3374525 w 7088726"/>
                  <a:gd name="connsiteY9" fmla="*/ 5013326 h 5013326"/>
                  <a:gd name="connsiteX10" fmla="*/ 0 w 7088726"/>
                  <a:gd name="connsiteY10" fmla="*/ 2506663 h 5013326"/>
                  <a:gd name="connsiteX11" fmla="*/ 3374525 w 7088726"/>
                  <a:gd name="connsiteY11" fmla="*/ 0 h 501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088726" h="5013326">
                    <a:moveTo>
                      <a:pt x="3374525" y="0"/>
                    </a:moveTo>
                    <a:cubicBezTo>
                      <a:pt x="5121743" y="0"/>
                      <a:pt x="6558818" y="986371"/>
                      <a:pt x="6731628" y="2250371"/>
                    </a:cubicBezTo>
                    <a:lnTo>
                      <a:pt x="6745640" y="2456493"/>
                    </a:lnTo>
                    <a:lnTo>
                      <a:pt x="6767042" y="2464222"/>
                    </a:lnTo>
                    <a:cubicBezTo>
                      <a:pt x="6883359" y="2512796"/>
                      <a:pt x="6991617" y="2571674"/>
                      <a:pt x="7088726" y="2640203"/>
                    </a:cubicBezTo>
                    <a:lnTo>
                      <a:pt x="6980334" y="2711697"/>
                    </a:lnTo>
                    <a:cubicBezTo>
                      <a:pt x="6935797" y="2682593"/>
                      <a:pt x="6888870" y="2655544"/>
                      <a:pt x="6839882" y="2630615"/>
                    </a:cubicBezTo>
                    <a:lnTo>
                      <a:pt x="6743553" y="2587522"/>
                    </a:lnTo>
                    <a:lnTo>
                      <a:pt x="6731628" y="2762955"/>
                    </a:lnTo>
                    <a:cubicBezTo>
                      <a:pt x="6558818" y="4026955"/>
                      <a:pt x="5121743" y="5013326"/>
                      <a:pt x="3374525" y="5013326"/>
                    </a:cubicBezTo>
                    <a:cubicBezTo>
                      <a:pt x="1510826" y="5013326"/>
                      <a:pt x="0" y="3891055"/>
                      <a:pt x="0" y="2506663"/>
                    </a:cubicBezTo>
                    <a:cubicBezTo>
                      <a:pt x="0" y="1122271"/>
                      <a:pt x="1510826" y="0"/>
                      <a:pt x="3374525" y="0"/>
                    </a:cubicBez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6728561A-679D-45D0-AD80-7E99D3C5A646}"/>
                  </a:ext>
                </a:extLst>
              </p:cNvPr>
              <p:cNvSpPr/>
              <p:nvPr/>
            </p:nvSpPr>
            <p:spPr>
              <a:xfrm rot="19185010">
                <a:off x="752095" y="3315060"/>
                <a:ext cx="728206" cy="490394"/>
              </a:xfrm>
              <a:custGeom>
                <a:avLst/>
                <a:gdLst>
                  <a:gd name="connsiteX0" fmla="*/ 3922602 w 3922602"/>
                  <a:gd name="connsiteY0" fmla="*/ 1025189 h 2641584"/>
                  <a:gd name="connsiteX1" fmla="*/ 3922602 w 3922602"/>
                  <a:gd name="connsiteY1" fmla="*/ 1270868 h 2641584"/>
                  <a:gd name="connsiteX2" fmla="*/ 3570130 w 3922602"/>
                  <a:gd name="connsiteY2" fmla="*/ 1270868 h 2641584"/>
                  <a:gd name="connsiteX3" fmla="*/ 3570042 w 3922602"/>
                  <a:gd name="connsiteY3" fmla="*/ 1293605 h 2641584"/>
                  <a:gd name="connsiteX4" fmla="*/ 3341106 w 3922602"/>
                  <a:gd name="connsiteY4" fmla="*/ 1762875 h 2641584"/>
                  <a:gd name="connsiteX5" fmla="*/ 3271845 w 3922602"/>
                  <a:gd name="connsiteY5" fmla="*/ 1830987 h 2641584"/>
                  <a:gd name="connsiteX6" fmla="*/ 3271612 w 3922602"/>
                  <a:gd name="connsiteY6" fmla="*/ 1831476 h 2641584"/>
                  <a:gd name="connsiteX7" fmla="*/ 1936347 w 3922602"/>
                  <a:gd name="connsiteY7" fmla="*/ 2634914 h 2641584"/>
                  <a:gd name="connsiteX8" fmla="*/ 674674 w 3922602"/>
                  <a:gd name="connsiteY8" fmla="*/ 2258234 h 2641584"/>
                  <a:gd name="connsiteX9" fmla="*/ 580813 w 3922602"/>
                  <a:gd name="connsiteY9" fmla="*/ 2170007 h 2641584"/>
                  <a:gd name="connsiteX10" fmla="*/ 464286 w 3922602"/>
                  <a:gd name="connsiteY10" fmla="*/ 2108513 h 2641584"/>
                  <a:gd name="connsiteX11" fmla="*/ 2113 w 3922602"/>
                  <a:gd name="connsiteY11" fmla="*/ 1483441 h 2641584"/>
                  <a:gd name="connsiteX12" fmla="*/ 354776 w 3922602"/>
                  <a:gd name="connsiteY12" fmla="*/ 790659 h 2641584"/>
                  <a:gd name="connsiteX13" fmla="*/ 429374 w 3922602"/>
                  <a:gd name="connsiteY13" fmla="*/ 733787 h 2641584"/>
                  <a:gd name="connsiteX14" fmla="*/ 452999 w 3922602"/>
                  <a:gd name="connsiteY14" fmla="*/ 695168 h 2641584"/>
                  <a:gd name="connsiteX15" fmla="*/ 1717949 w 3922602"/>
                  <a:gd name="connsiteY15" fmla="*/ 6670 h 2641584"/>
                  <a:gd name="connsiteX16" fmla="*/ 3167511 w 3922602"/>
                  <a:gd name="connsiteY16" fmla="*/ 578699 h 2641584"/>
                  <a:gd name="connsiteX17" fmla="*/ 3194785 w 3922602"/>
                  <a:gd name="connsiteY17" fmla="*/ 617817 h 2641584"/>
                  <a:gd name="connsiteX18" fmla="*/ 3267517 w 3922602"/>
                  <a:gd name="connsiteY18" fmla="*/ 671238 h 2641584"/>
                  <a:gd name="connsiteX19" fmla="*/ 3516857 w 3922602"/>
                  <a:gd name="connsiteY19" fmla="*/ 981168 h 2641584"/>
                  <a:gd name="connsiteX20" fmla="*/ 3532427 w 3922602"/>
                  <a:gd name="connsiteY20" fmla="*/ 1025189 h 264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2602" h="2641584">
                    <a:moveTo>
                      <a:pt x="3922602" y="1025189"/>
                    </a:moveTo>
                    <a:lnTo>
                      <a:pt x="3922602" y="1270868"/>
                    </a:lnTo>
                    <a:lnTo>
                      <a:pt x="3570130" y="1270868"/>
                    </a:lnTo>
                    <a:lnTo>
                      <a:pt x="3570042" y="1293605"/>
                    </a:lnTo>
                    <a:cubicBezTo>
                      <a:pt x="3555055" y="1459214"/>
                      <a:pt x="3473858" y="1619043"/>
                      <a:pt x="3341106" y="1762875"/>
                    </a:cubicBezTo>
                    <a:lnTo>
                      <a:pt x="3271845" y="1830987"/>
                    </a:lnTo>
                    <a:lnTo>
                      <a:pt x="3271612" y="1831476"/>
                    </a:lnTo>
                    <a:cubicBezTo>
                      <a:pt x="3037497" y="2263404"/>
                      <a:pt x="2537610" y="2584951"/>
                      <a:pt x="1936347" y="2634914"/>
                    </a:cubicBezTo>
                    <a:cubicBezTo>
                      <a:pt x="1444405" y="2675793"/>
                      <a:pt x="989387" y="2526159"/>
                      <a:pt x="674674" y="2258234"/>
                    </a:cubicBezTo>
                    <a:lnTo>
                      <a:pt x="580813" y="2170007"/>
                    </a:lnTo>
                    <a:lnTo>
                      <a:pt x="464286" y="2108513"/>
                    </a:lnTo>
                    <a:cubicBezTo>
                      <a:pt x="194884" y="1950599"/>
                      <a:pt x="22912" y="1733740"/>
                      <a:pt x="2113" y="1483441"/>
                    </a:cubicBezTo>
                    <a:cubicBezTo>
                      <a:pt x="-18686" y="1233143"/>
                      <a:pt x="115134" y="990874"/>
                      <a:pt x="354776" y="790659"/>
                    </a:cubicBezTo>
                    <a:lnTo>
                      <a:pt x="429374" y="733787"/>
                    </a:lnTo>
                    <a:lnTo>
                      <a:pt x="452999" y="695168"/>
                    </a:lnTo>
                    <a:cubicBezTo>
                      <a:pt x="708525" y="321962"/>
                      <a:pt x="1171347" y="52091"/>
                      <a:pt x="1717949" y="6670"/>
                    </a:cubicBezTo>
                    <a:cubicBezTo>
                      <a:pt x="2319212" y="-43292"/>
                      <a:pt x="2865316" y="191337"/>
                      <a:pt x="3167511" y="578699"/>
                    </a:cubicBezTo>
                    <a:lnTo>
                      <a:pt x="3194785" y="617817"/>
                    </a:lnTo>
                    <a:lnTo>
                      <a:pt x="3267517" y="671238"/>
                    </a:lnTo>
                    <a:cubicBezTo>
                      <a:pt x="3380106" y="762241"/>
                      <a:pt x="3465459" y="866614"/>
                      <a:pt x="3516857" y="981168"/>
                    </a:cubicBezTo>
                    <a:lnTo>
                      <a:pt x="3532427" y="102518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326BCA3-AD65-4D38-910E-DB80426454C1}"/>
              </a:ext>
            </a:extLst>
          </p:cNvPr>
          <p:cNvCxnSpPr>
            <a:cxnSpLocks/>
          </p:cNvCxnSpPr>
          <p:nvPr/>
        </p:nvCxnSpPr>
        <p:spPr>
          <a:xfrm rot="5400000">
            <a:off x="2897982" y="1889091"/>
            <a:ext cx="4233822" cy="0"/>
          </a:xfrm>
          <a:prstGeom prst="line">
            <a:avLst/>
          </a:prstGeom>
          <a:ln w="254000" cap="rnd">
            <a:solidFill>
              <a:srgbClr val="C00000">
                <a:alpha val="4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4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630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Kudamono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Fruit salad</dc:title>
  <dc:creator>Pedro</dc:creator>
  <cp:lastModifiedBy>Pedro</cp:lastModifiedBy>
  <cp:revision>111</cp:revision>
  <dcterms:created xsi:type="dcterms:W3CDTF">2020-12-15T22:45:57Z</dcterms:created>
  <dcterms:modified xsi:type="dcterms:W3CDTF">2020-12-19T14:07:00Z</dcterms:modified>
</cp:coreProperties>
</file>