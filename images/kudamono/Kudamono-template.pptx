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75" r:id="rId3"/>
    <p:sldId id="271" r:id="rId4"/>
    <p:sldId id="258" r:id="rId5"/>
    <p:sldId id="272" r:id="rId6"/>
    <p:sldId id="273" r:id="rId7"/>
    <p:sldId id="276" r:id="rId8"/>
    <p:sldId id="274" r:id="rId9"/>
    <p:sldId id="259" r:id="rId10"/>
    <p:sldId id="261" r:id="rId11"/>
    <p:sldId id="256" r:id="rId12"/>
    <p:sldId id="262" r:id="rId13"/>
    <p:sldId id="263" r:id="rId14"/>
    <p:sldId id="260" r:id="rId15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380" userDrawn="1">
          <p15:clr>
            <a:srgbClr val="A4A3A4"/>
          </p15:clr>
        </p15:guide>
        <p15:guide id="3" orient="horz" pos="21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85723"/>
    <a:srgbClr val="C00000"/>
    <a:srgbClr val="660066"/>
    <a:srgbClr val="FFC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255" autoAdjust="0"/>
    <p:restoredTop sz="94660"/>
  </p:normalViewPr>
  <p:slideViewPr>
    <p:cSldViewPr snapToGrid="0" showGuides="1">
      <p:cViewPr>
        <p:scale>
          <a:sx n="25" d="100"/>
          <a:sy n="25" d="100"/>
        </p:scale>
        <p:origin x="2500" y="292"/>
      </p:cViewPr>
      <p:guideLst>
        <p:guide pos="6380"/>
        <p:guide orient="horz" pos="21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73786-D428-4F48-941F-309901B29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470B57-DF33-4D86-B48E-7DAEE79571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C8963-B873-4F3D-9825-9BF988DE3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116C-2555-46E0-9885-301E0EDE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8B79D-FE46-4208-B6BD-CC50EB2B3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3243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7A560-5493-4D29-943F-0041C8DC7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265C2-C150-466C-A37B-4CDC6B52B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81EFA-0BA8-4B7A-83CE-BA27B25AC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33B91-CAFD-454D-AF6D-E3599114D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011F48-5D54-4FCE-8883-365C61C6E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89995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CBCB3-00F4-40AC-A18F-5DAA869D0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62BE7A-0461-468F-8848-B7255FB44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62A62-E2CF-4BA3-96B4-2955E9191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353A07-C541-4707-B5C5-DF4B1C555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CA593-8695-46B4-8FE0-F7F8B6AAE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75687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CA8DF-7848-4286-AF0A-4D1222C24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A6B73-346D-4F11-9A55-4643C7A513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713784-5C34-4184-A49A-D926C69223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C2C2C-5545-4E15-88E7-D29E3585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732F3-01E4-4C37-A30D-D93D28F76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B09D0-A145-48E9-869A-40BCEA16A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51474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5E43-6616-421A-A5D7-5DF0B5AE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C4B9B5-B7A4-4990-B36E-43006B32A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ED7294-9FE9-451A-B195-9DA6A7316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E286C1-8613-4260-BC2E-C639E99612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A1C5C0-32CF-45D9-A4FE-1763CB0D72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2C3C3C-7909-486A-B280-44B0B73BB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3C1BFD-0FE4-4743-9709-6B1CF595C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9F02EC-099F-4867-A6A7-D65CF51E1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6279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5972A-53F9-46FB-BC8C-9E14E5079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DA58FF-274F-41EB-B662-DB29E43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BC8E53-2C91-495C-9EC8-8C6E0F29F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EFC1E8-191D-4124-8BA9-A93DA7B81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53428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DC7400-BCD5-4D19-A514-096685602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36EDDB-62A1-4A16-8D2B-C9958E92F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F1373-D4FE-4ECC-9423-BE24D0882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27511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04C0F-3FAF-4181-B2D4-717A2500F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8C778-3DC6-4C25-B97D-FB677B830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D906C8-BA2B-414C-BE34-E3CA43F8D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10B07A-28B8-4EF0-818D-4E483BE13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2AC8F-C10E-4564-843E-D21D7F0FD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03AA02-E921-49BB-8746-E1B0227A2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93589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4420-08CC-49D9-9FA9-32C143D13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6D7CC0-FF91-421B-8653-EDF5CF8481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C02486-5747-4100-B7AA-74B08656B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083377-CEFF-407B-92A8-C799C4242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B0AEFA-6530-4A33-8F01-42A2CBDDC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6DBA7-D448-489A-86A6-6411820CE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31133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B236-50FF-4B0E-83A7-D85789E92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EAF51B-3554-4CD2-A6FF-9336640150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ACCF2-4039-4304-B33D-8DA7CB2B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9F76B-524A-4204-8631-AA03B2757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D8012C-2B1F-43EB-8ECA-AB3CBE1F2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33153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013BE-B7CB-48AD-9C07-DE9280EF64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DFAE9-6C8C-42C1-8855-69618AA267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B4AF-AA47-45BA-BED3-BAF20B767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B2DC0-5810-4B30-BE7F-31D7CA651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F2787-0AF7-4DE5-8F9C-0FA65E9A8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012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0506C-C1AE-4514-BEC6-090FE3822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614C9A-F601-4C13-8EBB-D6664729EC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2B31F-F321-4D1F-8F1C-6D9C8FE191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E0C3D-D4A1-435F-ACEB-DD055845B0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43230-6C5F-45DA-A0E4-22BBCC600F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0554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DBE1C-8797-4743-B6CA-772A2AD788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9800" y="1122363"/>
            <a:ext cx="10312400" cy="2387600"/>
          </a:xfrm>
        </p:spPr>
        <p:txBody>
          <a:bodyPr>
            <a:normAutofit/>
          </a:bodyPr>
          <a:lstStyle/>
          <a:p>
            <a:r>
              <a:rPr lang="pt-PT" sz="6600" b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br>
              <a:rPr lang="pt-PT" sz="6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PT" sz="4800" i="1" dirty="0" err="1">
                <a:latin typeface="Arial" panose="020B0604020202020204" pitchFamily="34" charset="0"/>
                <a:cs typeface="Arial" panose="020B0604020202020204" pitchFamily="34" charset="0"/>
              </a:rPr>
              <a:t>template</a:t>
            </a:r>
            <a:endParaRPr lang="pt-PT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B58EB-31D0-4626-96E2-8B63616D7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experimental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puzzle</a:t>
            </a:r>
          </a:p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Pedro PSI 2020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207E298-A4E6-48FF-BE05-4CD20890B3B9}"/>
              </a:ext>
            </a:extLst>
          </p:cNvPr>
          <p:cNvSpPr txBox="1">
            <a:spLocks/>
          </p:cNvSpPr>
          <p:nvPr/>
        </p:nvSpPr>
        <p:spPr>
          <a:xfrm>
            <a:off x="1524000" y="5477668"/>
            <a:ext cx="9144000" cy="10593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Feel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free to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make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your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own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puzzles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ruleset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template</a:t>
            </a:r>
            <a:endParaRPr lang="pt-P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PT" b="1" dirty="0" err="1">
                <a:latin typeface="Arial" panose="020B0604020202020204" pitchFamily="34" charset="0"/>
                <a:cs typeface="Arial" panose="020B0604020202020204" pitchFamily="34" charset="0"/>
              </a:rPr>
              <a:t>Applicable</a:t>
            </a:r>
            <a:r>
              <a:rPr lang="pt-PT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dirty="0" err="1">
                <a:latin typeface="Arial" panose="020B0604020202020204" pitchFamily="34" charset="0"/>
                <a:cs typeface="Arial" panose="020B0604020202020204" pitchFamily="34" charset="0"/>
              </a:rPr>
              <a:t>license</a:t>
            </a:r>
            <a:r>
              <a:rPr lang="pt-PT" b="1" dirty="0">
                <a:latin typeface="Arial" panose="020B0604020202020204" pitchFamily="34" charset="0"/>
                <a:cs typeface="Arial" panose="020B0604020202020204" pitchFamily="34" charset="0"/>
              </a:rPr>
              <a:t>: MIT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6B60529-DE61-4473-9618-152BE7D26BA5}"/>
              </a:ext>
            </a:extLst>
          </p:cNvPr>
          <p:cNvGrpSpPr/>
          <p:nvPr/>
        </p:nvGrpSpPr>
        <p:grpSpPr>
          <a:xfrm>
            <a:off x="176361" y="214313"/>
            <a:ext cx="3251200" cy="3251200"/>
            <a:chOff x="-5805339" y="-137685"/>
            <a:chExt cx="2552768" cy="2543707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0D523A6-F92A-4ED8-B6AA-B29451383F43}"/>
                </a:ext>
              </a:extLst>
            </p:cNvPr>
            <p:cNvGrpSpPr/>
            <p:nvPr/>
          </p:nvGrpSpPr>
          <p:grpSpPr>
            <a:xfrm>
              <a:off x="-5805339" y="710729"/>
              <a:ext cx="1696828" cy="1695293"/>
              <a:chOff x="-5751956" y="602945"/>
              <a:chExt cx="1696828" cy="169529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FF778B0-BA0F-4B66-B791-FF5D61BBBFCE}"/>
                  </a:ext>
                </a:extLst>
              </p:cNvPr>
              <p:cNvSpPr/>
              <p:nvPr/>
            </p:nvSpPr>
            <p:spPr>
              <a:xfrm>
                <a:off x="-5751956" y="60294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CA2EE0EB-EA6A-4FEC-8245-31866266E67A}"/>
                  </a:ext>
                </a:extLst>
              </p:cNvPr>
              <p:cNvSpPr/>
              <p:nvPr/>
            </p:nvSpPr>
            <p:spPr>
              <a:xfrm>
                <a:off x="-4903542" y="60294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0BF10983-0629-40E1-8BED-43FD1BCF0537}"/>
                  </a:ext>
                </a:extLst>
              </p:cNvPr>
              <p:cNvSpPr/>
              <p:nvPr/>
            </p:nvSpPr>
            <p:spPr>
              <a:xfrm>
                <a:off x="-5751956" y="144982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257736BE-120E-4354-AA59-73E8E9EF21C9}"/>
                  </a:ext>
                </a:extLst>
              </p:cNvPr>
              <p:cNvSpPr/>
              <p:nvPr/>
            </p:nvSpPr>
            <p:spPr>
              <a:xfrm>
                <a:off x="-4903542" y="144982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734B2DA-54E0-4A6D-94C4-B67B451686D9}"/>
                </a:ext>
              </a:extLst>
            </p:cNvPr>
            <p:cNvSpPr/>
            <p:nvPr/>
          </p:nvSpPr>
          <p:spPr>
            <a:xfrm>
              <a:off x="-4100985" y="71072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5412915-6C6C-44AA-BEF7-273068626830}"/>
                </a:ext>
              </a:extLst>
            </p:cNvPr>
            <p:cNvSpPr/>
            <p:nvPr/>
          </p:nvSpPr>
          <p:spPr>
            <a:xfrm>
              <a:off x="-4100985" y="1557608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1FA8027-B959-4521-985D-9FC8993AE8CF}"/>
                </a:ext>
              </a:extLst>
            </p:cNvPr>
            <p:cNvSpPr/>
            <p:nvPr/>
          </p:nvSpPr>
          <p:spPr>
            <a:xfrm>
              <a:off x="-4100985" y="-137685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0D98424-9550-4F38-9F48-56328ABBB336}"/>
                </a:ext>
              </a:extLst>
            </p:cNvPr>
            <p:cNvSpPr/>
            <p:nvPr/>
          </p:nvSpPr>
          <p:spPr>
            <a:xfrm>
              <a:off x="-5797813" y="-137685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2D65A8A-A1D3-4C75-98E4-FD566BF3E1C2}"/>
                </a:ext>
              </a:extLst>
            </p:cNvPr>
            <p:cNvSpPr/>
            <p:nvPr/>
          </p:nvSpPr>
          <p:spPr>
            <a:xfrm>
              <a:off x="-4949399" y="-137685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63412C7-834C-423B-817F-8C224414C5B1}"/>
              </a:ext>
            </a:extLst>
          </p:cNvPr>
          <p:cNvSpPr/>
          <p:nvPr/>
        </p:nvSpPr>
        <p:spPr>
          <a:xfrm rot="2750059">
            <a:off x="952608" y="2057985"/>
            <a:ext cx="560111" cy="630490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28C25D4-EDC3-482C-80CB-D5A1AAC594D2}"/>
              </a:ext>
            </a:extLst>
          </p:cNvPr>
          <p:cNvSpPr/>
          <p:nvPr/>
        </p:nvSpPr>
        <p:spPr>
          <a:xfrm rot="19185010">
            <a:off x="806097" y="1119925"/>
            <a:ext cx="745108" cy="503565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4B18788-F94D-4593-8CD3-AA24351C7BE1}"/>
              </a:ext>
            </a:extLst>
          </p:cNvPr>
          <p:cNvSpPr/>
          <p:nvPr/>
        </p:nvSpPr>
        <p:spPr>
          <a:xfrm rot="7313666">
            <a:off x="1910192" y="975582"/>
            <a:ext cx="882052" cy="629041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BCE2CFE-1D2D-4C43-89B8-19E75CD64619}"/>
              </a:ext>
            </a:extLst>
          </p:cNvPr>
          <p:cNvGrpSpPr>
            <a:grpSpLocks noChangeAspect="1"/>
          </p:cNvGrpSpPr>
          <p:nvPr/>
        </p:nvGrpSpPr>
        <p:grpSpPr>
          <a:xfrm>
            <a:off x="8574088" y="214313"/>
            <a:ext cx="1143000" cy="1143000"/>
            <a:chOff x="-5805339" y="-137685"/>
            <a:chExt cx="2552768" cy="2543707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97CBB2C-5E5A-4138-960E-A2822CE1A746}"/>
                </a:ext>
              </a:extLst>
            </p:cNvPr>
            <p:cNvGrpSpPr/>
            <p:nvPr/>
          </p:nvGrpSpPr>
          <p:grpSpPr>
            <a:xfrm>
              <a:off x="-5805339" y="-137685"/>
              <a:ext cx="2552768" cy="2543707"/>
              <a:chOff x="-5805339" y="-137685"/>
              <a:chExt cx="2552768" cy="2543707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C064CEF0-0911-43FE-9EA3-FD407307BDC4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9811996A-F3A6-4D27-849F-9805AB4472E6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5E1CB1F4-43FF-4731-9392-BC667E54A2E0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8EFFCC9B-F3B0-44AE-BF91-67DF36013FD8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983E9293-8DC9-41C3-A819-4D98C317921D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46E47DA-2C8E-4E5B-B963-617FA7FBFAA9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E67B84D1-494B-4F54-B41D-E13F4D714D1E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198921-35F6-40BC-9AB5-C09F3C274687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702F465-7423-45A0-A752-3DBC4A24F994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53E76936-5E83-4343-9831-869A9FBA3519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F8171CB-7B71-4DFD-A438-5A61A327FD74}"/>
                </a:ext>
              </a:extLst>
            </p:cNvPr>
            <p:cNvSpPr/>
            <p:nvPr/>
          </p:nvSpPr>
          <p:spPr>
            <a:xfrm rot="2750059">
              <a:off x="-5195067" y="13039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310DA4C-6772-481C-9331-DEBE2D0723B6}"/>
                </a:ext>
              </a:extLst>
            </p:cNvPr>
            <p:cNvSpPr/>
            <p:nvPr/>
          </p:nvSpPr>
          <p:spPr>
            <a:xfrm rot="19185010">
              <a:off x="-5310885" y="57085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ABD9F72-E9E8-4F42-AD3A-5BA21374D696}"/>
                </a:ext>
              </a:extLst>
            </p:cNvPr>
            <p:cNvSpPr/>
            <p:nvPr/>
          </p:nvSpPr>
          <p:spPr>
            <a:xfrm rot="7313666">
              <a:off x="-4462686" y="457048"/>
              <a:ext cx="690110" cy="49391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0047131-EB53-49B2-A8C5-3CC23347DE9C}"/>
                </a:ext>
              </a:extLst>
            </p:cNvPr>
            <p:cNvSpPr/>
            <p:nvPr/>
          </p:nvSpPr>
          <p:spPr>
            <a:xfrm>
              <a:off x="-4506592" y="1298704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67CA4E8-BBF1-486B-9101-AA62647C67DF}"/>
              </a:ext>
            </a:extLst>
          </p:cNvPr>
          <p:cNvSpPr/>
          <p:nvPr/>
        </p:nvSpPr>
        <p:spPr>
          <a:xfrm rot="8358001">
            <a:off x="1852395" y="1784461"/>
            <a:ext cx="715928" cy="996183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8866271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7A7704A-ADD7-4FB1-AA77-BC9FC459993B}"/>
              </a:ext>
            </a:extLst>
          </p:cNvPr>
          <p:cNvSpPr/>
          <p:nvPr/>
        </p:nvSpPr>
        <p:spPr>
          <a:xfrm rot="19185010">
            <a:off x="13160573" y="716542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0BDAFFFA-928E-4EC1-9F3B-E511F294CE3D}"/>
              </a:ext>
            </a:extLst>
          </p:cNvPr>
          <p:cNvSpPr/>
          <p:nvPr/>
        </p:nvSpPr>
        <p:spPr>
          <a:xfrm rot="7313666">
            <a:off x="13980817" y="-694557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0B54444D-7BC5-4F0B-89DF-A395C0A181D3}"/>
              </a:ext>
            </a:extLst>
          </p:cNvPr>
          <p:cNvSpPr/>
          <p:nvPr/>
        </p:nvSpPr>
        <p:spPr>
          <a:xfrm rot="2750059">
            <a:off x="14689932" y="326185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88D87181-9FFC-42C2-8096-856A2B617AD0}"/>
              </a:ext>
            </a:extLst>
          </p:cNvPr>
          <p:cNvGrpSpPr/>
          <p:nvPr/>
        </p:nvGrpSpPr>
        <p:grpSpPr>
          <a:xfrm>
            <a:off x="1335761" y="-1104906"/>
            <a:ext cx="9801243" cy="9723185"/>
            <a:chOff x="1335761" y="-1104906"/>
            <a:chExt cx="9801243" cy="972318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8615AE5-76AD-47DD-A7F8-E807713F6745}"/>
                </a:ext>
              </a:extLst>
            </p:cNvPr>
            <p:cNvSpPr/>
            <p:nvPr/>
          </p:nvSpPr>
          <p:spPr>
            <a:xfrm>
              <a:off x="133576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6C172A4-583A-4A22-9A6D-95AF84D41FFF}"/>
                </a:ext>
              </a:extLst>
            </p:cNvPr>
            <p:cNvSpPr/>
            <p:nvPr/>
          </p:nvSpPr>
          <p:spPr>
            <a:xfrm>
              <a:off x="133576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1436398-47D7-4949-89C5-8E825A6C9758}"/>
                </a:ext>
              </a:extLst>
            </p:cNvPr>
            <p:cNvSpPr/>
            <p:nvPr/>
          </p:nvSpPr>
          <p:spPr>
            <a:xfrm>
              <a:off x="2313905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2D7208E-316A-4D48-86AD-474BEA32FA99}"/>
                </a:ext>
              </a:extLst>
            </p:cNvPr>
            <p:cNvSpPr/>
            <p:nvPr/>
          </p:nvSpPr>
          <p:spPr>
            <a:xfrm>
              <a:off x="329204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6944DC0-BE1D-4E44-8D00-8156909E0A58}"/>
                </a:ext>
              </a:extLst>
            </p:cNvPr>
            <p:cNvSpPr/>
            <p:nvPr/>
          </p:nvSpPr>
          <p:spPr>
            <a:xfrm>
              <a:off x="2313905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1C83D9A-BDCF-4322-B557-1AD102989A61}"/>
                </a:ext>
              </a:extLst>
            </p:cNvPr>
            <p:cNvSpPr/>
            <p:nvPr/>
          </p:nvSpPr>
          <p:spPr>
            <a:xfrm>
              <a:off x="329204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2BB3D6F-BD03-42BD-AA80-9D0B1A7BE153}"/>
                </a:ext>
              </a:extLst>
            </p:cNvPr>
            <p:cNvSpPr/>
            <p:nvPr/>
          </p:nvSpPr>
          <p:spPr>
            <a:xfrm>
              <a:off x="133576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522FA30-E2A7-4356-A8C1-015D86DDC04D}"/>
                </a:ext>
              </a:extLst>
            </p:cNvPr>
            <p:cNvSpPr/>
            <p:nvPr/>
          </p:nvSpPr>
          <p:spPr>
            <a:xfrm>
              <a:off x="133576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087C983-E32C-48F9-B576-F5F5F4B5E61C}"/>
                </a:ext>
              </a:extLst>
            </p:cNvPr>
            <p:cNvSpPr/>
            <p:nvPr/>
          </p:nvSpPr>
          <p:spPr>
            <a:xfrm>
              <a:off x="2313905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818448-3476-43DF-87C6-677AB5DFDFFF}"/>
                </a:ext>
              </a:extLst>
            </p:cNvPr>
            <p:cNvSpPr/>
            <p:nvPr/>
          </p:nvSpPr>
          <p:spPr>
            <a:xfrm>
              <a:off x="329204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37C4764-3885-4DA7-9321-8012B8C98E21}"/>
                </a:ext>
              </a:extLst>
            </p:cNvPr>
            <p:cNvSpPr/>
            <p:nvPr/>
          </p:nvSpPr>
          <p:spPr>
            <a:xfrm>
              <a:off x="2313905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FF1F063-66A3-439A-A0E0-52C8612FD08C}"/>
                </a:ext>
              </a:extLst>
            </p:cNvPr>
            <p:cNvSpPr/>
            <p:nvPr/>
          </p:nvSpPr>
          <p:spPr>
            <a:xfrm>
              <a:off x="329204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3BA6675-1C96-4A8E-82AC-CC5BAE6678B1}"/>
                </a:ext>
              </a:extLst>
            </p:cNvPr>
            <p:cNvSpPr/>
            <p:nvPr/>
          </p:nvSpPr>
          <p:spPr>
            <a:xfrm>
              <a:off x="4270193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59F3925-5E9D-4F8C-AF34-9E1ADFE85A00}"/>
                </a:ext>
              </a:extLst>
            </p:cNvPr>
            <p:cNvSpPr/>
            <p:nvPr/>
          </p:nvSpPr>
          <p:spPr>
            <a:xfrm>
              <a:off x="5248337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A66EB44-92C9-491A-8ACF-09300D31B7B5}"/>
                </a:ext>
              </a:extLst>
            </p:cNvPr>
            <p:cNvSpPr/>
            <p:nvPr/>
          </p:nvSpPr>
          <p:spPr>
            <a:xfrm>
              <a:off x="4270193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FAD8305-E78F-46F8-AFE5-3D9EA89E6266}"/>
                </a:ext>
              </a:extLst>
            </p:cNvPr>
            <p:cNvSpPr/>
            <p:nvPr/>
          </p:nvSpPr>
          <p:spPr>
            <a:xfrm>
              <a:off x="5248337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C50C5A1-E5A6-44AE-9EF0-33ACE599F0B8}"/>
                </a:ext>
              </a:extLst>
            </p:cNvPr>
            <p:cNvSpPr/>
            <p:nvPr/>
          </p:nvSpPr>
          <p:spPr>
            <a:xfrm>
              <a:off x="622648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51226DA-33E7-4553-8C3F-593EC9BB4C98}"/>
                </a:ext>
              </a:extLst>
            </p:cNvPr>
            <p:cNvSpPr/>
            <p:nvPr/>
          </p:nvSpPr>
          <p:spPr>
            <a:xfrm>
              <a:off x="622648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7485A28-70A8-458D-A8B7-39B5715455E3}"/>
                </a:ext>
              </a:extLst>
            </p:cNvPr>
            <p:cNvSpPr/>
            <p:nvPr/>
          </p:nvSpPr>
          <p:spPr>
            <a:xfrm>
              <a:off x="4270193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42D0AB2-68A6-437F-8A22-B22D1B528FAE}"/>
                </a:ext>
              </a:extLst>
            </p:cNvPr>
            <p:cNvSpPr/>
            <p:nvPr/>
          </p:nvSpPr>
          <p:spPr>
            <a:xfrm>
              <a:off x="5248337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4C7CE40-6ACB-4949-AA9C-0053D7AB4DC1}"/>
                </a:ext>
              </a:extLst>
            </p:cNvPr>
            <p:cNvSpPr/>
            <p:nvPr/>
          </p:nvSpPr>
          <p:spPr>
            <a:xfrm>
              <a:off x="4270193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479CD5A-D388-49F6-B2A0-ED63C6991E7D}"/>
                </a:ext>
              </a:extLst>
            </p:cNvPr>
            <p:cNvSpPr/>
            <p:nvPr/>
          </p:nvSpPr>
          <p:spPr>
            <a:xfrm>
              <a:off x="5248337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842E9E-735E-4704-8887-F72D78C5B8D7}"/>
                </a:ext>
              </a:extLst>
            </p:cNvPr>
            <p:cNvSpPr/>
            <p:nvPr/>
          </p:nvSpPr>
          <p:spPr>
            <a:xfrm>
              <a:off x="622648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C971821-8964-44AD-9347-5B059EC9F0D1}"/>
                </a:ext>
              </a:extLst>
            </p:cNvPr>
            <p:cNvSpPr/>
            <p:nvPr/>
          </p:nvSpPr>
          <p:spPr>
            <a:xfrm>
              <a:off x="622648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DAF117E-E8CB-465F-BEF4-B9E10354782C}"/>
                </a:ext>
              </a:extLst>
            </p:cNvPr>
            <p:cNvSpPr/>
            <p:nvPr/>
          </p:nvSpPr>
          <p:spPr>
            <a:xfrm>
              <a:off x="133576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05E7E21-D836-4A0B-92FC-15F627203C31}"/>
                </a:ext>
              </a:extLst>
            </p:cNvPr>
            <p:cNvSpPr/>
            <p:nvPr/>
          </p:nvSpPr>
          <p:spPr>
            <a:xfrm>
              <a:off x="133576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2BCCC00-CCD6-419E-A422-F9F95C7755D6}"/>
                </a:ext>
              </a:extLst>
            </p:cNvPr>
            <p:cNvSpPr/>
            <p:nvPr/>
          </p:nvSpPr>
          <p:spPr>
            <a:xfrm>
              <a:off x="2313905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B4A53FA-C0A0-4A1D-AC44-8133979C9368}"/>
                </a:ext>
              </a:extLst>
            </p:cNvPr>
            <p:cNvSpPr/>
            <p:nvPr/>
          </p:nvSpPr>
          <p:spPr>
            <a:xfrm>
              <a:off x="329204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7329213-BD92-4DA8-BB35-2DF8E9462E70}"/>
                </a:ext>
              </a:extLst>
            </p:cNvPr>
            <p:cNvSpPr/>
            <p:nvPr/>
          </p:nvSpPr>
          <p:spPr>
            <a:xfrm>
              <a:off x="2313905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7BDED33-C004-4F9E-9A8F-CDCE6647E23E}"/>
                </a:ext>
              </a:extLst>
            </p:cNvPr>
            <p:cNvSpPr/>
            <p:nvPr/>
          </p:nvSpPr>
          <p:spPr>
            <a:xfrm>
              <a:off x="329204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1EEA351-2799-4D1A-B82C-8A0FE6DCC7DC}"/>
                </a:ext>
              </a:extLst>
            </p:cNvPr>
            <p:cNvSpPr/>
            <p:nvPr/>
          </p:nvSpPr>
          <p:spPr>
            <a:xfrm>
              <a:off x="133576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735C234-C756-458D-A587-3B2D73B884E5}"/>
                </a:ext>
              </a:extLst>
            </p:cNvPr>
            <p:cNvSpPr/>
            <p:nvPr/>
          </p:nvSpPr>
          <p:spPr>
            <a:xfrm>
              <a:off x="2313905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7E2E9D8-7137-48D8-8864-5F0C06EF51E7}"/>
                </a:ext>
              </a:extLst>
            </p:cNvPr>
            <p:cNvSpPr/>
            <p:nvPr/>
          </p:nvSpPr>
          <p:spPr>
            <a:xfrm>
              <a:off x="329204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990DF6F-4C5F-46E0-8A7B-1FFA707748E3}"/>
                </a:ext>
              </a:extLst>
            </p:cNvPr>
            <p:cNvSpPr/>
            <p:nvPr/>
          </p:nvSpPr>
          <p:spPr>
            <a:xfrm>
              <a:off x="4270193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F9A5D33-1427-428D-B480-662A24C5C9E6}"/>
                </a:ext>
              </a:extLst>
            </p:cNvPr>
            <p:cNvSpPr/>
            <p:nvPr/>
          </p:nvSpPr>
          <p:spPr>
            <a:xfrm>
              <a:off x="5248337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D655F7A-807B-400D-96DD-4A02431CA5A0}"/>
                </a:ext>
              </a:extLst>
            </p:cNvPr>
            <p:cNvSpPr/>
            <p:nvPr/>
          </p:nvSpPr>
          <p:spPr>
            <a:xfrm>
              <a:off x="4270193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FE141EF-7430-4FF9-BC73-788AFE9805C3}"/>
                </a:ext>
              </a:extLst>
            </p:cNvPr>
            <p:cNvSpPr/>
            <p:nvPr/>
          </p:nvSpPr>
          <p:spPr>
            <a:xfrm>
              <a:off x="5248337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88A1B89-5718-477E-8186-82C872A0B968}"/>
                </a:ext>
              </a:extLst>
            </p:cNvPr>
            <p:cNvSpPr/>
            <p:nvPr/>
          </p:nvSpPr>
          <p:spPr>
            <a:xfrm>
              <a:off x="622648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24FC7E6-0565-4D6F-909A-054763CD280A}"/>
                </a:ext>
              </a:extLst>
            </p:cNvPr>
            <p:cNvSpPr/>
            <p:nvPr/>
          </p:nvSpPr>
          <p:spPr>
            <a:xfrm>
              <a:off x="622648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03D15B5-CB7D-46B5-B146-B0A7BE6E3A7E}"/>
                </a:ext>
              </a:extLst>
            </p:cNvPr>
            <p:cNvSpPr/>
            <p:nvPr/>
          </p:nvSpPr>
          <p:spPr>
            <a:xfrm>
              <a:off x="4270193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1ED0087-0EA3-4120-8B0F-57860E927298}"/>
                </a:ext>
              </a:extLst>
            </p:cNvPr>
            <p:cNvSpPr/>
            <p:nvPr/>
          </p:nvSpPr>
          <p:spPr>
            <a:xfrm>
              <a:off x="5248337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C184A4BB-2A46-47B1-B15D-62CC3EB0EFB5}"/>
                </a:ext>
              </a:extLst>
            </p:cNvPr>
            <p:cNvSpPr/>
            <p:nvPr/>
          </p:nvSpPr>
          <p:spPr>
            <a:xfrm>
              <a:off x="622648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E658B0E-E80B-40D1-949B-080CAB4A57E8}"/>
                </a:ext>
              </a:extLst>
            </p:cNvPr>
            <p:cNvSpPr/>
            <p:nvPr/>
          </p:nvSpPr>
          <p:spPr>
            <a:xfrm>
              <a:off x="133576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03CA8A3-459B-4469-9F24-CB3A80EEADEA}"/>
                </a:ext>
              </a:extLst>
            </p:cNvPr>
            <p:cNvSpPr/>
            <p:nvPr/>
          </p:nvSpPr>
          <p:spPr>
            <a:xfrm>
              <a:off x="2313905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BBC37B07-111E-4D1A-9CD3-9A66FA99DAFA}"/>
                </a:ext>
              </a:extLst>
            </p:cNvPr>
            <p:cNvSpPr/>
            <p:nvPr/>
          </p:nvSpPr>
          <p:spPr>
            <a:xfrm>
              <a:off x="329204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273014E-E18E-486A-A0CB-BF4D66D87D81}"/>
                </a:ext>
              </a:extLst>
            </p:cNvPr>
            <p:cNvSpPr/>
            <p:nvPr/>
          </p:nvSpPr>
          <p:spPr>
            <a:xfrm>
              <a:off x="4270193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FF8FC132-187D-482D-A682-06417A81991F}"/>
                </a:ext>
              </a:extLst>
            </p:cNvPr>
            <p:cNvSpPr/>
            <p:nvPr/>
          </p:nvSpPr>
          <p:spPr>
            <a:xfrm>
              <a:off x="5248337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F270D3EF-725C-4DE4-9DCC-4732DC56B5F6}"/>
                </a:ext>
              </a:extLst>
            </p:cNvPr>
            <p:cNvSpPr/>
            <p:nvPr/>
          </p:nvSpPr>
          <p:spPr>
            <a:xfrm>
              <a:off x="622648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A794E3A-3DAE-4AD4-8482-D51BF5DE78F6}"/>
                </a:ext>
              </a:extLst>
            </p:cNvPr>
            <p:cNvSpPr/>
            <p:nvPr/>
          </p:nvSpPr>
          <p:spPr>
            <a:xfrm>
              <a:off x="721010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085E03E-6979-4E1B-9F19-CC88A99FACFF}"/>
                </a:ext>
              </a:extLst>
            </p:cNvPr>
            <p:cNvSpPr/>
            <p:nvPr/>
          </p:nvSpPr>
          <p:spPr>
            <a:xfrm>
              <a:off x="721010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3C20F01-F9B7-48B1-8106-4BD40AB5FC7E}"/>
                </a:ext>
              </a:extLst>
            </p:cNvPr>
            <p:cNvSpPr/>
            <p:nvPr/>
          </p:nvSpPr>
          <p:spPr>
            <a:xfrm>
              <a:off x="721010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E129CA2-B779-4C4B-BF44-D52B3626F3E6}"/>
                </a:ext>
              </a:extLst>
            </p:cNvPr>
            <p:cNvSpPr/>
            <p:nvPr/>
          </p:nvSpPr>
          <p:spPr>
            <a:xfrm>
              <a:off x="721010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6BF2AC03-17D5-49D3-8BE8-501352527D7B}"/>
                </a:ext>
              </a:extLst>
            </p:cNvPr>
            <p:cNvSpPr/>
            <p:nvPr/>
          </p:nvSpPr>
          <p:spPr>
            <a:xfrm>
              <a:off x="721010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2EDD651D-D1E6-4057-8A54-A203075CF512}"/>
                </a:ext>
              </a:extLst>
            </p:cNvPr>
            <p:cNvSpPr/>
            <p:nvPr/>
          </p:nvSpPr>
          <p:spPr>
            <a:xfrm>
              <a:off x="721010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C46BE253-6F10-49E0-BF89-AE28FBEE6B35}"/>
                </a:ext>
              </a:extLst>
            </p:cNvPr>
            <p:cNvSpPr/>
            <p:nvPr/>
          </p:nvSpPr>
          <p:spPr>
            <a:xfrm>
              <a:off x="721010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DBD52DA-3BC0-4328-9A55-55F4689F9BE3}"/>
                </a:ext>
              </a:extLst>
            </p:cNvPr>
            <p:cNvSpPr/>
            <p:nvPr/>
          </p:nvSpPr>
          <p:spPr>
            <a:xfrm>
              <a:off x="721010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41D9860-070E-4658-9093-E9D1D5CF78BF}"/>
                </a:ext>
              </a:extLst>
            </p:cNvPr>
            <p:cNvSpPr/>
            <p:nvPr/>
          </p:nvSpPr>
          <p:spPr>
            <a:xfrm>
              <a:off x="133576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EF2B750B-B1A4-4811-B526-EF9F6E7CFB98}"/>
                </a:ext>
              </a:extLst>
            </p:cNvPr>
            <p:cNvSpPr/>
            <p:nvPr/>
          </p:nvSpPr>
          <p:spPr>
            <a:xfrm>
              <a:off x="2313905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0995394-6320-4E0B-A6C0-C569097D368F}"/>
                </a:ext>
              </a:extLst>
            </p:cNvPr>
            <p:cNvSpPr/>
            <p:nvPr/>
          </p:nvSpPr>
          <p:spPr>
            <a:xfrm>
              <a:off x="329204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41F6CB7-AFC2-4386-9B76-855BFE7854F1}"/>
                </a:ext>
              </a:extLst>
            </p:cNvPr>
            <p:cNvSpPr/>
            <p:nvPr/>
          </p:nvSpPr>
          <p:spPr>
            <a:xfrm>
              <a:off x="4270193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A1DB7297-38A0-4FF3-8F1B-5C4D8B3650ED}"/>
                </a:ext>
              </a:extLst>
            </p:cNvPr>
            <p:cNvSpPr/>
            <p:nvPr/>
          </p:nvSpPr>
          <p:spPr>
            <a:xfrm>
              <a:off x="5248337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1A657CD-9EFA-43D9-8C4F-65237E0CF3C4}"/>
                </a:ext>
              </a:extLst>
            </p:cNvPr>
            <p:cNvSpPr/>
            <p:nvPr/>
          </p:nvSpPr>
          <p:spPr>
            <a:xfrm>
              <a:off x="622648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BAB52E0C-089C-439A-B4E5-AF8083FE7F2F}"/>
                </a:ext>
              </a:extLst>
            </p:cNvPr>
            <p:cNvSpPr/>
            <p:nvPr/>
          </p:nvSpPr>
          <p:spPr>
            <a:xfrm>
              <a:off x="721010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87AE1643-633D-4A8E-B990-ED544C39F6F9}"/>
                </a:ext>
              </a:extLst>
            </p:cNvPr>
            <p:cNvSpPr/>
            <p:nvPr/>
          </p:nvSpPr>
          <p:spPr>
            <a:xfrm>
              <a:off x="8202992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E9AC8DD8-C3B6-4D2C-857D-2D6DE83B0E27}"/>
                </a:ext>
              </a:extLst>
            </p:cNvPr>
            <p:cNvSpPr/>
            <p:nvPr/>
          </p:nvSpPr>
          <p:spPr>
            <a:xfrm>
              <a:off x="8202992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6176BA71-88AC-4376-B2AA-DA955240EAA1}"/>
                </a:ext>
              </a:extLst>
            </p:cNvPr>
            <p:cNvSpPr/>
            <p:nvPr/>
          </p:nvSpPr>
          <p:spPr>
            <a:xfrm>
              <a:off x="8202992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6B26819E-830C-4962-B5D6-BD006BA6DAE4}"/>
                </a:ext>
              </a:extLst>
            </p:cNvPr>
            <p:cNvSpPr/>
            <p:nvPr/>
          </p:nvSpPr>
          <p:spPr>
            <a:xfrm>
              <a:off x="8202992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185AE06A-49CA-4FAB-B2AD-7EB149A11C82}"/>
                </a:ext>
              </a:extLst>
            </p:cNvPr>
            <p:cNvSpPr/>
            <p:nvPr/>
          </p:nvSpPr>
          <p:spPr>
            <a:xfrm>
              <a:off x="8202992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99E6830A-4867-4B40-8997-9B6A21B353D7}"/>
                </a:ext>
              </a:extLst>
            </p:cNvPr>
            <p:cNvSpPr/>
            <p:nvPr/>
          </p:nvSpPr>
          <p:spPr>
            <a:xfrm>
              <a:off x="8202992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C41CECBD-8500-4A5F-96DB-9E4A6C551840}"/>
                </a:ext>
              </a:extLst>
            </p:cNvPr>
            <p:cNvSpPr/>
            <p:nvPr/>
          </p:nvSpPr>
          <p:spPr>
            <a:xfrm>
              <a:off x="8202992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F5E2234E-01C3-4834-B6FF-E1F953E96D8B}"/>
                </a:ext>
              </a:extLst>
            </p:cNvPr>
            <p:cNvSpPr/>
            <p:nvPr/>
          </p:nvSpPr>
          <p:spPr>
            <a:xfrm>
              <a:off x="8202992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25599E1B-1028-479A-AC4A-F2584A2FE858}"/>
                </a:ext>
              </a:extLst>
            </p:cNvPr>
            <p:cNvSpPr/>
            <p:nvPr/>
          </p:nvSpPr>
          <p:spPr>
            <a:xfrm>
              <a:off x="918661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E862131B-FBCA-41EB-B22D-585F8494E6B5}"/>
                </a:ext>
              </a:extLst>
            </p:cNvPr>
            <p:cNvSpPr/>
            <p:nvPr/>
          </p:nvSpPr>
          <p:spPr>
            <a:xfrm>
              <a:off x="918661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EB17C4CE-60BA-4E64-AF4A-ECB27482CDEF}"/>
                </a:ext>
              </a:extLst>
            </p:cNvPr>
            <p:cNvSpPr/>
            <p:nvPr/>
          </p:nvSpPr>
          <p:spPr>
            <a:xfrm>
              <a:off x="918661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EED7654F-3A60-4A9B-959F-CF24B2E2D891}"/>
                </a:ext>
              </a:extLst>
            </p:cNvPr>
            <p:cNvSpPr/>
            <p:nvPr/>
          </p:nvSpPr>
          <p:spPr>
            <a:xfrm>
              <a:off x="918661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A5910AE-BBE9-4441-97FC-883D7AEB5604}"/>
                </a:ext>
              </a:extLst>
            </p:cNvPr>
            <p:cNvSpPr/>
            <p:nvPr/>
          </p:nvSpPr>
          <p:spPr>
            <a:xfrm>
              <a:off x="918661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8FC24772-FEEB-4E0C-B458-31E574A24FFE}"/>
                </a:ext>
              </a:extLst>
            </p:cNvPr>
            <p:cNvSpPr/>
            <p:nvPr/>
          </p:nvSpPr>
          <p:spPr>
            <a:xfrm>
              <a:off x="918661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2670556-0F84-41EE-B5AB-E890029B8E68}"/>
                </a:ext>
              </a:extLst>
            </p:cNvPr>
            <p:cNvSpPr/>
            <p:nvPr/>
          </p:nvSpPr>
          <p:spPr>
            <a:xfrm>
              <a:off x="918661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19F9D05C-7A09-4A03-AF0D-44BFA2B6DE1B}"/>
                </a:ext>
              </a:extLst>
            </p:cNvPr>
            <p:cNvSpPr/>
            <p:nvPr/>
          </p:nvSpPr>
          <p:spPr>
            <a:xfrm>
              <a:off x="918661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2C8DA6EB-9E76-4930-ABD5-189C7F4CB8CF}"/>
                </a:ext>
              </a:extLst>
            </p:cNvPr>
            <p:cNvSpPr/>
            <p:nvPr/>
          </p:nvSpPr>
          <p:spPr>
            <a:xfrm>
              <a:off x="8202992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ED56CF0-7EDF-4F04-B1B7-8BF6144C6BD5}"/>
                </a:ext>
              </a:extLst>
            </p:cNvPr>
            <p:cNvSpPr/>
            <p:nvPr/>
          </p:nvSpPr>
          <p:spPr>
            <a:xfrm>
              <a:off x="918661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C33A40A2-6E7A-4889-AD37-5C02BC5C87BE}"/>
                </a:ext>
              </a:extLst>
            </p:cNvPr>
            <p:cNvSpPr/>
            <p:nvPr/>
          </p:nvSpPr>
          <p:spPr>
            <a:xfrm>
              <a:off x="10158860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D6630AE6-1DB4-407A-8FA6-91C7F5D49174}"/>
                </a:ext>
              </a:extLst>
            </p:cNvPr>
            <p:cNvSpPr/>
            <p:nvPr/>
          </p:nvSpPr>
          <p:spPr>
            <a:xfrm>
              <a:off x="10158860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459DAEE8-4027-4880-85D4-F724165F0693}"/>
                </a:ext>
              </a:extLst>
            </p:cNvPr>
            <p:cNvSpPr/>
            <p:nvPr/>
          </p:nvSpPr>
          <p:spPr>
            <a:xfrm>
              <a:off x="10158860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1C9DCA54-C15A-47A5-A9A5-603E160D215B}"/>
                </a:ext>
              </a:extLst>
            </p:cNvPr>
            <p:cNvSpPr/>
            <p:nvPr/>
          </p:nvSpPr>
          <p:spPr>
            <a:xfrm>
              <a:off x="10158860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2375FC84-E3DA-4EF3-8D50-008507F5896B}"/>
                </a:ext>
              </a:extLst>
            </p:cNvPr>
            <p:cNvSpPr/>
            <p:nvPr/>
          </p:nvSpPr>
          <p:spPr>
            <a:xfrm>
              <a:off x="10158860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A82DE8FD-8BCC-4CFA-8E77-C8E154F9EC41}"/>
                </a:ext>
              </a:extLst>
            </p:cNvPr>
            <p:cNvSpPr/>
            <p:nvPr/>
          </p:nvSpPr>
          <p:spPr>
            <a:xfrm>
              <a:off x="10158860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55501547-E65A-410F-BFA8-BF4E694CA2E6}"/>
                </a:ext>
              </a:extLst>
            </p:cNvPr>
            <p:cNvSpPr/>
            <p:nvPr/>
          </p:nvSpPr>
          <p:spPr>
            <a:xfrm>
              <a:off x="10158860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FAEE7C70-FD19-472B-9FFE-58B06DFB350C}"/>
                </a:ext>
              </a:extLst>
            </p:cNvPr>
            <p:cNvSpPr/>
            <p:nvPr/>
          </p:nvSpPr>
          <p:spPr>
            <a:xfrm>
              <a:off x="10158860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B1FAB5ED-A7B0-4C65-8A06-97A9B63FD825}"/>
                </a:ext>
              </a:extLst>
            </p:cNvPr>
            <p:cNvSpPr/>
            <p:nvPr/>
          </p:nvSpPr>
          <p:spPr>
            <a:xfrm>
              <a:off x="10158860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4944C5CE-056B-408D-A3FC-63498E5C6B28}"/>
                </a:ext>
              </a:extLst>
            </p:cNvPr>
            <p:cNvSpPr/>
            <p:nvPr/>
          </p:nvSpPr>
          <p:spPr>
            <a:xfrm>
              <a:off x="133576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DA35C9DC-FF93-4B1A-8230-45E08B769061}"/>
                </a:ext>
              </a:extLst>
            </p:cNvPr>
            <p:cNvSpPr/>
            <p:nvPr/>
          </p:nvSpPr>
          <p:spPr>
            <a:xfrm>
              <a:off x="2313905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AAE7579E-B427-4E08-B1E9-0471805AA599}"/>
                </a:ext>
              </a:extLst>
            </p:cNvPr>
            <p:cNvSpPr/>
            <p:nvPr/>
          </p:nvSpPr>
          <p:spPr>
            <a:xfrm>
              <a:off x="329204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455EB26-6F87-416A-A911-75E1F8B0672F}"/>
                </a:ext>
              </a:extLst>
            </p:cNvPr>
            <p:cNvSpPr/>
            <p:nvPr/>
          </p:nvSpPr>
          <p:spPr>
            <a:xfrm>
              <a:off x="4270193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58C33C34-BF20-468E-ABD5-15907BE50C57}"/>
                </a:ext>
              </a:extLst>
            </p:cNvPr>
            <p:cNvSpPr/>
            <p:nvPr/>
          </p:nvSpPr>
          <p:spPr>
            <a:xfrm>
              <a:off x="5248337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BE24CE60-4021-4A4D-BE1F-C00D5D24D9CE}"/>
                </a:ext>
              </a:extLst>
            </p:cNvPr>
            <p:cNvSpPr/>
            <p:nvPr/>
          </p:nvSpPr>
          <p:spPr>
            <a:xfrm>
              <a:off x="622648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01DB499-A206-4C34-BF0F-9A8ED35006D4}"/>
                </a:ext>
              </a:extLst>
            </p:cNvPr>
            <p:cNvSpPr/>
            <p:nvPr/>
          </p:nvSpPr>
          <p:spPr>
            <a:xfrm>
              <a:off x="721010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E43AC372-8EE3-4792-AA1E-CDE78228F41D}"/>
                </a:ext>
              </a:extLst>
            </p:cNvPr>
            <p:cNvSpPr/>
            <p:nvPr/>
          </p:nvSpPr>
          <p:spPr>
            <a:xfrm>
              <a:off x="8202992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537F6D93-CDC4-424E-A2D2-020CA069FFC4}"/>
                </a:ext>
              </a:extLst>
            </p:cNvPr>
            <p:cNvSpPr/>
            <p:nvPr/>
          </p:nvSpPr>
          <p:spPr>
            <a:xfrm>
              <a:off x="918661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6C2DBFDD-E4C8-4BC3-97E9-95DD43E388AA}"/>
                </a:ext>
              </a:extLst>
            </p:cNvPr>
            <p:cNvSpPr/>
            <p:nvPr/>
          </p:nvSpPr>
          <p:spPr>
            <a:xfrm>
              <a:off x="10158860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159" name="Freeform: Shape 158">
            <a:extLst>
              <a:ext uri="{FF2B5EF4-FFF2-40B4-BE49-F238E27FC236}">
                <a16:creationId xmlns:a16="http://schemas.microsoft.com/office/drawing/2014/main" id="{81FABF19-216B-4579-81BC-FAF296D123E1}"/>
              </a:ext>
            </a:extLst>
          </p:cNvPr>
          <p:cNvSpPr/>
          <p:nvPr/>
        </p:nvSpPr>
        <p:spPr>
          <a:xfrm rot="2750059">
            <a:off x="5077937" y="-3098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1" name="Freeform: Shape 160">
            <a:extLst>
              <a:ext uri="{FF2B5EF4-FFF2-40B4-BE49-F238E27FC236}">
                <a16:creationId xmlns:a16="http://schemas.microsoft.com/office/drawing/2014/main" id="{7D9B6975-CED9-4C09-BD61-E82D715E67CB}"/>
              </a:ext>
            </a:extLst>
          </p:cNvPr>
          <p:cNvSpPr/>
          <p:nvPr/>
        </p:nvSpPr>
        <p:spPr>
          <a:xfrm rot="2750059">
            <a:off x="2032731" y="2578068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0B1FD75C-2222-49E9-A36F-2E9CF576D56C}"/>
              </a:ext>
            </a:extLst>
          </p:cNvPr>
          <p:cNvSpPr/>
          <p:nvPr/>
        </p:nvSpPr>
        <p:spPr>
          <a:xfrm rot="2750059">
            <a:off x="4113141" y="2606078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81668DEE-D156-4D37-9D24-FDC1F61B440D}"/>
              </a:ext>
            </a:extLst>
          </p:cNvPr>
          <p:cNvSpPr/>
          <p:nvPr/>
        </p:nvSpPr>
        <p:spPr>
          <a:xfrm rot="2750059">
            <a:off x="2068063" y="-277403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5" name="Freeform: Shape 164">
            <a:extLst>
              <a:ext uri="{FF2B5EF4-FFF2-40B4-BE49-F238E27FC236}">
                <a16:creationId xmlns:a16="http://schemas.microsoft.com/office/drawing/2014/main" id="{A57F7129-D61D-4687-89E9-91D19CEE3F1A}"/>
              </a:ext>
            </a:extLst>
          </p:cNvPr>
          <p:cNvSpPr/>
          <p:nvPr/>
        </p:nvSpPr>
        <p:spPr>
          <a:xfrm rot="7313666">
            <a:off x="1969489" y="4522221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6" name="Freeform: Shape 165">
            <a:extLst>
              <a:ext uri="{FF2B5EF4-FFF2-40B4-BE49-F238E27FC236}">
                <a16:creationId xmlns:a16="http://schemas.microsoft.com/office/drawing/2014/main" id="{640B6CDB-E0C9-4B12-9E2B-71527B239D38}"/>
              </a:ext>
            </a:extLst>
          </p:cNvPr>
          <p:cNvSpPr/>
          <p:nvPr/>
        </p:nvSpPr>
        <p:spPr>
          <a:xfrm rot="7313666">
            <a:off x="5073583" y="542314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7" name="Freeform: Shape 166">
            <a:extLst>
              <a:ext uri="{FF2B5EF4-FFF2-40B4-BE49-F238E27FC236}">
                <a16:creationId xmlns:a16="http://schemas.microsoft.com/office/drawing/2014/main" id="{84ED4101-B0BA-4108-8F77-CF010FF2E82F}"/>
              </a:ext>
            </a:extLst>
          </p:cNvPr>
          <p:cNvSpPr/>
          <p:nvPr/>
        </p:nvSpPr>
        <p:spPr>
          <a:xfrm rot="7313666">
            <a:off x="5034918" y="7422307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8" name="Freeform: Shape 167">
            <a:extLst>
              <a:ext uri="{FF2B5EF4-FFF2-40B4-BE49-F238E27FC236}">
                <a16:creationId xmlns:a16="http://schemas.microsoft.com/office/drawing/2014/main" id="{7F11ED0B-F09A-44C1-A22F-6401DCF14598}"/>
              </a:ext>
            </a:extLst>
          </p:cNvPr>
          <p:cNvSpPr/>
          <p:nvPr/>
        </p:nvSpPr>
        <p:spPr>
          <a:xfrm rot="7313666">
            <a:off x="2003883" y="7422308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9" name="Freeform: Shape 168">
            <a:extLst>
              <a:ext uri="{FF2B5EF4-FFF2-40B4-BE49-F238E27FC236}">
                <a16:creationId xmlns:a16="http://schemas.microsoft.com/office/drawing/2014/main" id="{760C44F2-817E-4619-AFF8-493DF744FF39}"/>
              </a:ext>
            </a:extLst>
          </p:cNvPr>
          <p:cNvSpPr/>
          <p:nvPr/>
        </p:nvSpPr>
        <p:spPr>
          <a:xfrm rot="2750059">
            <a:off x="10099978" y="4424280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598418E3-0009-4B53-B155-44EFA1A7ED13}"/>
              </a:ext>
            </a:extLst>
          </p:cNvPr>
          <p:cNvSpPr/>
          <p:nvPr/>
        </p:nvSpPr>
        <p:spPr>
          <a:xfrm rot="2750059">
            <a:off x="7054772" y="7312247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2" name="Freeform: Shape 171">
            <a:extLst>
              <a:ext uri="{FF2B5EF4-FFF2-40B4-BE49-F238E27FC236}">
                <a16:creationId xmlns:a16="http://schemas.microsoft.com/office/drawing/2014/main" id="{8A1E40A5-425F-4806-AA90-4C140AAF75A3}"/>
              </a:ext>
            </a:extLst>
          </p:cNvPr>
          <p:cNvSpPr/>
          <p:nvPr/>
        </p:nvSpPr>
        <p:spPr>
          <a:xfrm rot="2750059">
            <a:off x="10162678" y="7340257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3" name="Freeform: Shape 172">
            <a:extLst>
              <a:ext uri="{FF2B5EF4-FFF2-40B4-BE49-F238E27FC236}">
                <a16:creationId xmlns:a16="http://schemas.microsoft.com/office/drawing/2014/main" id="{2B579F06-B312-4EB6-88EC-2564B65E1C3F}"/>
              </a:ext>
            </a:extLst>
          </p:cNvPr>
          <p:cNvSpPr/>
          <p:nvPr/>
        </p:nvSpPr>
        <p:spPr>
          <a:xfrm rot="2750059">
            <a:off x="7957753" y="4456776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5" name="Freeform: Shape 174">
            <a:extLst>
              <a:ext uri="{FF2B5EF4-FFF2-40B4-BE49-F238E27FC236}">
                <a16:creationId xmlns:a16="http://schemas.microsoft.com/office/drawing/2014/main" id="{33BDB9C4-BAE1-4299-8765-C4A3BCC48F99}"/>
              </a:ext>
            </a:extLst>
          </p:cNvPr>
          <p:cNvSpPr/>
          <p:nvPr/>
        </p:nvSpPr>
        <p:spPr>
          <a:xfrm rot="7313666">
            <a:off x="6859893" y="-378352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6" name="Freeform: Shape 175">
            <a:extLst>
              <a:ext uri="{FF2B5EF4-FFF2-40B4-BE49-F238E27FC236}">
                <a16:creationId xmlns:a16="http://schemas.microsoft.com/office/drawing/2014/main" id="{503AA9B7-B64E-4B40-B4A0-64CB1CEA5F97}"/>
              </a:ext>
            </a:extLst>
          </p:cNvPr>
          <p:cNvSpPr/>
          <p:nvPr/>
        </p:nvSpPr>
        <p:spPr>
          <a:xfrm rot="7313666">
            <a:off x="9963987" y="-369880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7" name="Freeform: Shape 176">
            <a:extLst>
              <a:ext uri="{FF2B5EF4-FFF2-40B4-BE49-F238E27FC236}">
                <a16:creationId xmlns:a16="http://schemas.microsoft.com/office/drawing/2014/main" id="{49C4C84E-E9D7-4F01-8AB4-A6500BC99933}"/>
              </a:ext>
            </a:extLst>
          </p:cNvPr>
          <p:cNvSpPr/>
          <p:nvPr/>
        </p:nvSpPr>
        <p:spPr>
          <a:xfrm rot="7313666">
            <a:off x="9925322" y="25217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Freeform: Shape 177">
            <a:extLst>
              <a:ext uri="{FF2B5EF4-FFF2-40B4-BE49-F238E27FC236}">
                <a16:creationId xmlns:a16="http://schemas.microsoft.com/office/drawing/2014/main" id="{38E59736-3D67-491E-BEAE-860280A40E45}"/>
              </a:ext>
            </a:extLst>
          </p:cNvPr>
          <p:cNvSpPr/>
          <p:nvPr/>
        </p:nvSpPr>
        <p:spPr>
          <a:xfrm rot="7313666">
            <a:off x="6894287" y="1626433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0" name="Freeform: Shape 179">
            <a:extLst>
              <a:ext uri="{FF2B5EF4-FFF2-40B4-BE49-F238E27FC236}">
                <a16:creationId xmlns:a16="http://schemas.microsoft.com/office/drawing/2014/main" id="{D0185071-5797-46A9-91DE-C9C5646876FE}"/>
              </a:ext>
            </a:extLst>
          </p:cNvPr>
          <p:cNvSpPr/>
          <p:nvPr/>
        </p:nvSpPr>
        <p:spPr>
          <a:xfrm rot="19185010">
            <a:off x="7964933" y="5585344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1" name="Freeform: Shape 180">
            <a:extLst>
              <a:ext uri="{FF2B5EF4-FFF2-40B4-BE49-F238E27FC236}">
                <a16:creationId xmlns:a16="http://schemas.microsoft.com/office/drawing/2014/main" id="{7FA1B47F-1665-4BE1-A3F1-BD4099F91DF9}"/>
              </a:ext>
            </a:extLst>
          </p:cNvPr>
          <p:cNvSpPr/>
          <p:nvPr/>
        </p:nvSpPr>
        <p:spPr>
          <a:xfrm rot="19185010">
            <a:off x="6932458" y="5541065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0CC574C2-45A7-4F44-9F40-AD2C8B9D43DB}"/>
              </a:ext>
            </a:extLst>
          </p:cNvPr>
          <p:cNvSpPr/>
          <p:nvPr/>
        </p:nvSpPr>
        <p:spPr>
          <a:xfrm rot="19185010">
            <a:off x="4059046" y="5516617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3" name="Freeform: Shape 182">
            <a:extLst>
              <a:ext uri="{FF2B5EF4-FFF2-40B4-BE49-F238E27FC236}">
                <a16:creationId xmlns:a16="http://schemas.microsoft.com/office/drawing/2014/main" id="{40C543BB-7699-4278-B1D4-F0C493B24E9F}"/>
              </a:ext>
            </a:extLst>
          </p:cNvPr>
          <p:cNvSpPr/>
          <p:nvPr/>
        </p:nvSpPr>
        <p:spPr>
          <a:xfrm rot="19185010">
            <a:off x="4036105" y="1567596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4" name="Freeform: Shape 183">
            <a:extLst>
              <a:ext uri="{FF2B5EF4-FFF2-40B4-BE49-F238E27FC236}">
                <a16:creationId xmlns:a16="http://schemas.microsoft.com/office/drawing/2014/main" id="{F0C6ACA0-B9ED-4137-BF21-FD99B2BDACE5}"/>
              </a:ext>
            </a:extLst>
          </p:cNvPr>
          <p:cNvSpPr/>
          <p:nvPr/>
        </p:nvSpPr>
        <p:spPr>
          <a:xfrm rot="19185010">
            <a:off x="7951740" y="1604841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5" name="Freeform: Shape 184">
            <a:extLst>
              <a:ext uri="{FF2B5EF4-FFF2-40B4-BE49-F238E27FC236}">
                <a16:creationId xmlns:a16="http://schemas.microsoft.com/office/drawing/2014/main" id="{1BFBDAD9-AEBF-40DA-9743-99988219B212}"/>
              </a:ext>
            </a:extLst>
          </p:cNvPr>
          <p:cNvSpPr/>
          <p:nvPr/>
        </p:nvSpPr>
        <p:spPr>
          <a:xfrm rot="19185010">
            <a:off x="2055584" y="-1329359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6" name="Freeform: Shape 185">
            <a:extLst>
              <a:ext uri="{FF2B5EF4-FFF2-40B4-BE49-F238E27FC236}">
                <a16:creationId xmlns:a16="http://schemas.microsoft.com/office/drawing/2014/main" id="{C24BF852-37E0-441A-8EB2-5B5185CFB5D6}"/>
              </a:ext>
            </a:extLst>
          </p:cNvPr>
          <p:cNvSpPr/>
          <p:nvPr/>
        </p:nvSpPr>
        <p:spPr>
          <a:xfrm rot="19185010">
            <a:off x="4003360" y="-1329358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7" name="Freeform: Shape 186">
            <a:extLst>
              <a:ext uri="{FF2B5EF4-FFF2-40B4-BE49-F238E27FC236}">
                <a16:creationId xmlns:a16="http://schemas.microsoft.com/office/drawing/2014/main" id="{2E7DBD3A-8185-45DE-A417-591FE9FAF56B}"/>
              </a:ext>
            </a:extLst>
          </p:cNvPr>
          <p:cNvSpPr/>
          <p:nvPr/>
        </p:nvSpPr>
        <p:spPr>
          <a:xfrm rot="19185010">
            <a:off x="3027216" y="4537324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EEF20B72-28BE-4775-8942-3580DFD6A9BD}"/>
              </a:ext>
            </a:extLst>
          </p:cNvPr>
          <p:cNvSpPr/>
          <p:nvPr/>
        </p:nvSpPr>
        <p:spPr>
          <a:xfrm rot="8358001">
            <a:off x="2916366" y="25230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58" name="Freeform: Shape 157">
            <a:extLst>
              <a:ext uri="{FF2B5EF4-FFF2-40B4-BE49-F238E27FC236}">
                <a16:creationId xmlns:a16="http://schemas.microsoft.com/office/drawing/2014/main" id="{703465A8-10AE-4137-9C89-D0E2CCF82D24}"/>
              </a:ext>
            </a:extLst>
          </p:cNvPr>
          <p:cNvSpPr/>
          <p:nvPr/>
        </p:nvSpPr>
        <p:spPr>
          <a:xfrm rot="8358001">
            <a:off x="8769429" y="25230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88" name="Freeform: Shape 187">
            <a:extLst>
              <a:ext uri="{FF2B5EF4-FFF2-40B4-BE49-F238E27FC236}">
                <a16:creationId xmlns:a16="http://schemas.microsoft.com/office/drawing/2014/main" id="{46827C97-1862-44EF-86B8-86AC6901D788}"/>
              </a:ext>
            </a:extLst>
          </p:cNvPr>
          <p:cNvSpPr/>
          <p:nvPr/>
        </p:nvSpPr>
        <p:spPr>
          <a:xfrm rot="8358001">
            <a:off x="8769429" y="622083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89" name="Freeform: Shape 188">
            <a:extLst>
              <a:ext uri="{FF2B5EF4-FFF2-40B4-BE49-F238E27FC236}">
                <a16:creationId xmlns:a16="http://schemas.microsoft.com/office/drawing/2014/main" id="{402FAA47-3494-4723-AB48-1CE932D4EEFC}"/>
              </a:ext>
            </a:extLst>
          </p:cNvPr>
          <p:cNvSpPr/>
          <p:nvPr/>
        </p:nvSpPr>
        <p:spPr>
          <a:xfrm rot="8358001">
            <a:off x="2938903" y="622083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90" name="Freeform: Shape 189">
            <a:extLst>
              <a:ext uri="{FF2B5EF4-FFF2-40B4-BE49-F238E27FC236}">
                <a16:creationId xmlns:a16="http://schemas.microsoft.com/office/drawing/2014/main" id="{389E1E0B-30D0-4AAB-92E7-B3F9D3A77C5F}"/>
              </a:ext>
            </a:extLst>
          </p:cNvPr>
          <p:cNvSpPr/>
          <p:nvPr/>
        </p:nvSpPr>
        <p:spPr>
          <a:xfrm rot="8358001">
            <a:off x="5883530" y="3157613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91" name="Freeform: Shape 190">
            <a:extLst>
              <a:ext uri="{FF2B5EF4-FFF2-40B4-BE49-F238E27FC236}">
                <a16:creationId xmlns:a16="http://schemas.microsoft.com/office/drawing/2014/main" id="{B56B2507-B305-4007-BD7A-A9E217571521}"/>
              </a:ext>
            </a:extLst>
          </p:cNvPr>
          <p:cNvSpPr/>
          <p:nvPr/>
        </p:nvSpPr>
        <p:spPr>
          <a:xfrm rot="8358001">
            <a:off x="13863019" y="1124234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675292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6E4EAD64-1090-46CC-8017-B7905456A46B}"/>
              </a:ext>
            </a:extLst>
          </p:cNvPr>
          <p:cNvGrpSpPr/>
          <p:nvPr/>
        </p:nvGrpSpPr>
        <p:grpSpPr>
          <a:xfrm rot="16200000">
            <a:off x="4252027" y="-4083455"/>
            <a:ext cx="4969836" cy="15024910"/>
            <a:chOff x="-2620523" y="-2917017"/>
            <a:chExt cx="13847238" cy="689604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8C4EF3A-6787-433D-BCDA-48C88426C661}"/>
                </a:ext>
              </a:extLst>
            </p:cNvPr>
            <p:cNvSpPr/>
            <p:nvPr/>
          </p:nvSpPr>
          <p:spPr>
            <a:xfrm>
              <a:off x="-2620522" y="-2917017"/>
              <a:ext cx="13847236" cy="1784102"/>
            </a:xfrm>
            <a:prstGeom prst="rect">
              <a:avLst/>
            </a:pr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7DF3E78D-50D9-494A-A1EE-168A7D4DFE39}"/>
                </a:ext>
              </a:extLst>
            </p:cNvPr>
            <p:cNvSpPr/>
            <p:nvPr/>
          </p:nvSpPr>
          <p:spPr>
            <a:xfrm>
              <a:off x="-2620522" y="-1187264"/>
              <a:ext cx="13847236" cy="178410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FD90EDED-CB2A-4AC2-B6AC-D68D8DE3E282}"/>
                </a:ext>
              </a:extLst>
            </p:cNvPr>
            <p:cNvSpPr/>
            <p:nvPr/>
          </p:nvSpPr>
          <p:spPr>
            <a:xfrm>
              <a:off x="-2620522" y="545481"/>
              <a:ext cx="13847236" cy="1784102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457F5BA3-A1CF-43F4-A6E1-504C75909577}"/>
                </a:ext>
              </a:extLst>
            </p:cNvPr>
            <p:cNvSpPr/>
            <p:nvPr/>
          </p:nvSpPr>
          <p:spPr>
            <a:xfrm>
              <a:off x="-2620523" y="2296797"/>
              <a:ext cx="13847238" cy="1682226"/>
            </a:xfrm>
            <a:prstGeom prst="rect">
              <a:avLst/>
            </a:pr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7224DF6A-190B-4FFD-883C-D56E28634E8A}"/>
              </a:ext>
            </a:extLst>
          </p:cNvPr>
          <p:cNvSpPr/>
          <p:nvPr/>
        </p:nvSpPr>
        <p:spPr>
          <a:xfrm>
            <a:off x="-646350" y="1054375"/>
            <a:ext cx="14768749" cy="47694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038BB6A6-BB37-48AF-B5D6-904EBE0C017D}"/>
              </a:ext>
            </a:extLst>
          </p:cNvPr>
          <p:cNvSpPr/>
          <p:nvPr/>
        </p:nvSpPr>
        <p:spPr>
          <a:xfrm>
            <a:off x="-141975" y="2497672"/>
            <a:ext cx="1387067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Draw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lines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single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along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Lines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don’t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cross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B3E228-AD1D-439C-957F-BABCA8B3C53F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2DF483E-1169-4EF7-A486-B1B0CFA8FD2E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95AA8FF-20EA-4C74-A2F6-D2D0EAC8E7D1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E69CB218-5710-49F2-97AF-CAC78973E853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A6127D10-681B-4627-8A25-D123AA521CF7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4E2E1B4A-F70D-4A2C-8464-276010A8B213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64" name="Subtitle 2">
              <a:extLst>
                <a:ext uri="{FF2B5EF4-FFF2-40B4-BE49-F238E27FC236}">
                  <a16:creationId xmlns:a16="http://schemas.microsoft.com/office/drawing/2014/main" id="{5F281D40-796E-48EE-BC1E-FD6BCEBE9D4F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4A084AE-1997-4A63-A5AD-EB89705D2805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</p:spTree>
    <p:extLst>
      <p:ext uri="{BB962C8B-B14F-4D97-AF65-F5344CB8AC3E}">
        <p14:creationId xmlns:p14="http://schemas.microsoft.com/office/powerpoint/2010/main" val="4148234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3375D72-2313-4FFE-8CF4-656B60F131D4}"/>
              </a:ext>
            </a:extLst>
          </p:cNvPr>
          <p:cNvGrpSpPr/>
          <p:nvPr/>
        </p:nvGrpSpPr>
        <p:grpSpPr>
          <a:xfrm>
            <a:off x="-1376418" y="-4013200"/>
            <a:ext cx="17768599" cy="16103604"/>
            <a:chOff x="-1376418" y="-4013200"/>
            <a:chExt cx="17768599" cy="16103604"/>
          </a:xfrm>
        </p:grpSpPr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03B78E89-0CE4-4D6C-9317-C6A492036C1D}"/>
                </a:ext>
              </a:extLst>
            </p:cNvPr>
            <p:cNvGrpSpPr/>
            <p:nvPr/>
          </p:nvGrpSpPr>
          <p:grpSpPr>
            <a:xfrm rot="5400000">
              <a:off x="-543920" y="-4845698"/>
              <a:ext cx="16103604" cy="17768599"/>
              <a:chOff x="-2620522" y="-2917017"/>
              <a:chExt cx="13847236" cy="6997914"/>
            </a:xfrm>
          </p:grpSpPr>
          <p:sp>
            <p:nvSpPr>
              <p:cNvPr id="370" name="Rectangle 369">
                <a:extLst>
                  <a:ext uri="{FF2B5EF4-FFF2-40B4-BE49-F238E27FC236}">
                    <a16:creationId xmlns:a16="http://schemas.microsoft.com/office/drawing/2014/main" id="{B151E9B8-D68A-45AF-A7E7-B069EAC3D833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1" name="Rectangle 370">
                <a:extLst>
                  <a:ext uri="{FF2B5EF4-FFF2-40B4-BE49-F238E27FC236}">
                    <a16:creationId xmlns:a16="http://schemas.microsoft.com/office/drawing/2014/main" id="{C832E3C3-8307-41D9-81C4-2CEE135C079D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2" name="Rectangle 371">
                <a:extLst>
                  <a:ext uri="{FF2B5EF4-FFF2-40B4-BE49-F238E27FC236}">
                    <a16:creationId xmlns:a16="http://schemas.microsoft.com/office/drawing/2014/main" id="{714FF1CC-159A-4ACC-9C9D-5179C3DEFCBD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3" name="Rectangle 372">
                <a:extLst>
                  <a:ext uri="{FF2B5EF4-FFF2-40B4-BE49-F238E27FC236}">
                    <a16:creationId xmlns:a16="http://schemas.microsoft.com/office/drawing/2014/main" id="{1B9A0697-05E1-429C-AE7D-4261895D048D}"/>
                  </a:ext>
                </a:extLst>
              </p:cNvPr>
              <p:cNvSpPr/>
              <p:nvPr/>
            </p:nvSpPr>
            <p:spPr>
              <a:xfrm>
                <a:off x="-2620522" y="2296795"/>
                <a:ext cx="13847236" cy="1784102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402" name="Rectangle 401">
              <a:extLst>
                <a:ext uri="{FF2B5EF4-FFF2-40B4-BE49-F238E27FC236}">
                  <a16:creationId xmlns:a16="http://schemas.microsoft.com/office/drawing/2014/main" id="{F5AC8F00-B30C-4204-9439-26C39CD7E0AE}"/>
                </a:ext>
              </a:extLst>
            </p:cNvPr>
            <p:cNvSpPr/>
            <p:nvPr/>
          </p:nvSpPr>
          <p:spPr>
            <a:xfrm>
              <a:off x="-1258963" y="-3911600"/>
              <a:ext cx="17514963" cy="159258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8" name="Rectangle 407">
              <a:extLst>
                <a:ext uri="{FF2B5EF4-FFF2-40B4-BE49-F238E27FC236}">
                  <a16:creationId xmlns:a16="http://schemas.microsoft.com/office/drawing/2014/main" id="{7938B9A8-FB6D-484C-B087-5BA93D08120F}"/>
                </a:ext>
              </a:extLst>
            </p:cNvPr>
            <p:cNvSpPr/>
            <p:nvPr/>
          </p:nvSpPr>
          <p:spPr>
            <a:xfrm>
              <a:off x="10132109" y="5130299"/>
              <a:ext cx="5615890" cy="6641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03" name="Rectangle 402">
              <a:extLst>
                <a:ext uri="{FF2B5EF4-FFF2-40B4-BE49-F238E27FC236}">
                  <a16:creationId xmlns:a16="http://schemas.microsoft.com/office/drawing/2014/main" id="{936C729D-F85A-4957-B42D-DC8EDB6EE94E}"/>
                </a:ext>
              </a:extLst>
            </p:cNvPr>
            <p:cNvSpPr/>
            <p:nvPr/>
          </p:nvSpPr>
          <p:spPr>
            <a:xfrm>
              <a:off x="0" y="-3233073"/>
              <a:ext cx="14547572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r>
                <a: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  <a:r>
                <a:rPr lang="pt-PT" sz="88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88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issue</a:t>
              </a:r>
              <a:r>
                <a:rPr lang="pt-PT" sz="88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88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examples</a:t>
              </a:r>
              <a:endParaRPr lang="pt-PT" sz="8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0A3A3BE7-1FB2-4654-8B4A-C9847E08B606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23B0F8FA-BBDF-4C00-836F-AAC91DEF1ED6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B7D76AA-6749-4A48-BC3C-AE39832725FB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36EE6F30-682E-4AC1-B501-22B20ACFFAA3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564A4516-7D9C-497D-B10A-3C7A8937E5E3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0207A09A-CA1E-4E6A-A223-C14BC96CFAAE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36FB485B-2BD2-42E3-A818-6B3EF91780F9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BF958281-AB79-4A42-9D4F-84A2ADBC8927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9C23E05E-8A16-4B30-B9F7-5F7D1789C3CA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9DCE42C2-2B70-4683-9A88-4E612FF0F6E9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1D3A54A-E47C-4FC5-91A8-B6834EEC8C77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6130478D-D2B1-4589-9580-781BBC4799DC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C55EC37-0D67-446C-9118-F4C35F78D3CE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41A8E5C4-AC55-4823-8C53-B941A883D2CF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5C67D4C9-7AE6-4C9B-90D5-749769D1B965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190F77AB-DCAD-4E78-A8A3-4FE4E63AA42F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4091B173-D51E-466C-9567-B8A72055E2F0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E15EB669-1719-4E60-AE75-5AB98E0E2084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359728A2-C925-4AB3-A23C-F99E5EF36A32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C11B636E-D76E-48E3-B03B-49B0FBD8B14F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C6F1A3D6-8141-4DE1-95C0-E6AA43722606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5DCBC419-B908-4E85-B7A7-F6EB1DC627FC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EE1FA136-DF9B-4B6E-898F-48E47095413B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0D53D4A3-9EB7-471B-A5E3-A0A0C9503E03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981C8AEC-3CFB-4686-A5AF-9CCA27BF1283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47CBE527-BBDF-4AA7-A60C-65780E4846C7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77BFB324-82A5-4EEC-869C-06B0A780D38C}"/>
                </a:ext>
              </a:extLst>
            </p:cNvPr>
            <p:cNvSpPr/>
            <p:nvPr/>
          </p:nvSpPr>
          <p:spPr>
            <a:xfrm rot="2750059">
              <a:off x="858212" y="813820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28B5B18B-ED1C-4C5E-A0E0-52EAAFB29D23}"/>
                </a:ext>
              </a:extLst>
            </p:cNvPr>
            <p:cNvSpPr/>
            <p:nvPr/>
          </p:nvSpPr>
          <p:spPr>
            <a:xfrm rot="2750059">
              <a:off x="851386" y="1585991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A2AA4BB3-1085-46EA-98F9-2DD18AD2935D}"/>
                </a:ext>
              </a:extLst>
            </p:cNvPr>
            <p:cNvSpPr/>
            <p:nvPr/>
          </p:nvSpPr>
          <p:spPr>
            <a:xfrm rot="2750059">
              <a:off x="2629754" y="16172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2A4DC65-DDD1-47B4-AC9B-FAF4757BE35B}"/>
                </a:ext>
              </a:extLst>
            </p:cNvPr>
            <p:cNvSpPr/>
            <p:nvPr/>
          </p:nvSpPr>
          <p:spPr>
            <a:xfrm rot="2750059">
              <a:off x="3425043" y="3310853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49B27FF0-9FAA-4D5E-A94C-A2A9D093C911}"/>
                </a:ext>
              </a:extLst>
            </p:cNvPr>
            <p:cNvSpPr/>
            <p:nvPr/>
          </p:nvSpPr>
          <p:spPr>
            <a:xfrm rot="7313666">
              <a:off x="745137" y="2490438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918A07BA-421A-4BD5-AAED-26A0118207E1}"/>
                </a:ext>
              </a:extLst>
            </p:cNvPr>
            <p:cNvSpPr/>
            <p:nvPr/>
          </p:nvSpPr>
          <p:spPr>
            <a:xfrm rot="7313666">
              <a:off x="3392450" y="2460249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742E698E-6E94-43AA-8DC1-3A5D9DB91A6F}"/>
                </a:ext>
              </a:extLst>
            </p:cNvPr>
            <p:cNvSpPr/>
            <p:nvPr/>
          </p:nvSpPr>
          <p:spPr>
            <a:xfrm rot="7313666">
              <a:off x="1661254" y="796081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2439A8DD-A58E-4C19-A3DD-19E330CAE2A7}"/>
                </a:ext>
              </a:extLst>
            </p:cNvPr>
            <p:cNvSpPr/>
            <p:nvPr/>
          </p:nvSpPr>
          <p:spPr>
            <a:xfrm rot="19185010">
              <a:off x="752095" y="3315060"/>
              <a:ext cx="728206" cy="49039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E3DE539-EA65-499D-B202-6012938D444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32477" y="1362258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3C35F97B-069D-4D04-8A9E-381EDE05A648}"/>
                </a:ext>
              </a:extLst>
            </p:cNvPr>
            <p:cNvSpPr/>
            <p:nvPr/>
          </p:nvSpPr>
          <p:spPr>
            <a:xfrm>
              <a:off x="-48660" y="-1107415"/>
              <a:ext cx="514435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part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2742DFC-1724-4641-8437-CCC80FDEC4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042937" y="1499450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7930DC1-48BB-4B79-8980-4B4E5B8D83B6}"/>
                </a:ext>
              </a:extLst>
            </p:cNvPr>
            <p:cNvCxnSpPr>
              <a:cxnSpLocks/>
            </p:cNvCxnSpPr>
            <p:nvPr/>
          </p:nvCxnSpPr>
          <p:spPr>
            <a:xfrm>
              <a:off x="273157" y="187664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DE0533F7-C99D-42B3-ADA1-654F181FD7E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647396" y="635167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623C716E-6CA7-4FEC-9225-B638820A165A}"/>
                </a:ext>
              </a:extLst>
            </p:cNvPr>
            <p:cNvCxnSpPr>
              <a:cxnSpLocks/>
            </p:cNvCxnSpPr>
            <p:nvPr/>
          </p:nvCxnSpPr>
          <p:spPr>
            <a:xfrm>
              <a:off x="3638617" y="3509343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69C422C-1C2A-4B4E-B9BF-6B533DF10112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70299" y="19898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38098335-85BE-4825-A0A0-AC2A0CEB77DE}"/>
                </a:ext>
              </a:extLst>
            </p:cNvPr>
            <p:cNvCxnSpPr>
              <a:cxnSpLocks/>
            </p:cNvCxnSpPr>
            <p:nvPr/>
          </p:nvCxnSpPr>
          <p:spPr>
            <a:xfrm>
              <a:off x="308785" y="2802011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89429EDE-B6FA-4BFF-8BB1-92136CBE8E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82236" y="4404469"/>
              <a:ext cx="1740460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Multiplication Sign 73">
              <a:extLst>
                <a:ext uri="{FF2B5EF4-FFF2-40B4-BE49-F238E27FC236}">
                  <a16:creationId xmlns:a16="http://schemas.microsoft.com/office/drawing/2014/main" id="{5F15D63F-37DF-40BB-969D-E16071E640D3}"/>
                </a:ext>
              </a:extLst>
            </p:cNvPr>
            <p:cNvSpPr/>
            <p:nvPr/>
          </p:nvSpPr>
          <p:spPr>
            <a:xfrm>
              <a:off x="2723366" y="-7950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5" name="Multiplication Sign 74">
              <a:extLst>
                <a:ext uri="{FF2B5EF4-FFF2-40B4-BE49-F238E27FC236}">
                  <a16:creationId xmlns:a16="http://schemas.microsoft.com/office/drawing/2014/main" id="{5D11DCF3-2881-4550-B5CE-6FC19F10766A}"/>
                </a:ext>
              </a:extLst>
            </p:cNvPr>
            <p:cNvSpPr/>
            <p:nvPr/>
          </p:nvSpPr>
          <p:spPr>
            <a:xfrm>
              <a:off x="1531219" y="36869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49AF5D0B-D1BF-47E1-8825-72C305CAA3D8}"/>
                </a:ext>
              </a:extLst>
            </p:cNvPr>
            <p:cNvSpPr/>
            <p:nvPr/>
          </p:nvSpPr>
          <p:spPr>
            <a:xfrm>
              <a:off x="-48660" y="-738528"/>
              <a:ext cx="512832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has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less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than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b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BD949769-95D7-4D95-A73F-26483F668CFA}"/>
                </a:ext>
              </a:extLst>
            </p:cNvPr>
            <p:cNvGrpSpPr/>
            <p:nvPr/>
          </p:nvGrpSpPr>
          <p:grpSpPr>
            <a:xfrm>
              <a:off x="5259129" y="185790"/>
              <a:ext cx="4242070" cy="4216805"/>
              <a:chOff x="1831632" y="-207902"/>
              <a:chExt cx="4242070" cy="4216805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B6C41BCD-1F18-474E-8457-989C0F146EE6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01B27FA-6B4C-4E46-92C4-53E356C812D6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ADAE39D0-C882-4779-86BF-F44FBC12A824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A3B79DB9-69F3-475A-AEAA-6F8E287268C3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0A585CAF-404E-41A3-81E4-B278B0ED7800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3B1FDCB9-0B7B-4BC0-8BD4-B2B7DF869ED8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22A1ED06-E3F8-4F45-89C5-F376D9C5BCFD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093B1C30-1556-443C-8DF1-5660AAB7E663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7F420A9B-3A33-49D2-A963-D5948A453FF6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CFB09E8C-6BDC-4390-AD03-928BF047DF3D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2F2DFCA2-F39F-4282-B19C-BEC57CAD2B6F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4C8627B3-661C-4F5B-BABA-61D8F2D609E0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E680C0CF-9546-43C0-81FF-D0FF2DCA9CE2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B3458A2F-D2CD-4CC7-8AA1-A68857626566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4440D093-9F0F-43A5-86F5-F9A3CB39AC69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23E8E6AA-A1B5-43F1-A052-2625B753D273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C79D3E7D-CF53-4746-A5C2-87B6AC4E8626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3FDCE589-C3F5-421D-9946-E315E8638F8B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82A5E265-A488-431A-91D5-792D0CA32A82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16E87B01-AFCA-4523-9BD7-61A855C8FF4E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EA0F7E77-27DA-4A50-ABCD-3AB42BB941ED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AEAFD62-2070-4B22-95BD-5F9EF5AF9D6D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E69C1C7C-DA79-4A86-A467-6397E4FF8FEC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CA2B0188-0D17-4EC0-9E95-7547C58E03C6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02F8ABFA-4CD5-465A-A39E-A6F43FC7E2D0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D8005269-CDC5-4380-8477-1B32866D816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62926" y="2318710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C9228E4-54D5-463B-9390-DAEA6B7612E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351529" y="4435621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44706D90-808E-428A-99BE-E5EFCFA093E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676049" y="1433850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7226EA7C-17CB-4494-A36F-E20B164936B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093514" y="1903467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2B3D4549-5427-4B3B-BD84-FE9B800D021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972557" y="2734607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E0AF50B9-DE9D-4F6C-97F7-E36058F464F2}"/>
                </a:ext>
              </a:extLst>
            </p:cNvPr>
            <p:cNvCxnSpPr>
              <a:cxnSpLocks/>
            </p:cNvCxnSpPr>
            <p:nvPr/>
          </p:nvCxnSpPr>
          <p:spPr>
            <a:xfrm>
              <a:off x="7804371" y="3528742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4C308C38-BE36-4C94-8D82-09E45CED6F1D}"/>
                </a:ext>
              </a:extLst>
            </p:cNvPr>
            <p:cNvCxnSpPr>
              <a:cxnSpLocks/>
            </p:cNvCxnSpPr>
            <p:nvPr/>
          </p:nvCxnSpPr>
          <p:spPr>
            <a:xfrm>
              <a:off x="6142916" y="2734428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958B5C6C-9D47-4834-B9DA-51B96C900D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804421" y="2731032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72E44685-7BE5-4577-96DF-71059C2088E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284657" y="246304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2BB5AA7C-C434-4FB5-96AB-FDB3C5A0779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70732" y="661559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39E125F2-AC8B-4FDF-A73D-5209D60E99D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693326" y="106361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3E5E2C74-3308-4552-A0A3-8B1EC47C1880}"/>
                </a:ext>
              </a:extLst>
            </p:cNvPr>
            <p:cNvSpPr/>
            <p:nvPr/>
          </p:nvSpPr>
          <p:spPr>
            <a:xfrm>
              <a:off x="5248661" y="-1107415"/>
              <a:ext cx="432682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25" name="Multiplication Sign 124">
              <a:extLst>
                <a:ext uri="{FF2B5EF4-FFF2-40B4-BE49-F238E27FC236}">
                  <a16:creationId xmlns:a16="http://schemas.microsoft.com/office/drawing/2014/main" id="{F4744DCF-EA20-43A9-938F-52306ACABC5B}"/>
                </a:ext>
              </a:extLst>
            </p:cNvPr>
            <p:cNvSpPr/>
            <p:nvPr/>
          </p:nvSpPr>
          <p:spPr>
            <a:xfrm>
              <a:off x="8381304" y="17553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4C709DA4-A285-4AD7-BE2A-89C8C7426618}"/>
                </a:ext>
              </a:extLst>
            </p:cNvPr>
            <p:cNvGrpSpPr/>
            <p:nvPr/>
          </p:nvGrpSpPr>
          <p:grpSpPr>
            <a:xfrm>
              <a:off x="5751690" y="696107"/>
              <a:ext cx="3232364" cy="3107473"/>
              <a:chOff x="752095" y="697981"/>
              <a:chExt cx="3232364" cy="3107473"/>
            </a:xfrm>
          </p:grpSpPr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A6546F8E-9573-419E-9CE3-D9C236ABD5EB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986E2D20-D5A2-49B3-8DC0-11CA38AC612A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1B61A4AB-5D13-46DD-861C-C904A6A62936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5660BB48-6FC4-4E64-8B5E-93F02249225D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B3C2C6FC-1201-4A1A-AE41-2F9A3D3065E7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1DAF02E8-7B25-4DCF-B5B6-18C798632C56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7962317E-70A5-48F4-8085-EC515A6D6E64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63235931-4563-4189-A85D-77E919EECD1A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378" name="Straight Connector 377">
              <a:extLst>
                <a:ext uri="{FF2B5EF4-FFF2-40B4-BE49-F238E27FC236}">
                  <a16:creationId xmlns:a16="http://schemas.microsoft.com/office/drawing/2014/main" id="{80D0B6FC-458A-4053-BAE0-4BDBDAD95DA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53526" y="106361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Straight Connector 378">
              <a:extLst>
                <a:ext uri="{FF2B5EF4-FFF2-40B4-BE49-F238E27FC236}">
                  <a16:creationId xmlns:a16="http://schemas.microsoft.com/office/drawing/2014/main" id="{81F0C705-6C69-45AC-AAC2-009274DC3E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049377" y="66156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B40CE125-A496-419C-B958-D23FA2FD065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32390" y="661561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31E238A7-3497-49F5-AD51-B7DF9A1EE5F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611607" y="2734607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7FEE190C-17C9-455B-BB1B-A53F2CD53DFD}"/>
                </a:ext>
              </a:extLst>
            </p:cNvPr>
            <p:cNvGrpSpPr/>
            <p:nvPr/>
          </p:nvGrpSpPr>
          <p:grpSpPr>
            <a:xfrm>
              <a:off x="-477130" y="5146489"/>
              <a:ext cx="5078699" cy="5564222"/>
              <a:chOff x="-352236" y="-1126727"/>
              <a:chExt cx="5078699" cy="5564222"/>
            </a:xfrm>
          </p:grpSpPr>
          <p:grpSp>
            <p:nvGrpSpPr>
              <p:cNvPr id="164" name="Group 163">
                <a:extLst>
                  <a:ext uri="{FF2B5EF4-FFF2-40B4-BE49-F238E27FC236}">
                    <a16:creationId xmlns:a16="http://schemas.microsoft.com/office/drawing/2014/main" id="{56E837F0-7DED-4E3D-9F40-F46983C6C284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FD46CEE-2352-4550-B756-37547C1105A3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7A005508-1AE2-4EDF-A934-95AC6F2D85DA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CD204317-49EC-4F77-9581-F6F2C4AACD2C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858A74F9-4409-4540-BA89-13BF6A362741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2" name="Rectangle 191">
                  <a:extLst>
                    <a:ext uri="{FF2B5EF4-FFF2-40B4-BE49-F238E27FC236}">
                      <a16:creationId xmlns:a16="http://schemas.microsoft.com/office/drawing/2014/main" id="{BA2948AD-3176-4E8E-93EC-493E74C2B2DE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B387A3D9-8257-440E-BBA4-17F3B0A3C50C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93925C2F-40CD-440E-8A69-BA712D15F32E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5" name="Rectangle 194">
                  <a:extLst>
                    <a:ext uri="{FF2B5EF4-FFF2-40B4-BE49-F238E27FC236}">
                      <a16:creationId xmlns:a16="http://schemas.microsoft.com/office/drawing/2014/main" id="{50D0949A-D773-48FA-A543-4678158B1611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6" name="Rectangle 195">
                  <a:extLst>
                    <a:ext uri="{FF2B5EF4-FFF2-40B4-BE49-F238E27FC236}">
                      <a16:creationId xmlns:a16="http://schemas.microsoft.com/office/drawing/2014/main" id="{F09256BE-DDA1-413C-8DC3-FBDB85ECCFD0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7" name="Rectangle 196">
                  <a:extLst>
                    <a:ext uri="{FF2B5EF4-FFF2-40B4-BE49-F238E27FC236}">
                      <a16:creationId xmlns:a16="http://schemas.microsoft.com/office/drawing/2014/main" id="{C5371DAB-AB9E-4E61-96A4-A8F45720FA42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8" name="Rectangle 197">
                  <a:extLst>
                    <a:ext uri="{FF2B5EF4-FFF2-40B4-BE49-F238E27FC236}">
                      <a16:creationId xmlns:a16="http://schemas.microsoft.com/office/drawing/2014/main" id="{E175FF63-F17E-4730-B195-883F6533FA5D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9" name="Rectangle 198">
                  <a:extLst>
                    <a:ext uri="{FF2B5EF4-FFF2-40B4-BE49-F238E27FC236}">
                      <a16:creationId xmlns:a16="http://schemas.microsoft.com/office/drawing/2014/main" id="{E880A708-1D30-4BAE-B013-21EB8E287D77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0" name="Rectangle 199">
                  <a:extLst>
                    <a:ext uri="{FF2B5EF4-FFF2-40B4-BE49-F238E27FC236}">
                      <a16:creationId xmlns:a16="http://schemas.microsoft.com/office/drawing/2014/main" id="{60FFE462-42AF-4953-8BA8-9DA1BB455D76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1" name="Rectangle 200">
                  <a:extLst>
                    <a:ext uri="{FF2B5EF4-FFF2-40B4-BE49-F238E27FC236}">
                      <a16:creationId xmlns:a16="http://schemas.microsoft.com/office/drawing/2014/main" id="{D5222C33-C188-47DC-B45C-82F68BC5F9EB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2" name="Rectangle 201">
                  <a:extLst>
                    <a:ext uri="{FF2B5EF4-FFF2-40B4-BE49-F238E27FC236}">
                      <a16:creationId xmlns:a16="http://schemas.microsoft.com/office/drawing/2014/main" id="{908D0471-B268-4D2E-8DD1-5C3569FBEEC6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3" name="Rectangle 202">
                  <a:extLst>
                    <a:ext uri="{FF2B5EF4-FFF2-40B4-BE49-F238E27FC236}">
                      <a16:creationId xmlns:a16="http://schemas.microsoft.com/office/drawing/2014/main" id="{31807DE4-4A2A-45F1-8CAA-F074DC9B0A22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4" name="Rectangle 203">
                  <a:extLst>
                    <a:ext uri="{FF2B5EF4-FFF2-40B4-BE49-F238E27FC236}">
                      <a16:creationId xmlns:a16="http://schemas.microsoft.com/office/drawing/2014/main" id="{8C8A9A86-5F50-4B2E-A11B-FA013893B078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5" name="Rectangle 204">
                  <a:extLst>
                    <a:ext uri="{FF2B5EF4-FFF2-40B4-BE49-F238E27FC236}">
                      <a16:creationId xmlns:a16="http://schemas.microsoft.com/office/drawing/2014/main" id="{FD561E9F-F3CE-4982-84CD-BB986B0C0727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6" name="Rectangle 205">
                  <a:extLst>
                    <a:ext uri="{FF2B5EF4-FFF2-40B4-BE49-F238E27FC236}">
                      <a16:creationId xmlns:a16="http://schemas.microsoft.com/office/drawing/2014/main" id="{14FA2022-E0B2-4D19-B6F8-41A87FC312F3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7" name="Rectangle 206">
                  <a:extLst>
                    <a:ext uri="{FF2B5EF4-FFF2-40B4-BE49-F238E27FC236}">
                      <a16:creationId xmlns:a16="http://schemas.microsoft.com/office/drawing/2014/main" id="{694C2257-1707-433D-855D-6244BA4A0D93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8" name="Rectangle 207">
                  <a:extLst>
                    <a:ext uri="{FF2B5EF4-FFF2-40B4-BE49-F238E27FC236}">
                      <a16:creationId xmlns:a16="http://schemas.microsoft.com/office/drawing/2014/main" id="{FBFDDC68-5ACA-4490-952B-04FA0D6647B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9" name="Rectangle 208">
                  <a:extLst>
                    <a:ext uri="{FF2B5EF4-FFF2-40B4-BE49-F238E27FC236}">
                      <a16:creationId xmlns:a16="http://schemas.microsoft.com/office/drawing/2014/main" id="{A11DAF25-085A-4643-8909-14FB74431706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53D93E8-DB72-4A1C-A114-143381859741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1E2CE447-3FA4-4FC4-B4FC-F56BD28907CC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C22F28E4-E9B4-4C53-BDB0-7ADB18BDB4BE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F204ACAA-611E-4AE1-AA27-445C6A01254F}"/>
                  </a:ext>
                </a:extLst>
              </p:cNvPr>
              <p:cNvSpPr/>
              <p:nvPr/>
            </p:nvSpPr>
            <p:spPr>
              <a:xfrm>
                <a:off x="-352236" y="-1126727"/>
                <a:ext cx="5078699" cy="13542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One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Cherry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disconnected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More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than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2 </a:t>
                </a:r>
                <a:r>
                  <a:rPr lang="pt-PT" sz="24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form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group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pt-PT" sz="24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6" name="Multiplication Sign 165">
                <a:extLst>
                  <a:ext uri="{FF2B5EF4-FFF2-40B4-BE49-F238E27FC236}">
                    <a16:creationId xmlns:a16="http://schemas.microsoft.com/office/drawing/2014/main" id="{278BF2E2-5143-4499-B668-9518BF623346}"/>
                  </a:ext>
                </a:extLst>
              </p:cNvPr>
              <p:cNvSpPr/>
              <p:nvPr/>
            </p:nvSpPr>
            <p:spPr>
              <a:xfrm>
                <a:off x="1125982" y="115755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D74BE7F1-B8E6-40E9-8BC6-5A48B1E00A5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F55626FF-B4E8-4B80-A5D4-AB0ADB0CEDC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565B72A8-9C0D-41D2-9612-690CB2DFA6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8C825447-E554-40FB-8C49-767370ACAC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513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CDCBB52F-0CE5-439F-81C1-F16CC1CF4F3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D98A7A15-A962-44C4-B828-196D5E0A677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D2D8B2A6-90F3-4436-89A1-560A7E81EF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96" y="2732906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BC7B2A9D-B456-4588-ABC6-A2948E45C8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05DA50C1-60DA-4B1B-852B-797FA066A5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2420" y="18811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Multiplication Sign 175">
                <a:extLst>
                  <a:ext uri="{FF2B5EF4-FFF2-40B4-BE49-F238E27FC236}">
                    <a16:creationId xmlns:a16="http://schemas.microsoft.com/office/drawing/2014/main" id="{93E638AD-4FAF-481E-832A-1A9BC65B10A6}"/>
                  </a:ext>
                </a:extLst>
              </p:cNvPr>
              <p:cNvSpPr/>
              <p:nvPr/>
            </p:nvSpPr>
            <p:spPr>
              <a:xfrm>
                <a:off x="2842225" y="324491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C8D7E48F-97BD-4895-968E-BF0ED38BAF3D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B44D2E90-E8AA-4F34-A679-B57D653347D0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70D8CF50-F39B-49D2-9124-05A93079D2B2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56B4F5E9-CEBD-41F7-9B03-F5F8FF84261B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4CF52E4F-1BA1-4234-8183-07BBA2EDA528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A076CA6B-B9EE-403C-99DC-A176645773B2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51BEFF9B-6436-4A99-9B6F-AAD82A34C859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FA6CE652-379A-49A4-BEA6-8764C3D44F18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7" name="Freeform: Shape 186">
                  <a:extLst>
                    <a:ext uri="{FF2B5EF4-FFF2-40B4-BE49-F238E27FC236}">
                      <a16:creationId xmlns:a16="http://schemas.microsoft.com/office/drawing/2014/main" id="{DB452B35-E2CE-43E9-8417-33EE6DF92D70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BB3A30E5-B874-4BED-97C2-D33C9F40873A}"/>
                </a:ext>
              </a:extLst>
            </p:cNvPr>
            <p:cNvGrpSpPr/>
            <p:nvPr/>
          </p:nvGrpSpPr>
          <p:grpSpPr>
            <a:xfrm>
              <a:off x="1195900" y="-1107415"/>
              <a:ext cx="13720947" cy="5582493"/>
              <a:chOff x="-9135191" y="-1133182"/>
              <a:chExt cx="13720947" cy="5582493"/>
            </a:xfrm>
          </p:grpSpPr>
          <p:grpSp>
            <p:nvGrpSpPr>
              <p:cNvPr id="214" name="Group 213">
                <a:extLst>
                  <a:ext uri="{FF2B5EF4-FFF2-40B4-BE49-F238E27FC236}">
                    <a16:creationId xmlns:a16="http://schemas.microsoft.com/office/drawing/2014/main" id="{76BBC544-16DB-4919-B713-B21DA52369BB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241" name="Rectangle 240">
                  <a:extLst>
                    <a:ext uri="{FF2B5EF4-FFF2-40B4-BE49-F238E27FC236}">
                      <a16:creationId xmlns:a16="http://schemas.microsoft.com/office/drawing/2014/main" id="{22FBC3AD-ADC6-4392-BCD2-B6DB0910D4A5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2" name="Rectangle 241">
                  <a:extLst>
                    <a:ext uri="{FF2B5EF4-FFF2-40B4-BE49-F238E27FC236}">
                      <a16:creationId xmlns:a16="http://schemas.microsoft.com/office/drawing/2014/main" id="{8894EF17-8A1B-460D-AF25-0F2DE04F886D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3" name="Rectangle 242">
                  <a:extLst>
                    <a:ext uri="{FF2B5EF4-FFF2-40B4-BE49-F238E27FC236}">
                      <a16:creationId xmlns:a16="http://schemas.microsoft.com/office/drawing/2014/main" id="{FF147CD9-5E44-4ABE-8169-16EF2372614F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4" name="Rectangle 243">
                  <a:extLst>
                    <a:ext uri="{FF2B5EF4-FFF2-40B4-BE49-F238E27FC236}">
                      <a16:creationId xmlns:a16="http://schemas.microsoft.com/office/drawing/2014/main" id="{0955A85B-4539-488D-BCBA-5738DA7D3AD3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5" name="Rectangle 244">
                  <a:extLst>
                    <a:ext uri="{FF2B5EF4-FFF2-40B4-BE49-F238E27FC236}">
                      <a16:creationId xmlns:a16="http://schemas.microsoft.com/office/drawing/2014/main" id="{EC0E0534-EE25-4124-9B5C-08531ACECB5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6" name="Rectangle 245">
                  <a:extLst>
                    <a:ext uri="{FF2B5EF4-FFF2-40B4-BE49-F238E27FC236}">
                      <a16:creationId xmlns:a16="http://schemas.microsoft.com/office/drawing/2014/main" id="{B2D1BBD5-9E7D-4116-8F28-A52F35BC6E8D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7" name="Rectangle 246">
                  <a:extLst>
                    <a:ext uri="{FF2B5EF4-FFF2-40B4-BE49-F238E27FC236}">
                      <a16:creationId xmlns:a16="http://schemas.microsoft.com/office/drawing/2014/main" id="{0D855D91-ABCF-4F5C-9C74-2BC226FCCCEF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8" name="Rectangle 247">
                  <a:extLst>
                    <a:ext uri="{FF2B5EF4-FFF2-40B4-BE49-F238E27FC236}">
                      <a16:creationId xmlns:a16="http://schemas.microsoft.com/office/drawing/2014/main" id="{B1D8A813-E1E4-45EE-8BE0-27D3364BA098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9" name="Rectangle 248">
                  <a:extLst>
                    <a:ext uri="{FF2B5EF4-FFF2-40B4-BE49-F238E27FC236}">
                      <a16:creationId xmlns:a16="http://schemas.microsoft.com/office/drawing/2014/main" id="{9942E273-80C2-4294-9A79-328F176333F4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0" name="Rectangle 249">
                  <a:extLst>
                    <a:ext uri="{FF2B5EF4-FFF2-40B4-BE49-F238E27FC236}">
                      <a16:creationId xmlns:a16="http://schemas.microsoft.com/office/drawing/2014/main" id="{F114E2DF-6DE9-413E-98EE-03FDA65CE051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1" name="Rectangle 250">
                  <a:extLst>
                    <a:ext uri="{FF2B5EF4-FFF2-40B4-BE49-F238E27FC236}">
                      <a16:creationId xmlns:a16="http://schemas.microsoft.com/office/drawing/2014/main" id="{56F5460A-66C3-452B-A788-39681631E1EA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2" name="Rectangle 251">
                  <a:extLst>
                    <a:ext uri="{FF2B5EF4-FFF2-40B4-BE49-F238E27FC236}">
                      <a16:creationId xmlns:a16="http://schemas.microsoft.com/office/drawing/2014/main" id="{2126FF82-4A2C-49F7-8403-CE9A0BF1C637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3" name="Rectangle 252">
                  <a:extLst>
                    <a:ext uri="{FF2B5EF4-FFF2-40B4-BE49-F238E27FC236}">
                      <a16:creationId xmlns:a16="http://schemas.microsoft.com/office/drawing/2014/main" id="{B2208733-57A0-476B-B521-CF74612E53AB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4" name="Rectangle 253">
                  <a:extLst>
                    <a:ext uri="{FF2B5EF4-FFF2-40B4-BE49-F238E27FC236}">
                      <a16:creationId xmlns:a16="http://schemas.microsoft.com/office/drawing/2014/main" id="{A60128D1-9BCE-47BD-8674-403DE4F16694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5" name="Rectangle 254">
                  <a:extLst>
                    <a:ext uri="{FF2B5EF4-FFF2-40B4-BE49-F238E27FC236}">
                      <a16:creationId xmlns:a16="http://schemas.microsoft.com/office/drawing/2014/main" id="{AA9BCD49-C045-4008-977B-70CE52D4FC8D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6" name="Rectangle 255">
                  <a:extLst>
                    <a:ext uri="{FF2B5EF4-FFF2-40B4-BE49-F238E27FC236}">
                      <a16:creationId xmlns:a16="http://schemas.microsoft.com/office/drawing/2014/main" id="{BA0AFE27-ABF1-4A30-80F6-8C6341917872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7" name="Rectangle 256">
                  <a:extLst>
                    <a:ext uri="{FF2B5EF4-FFF2-40B4-BE49-F238E27FC236}">
                      <a16:creationId xmlns:a16="http://schemas.microsoft.com/office/drawing/2014/main" id="{D4626E04-8787-48A7-8958-E66761211ADE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8" name="Rectangle 257">
                  <a:extLst>
                    <a:ext uri="{FF2B5EF4-FFF2-40B4-BE49-F238E27FC236}">
                      <a16:creationId xmlns:a16="http://schemas.microsoft.com/office/drawing/2014/main" id="{01B18779-377A-4A55-9384-2D55DC09E999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9" name="Rectangle 258">
                  <a:extLst>
                    <a:ext uri="{FF2B5EF4-FFF2-40B4-BE49-F238E27FC236}">
                      <a16:creationId xmlns:a16="http://schemas.microsoft.com/office/drawing/2014/main" id="{6D4E000F-47FB-4681-9EB2-067F4A0D5C48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0" name="Rectangle 259">
                  <a:extLst>
                    <a:ext uri="{FF2B5EF4-FFF2-40B4-BE49-F238E27FC236}">
                      <a16:creationId xmlns:a16="http://schemas.microsoft.com/office/drawing/2014/main" id="{A6F01E33-A4D2-4504-842B-FCD226908AA7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1" name="Rectangle 260">
                  <a:extLst>
                    <a:ext uri="{FF2B5EF4-FFF2-40B4-BE49-F238E27FC236}">
                      <a16:creationId xmlns:a16="http://schemas.microsoft.com/office/drawing/2014/main" id="{37DEB927-F8B7-4DD6-869D-A0C0EBEA560A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2" name="Rectangle 261">
                  <a:extLst>
                    <a:ext uri="{FF2B5EF4-FFF2-40B4-BE49-F238E27FC236}">
                      <a16:creationId xmlns:a16="http://schemas.microsoft.com/office/drawing/2014/main" id="{B4B2C9B1-17CE-4F04-B8A0-2213B6C29831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3" name="Rectangle 262">
                  <a:extLst>
                    <a:ext uri="{FF2B5EF4-FFF2-40B4-BE49-F238E27FC236}">
                      <a16:creationId xmlns:a16="http://schemas.microsoft.com/office/drawing/2014/main" id="{C4B8395C-C0F8-491D-9655-A6A6E87C9EF0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2B6D3CAC-9FEF-4DB4-BB03-93AD3B8B3102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5AFF4FAD-2546-4745-BB5B-7396D7CE5AC2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215" name="Straight Connector 214">
                <a:extLst>
                  <a:ext uri="{FF2B5EF4-FFF2-40B4-BE49-F238E27FC236}">
                    <a16:creationId xmlns:a16="http://schemas.microsoft.com/office/drawing/2014/main" id="{638873DF-CB67-4231-8CCC-6BB3149638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EC7D14BF-3C01-45F4-8E2B-580D4B45F5C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Straight Connector 216">
                <a:extLst>
                  <a:ext uri="{FF2B5EF4-FFF2-40B4-BE49-F238E27FC236}">
                    <a16:creationId xmlns:a16="http://schemas.microsoft.com/office/drawing/2014/main" id="{BE3D0650-A727-4916-A8A1-66121ED614A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Straight Connector 217">
                <a:extLst>
                  <a:ext uri="{FF2B5EF4-FFF2-40B4-BE49-F238E27FC236}">
                    <a16:creationId xmlns:a16="http://schemas.microsoft.com/office/drawing/2014/main" id="{F7D1AA31-E0F4-429A-A34B-DB3408227D3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Straight Connector 218">
                <a:extLst>
                  <a:ext uri="{FF2B5EF4-FFF2-40B4-BE49-F238E27FC236}">
                    <a16:creationId xmlns:a16="http://schemas.microsoft.com/office/drawing/2014/main" id="{F8D53929-2FB5-48AC-B822-DBEBF33340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9ECD125E-70C6-435C-9F2F-22A7BFA9DA40}"/>
                  </a:ext>
                </a:extLst>
              </p:cNvPr>
              <p:cNvSpPr/>
              <p:nvPr/>
            </p:nvSpPr>
            <p:spPr>
              <a:xfrm>
                <a:off x="479795" y="-1133182"/>
                <a:ext cx="3764172" cy="9079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branching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crossing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..</a:t>
                </a:r>
                <a:endParaRPr lang="pt-PT" sz="24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F11D8B29-113F-4674-ACC1-A5E00B287314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231" name="Freeform: Shape 230">
                  <a:extLst>
                    <a:ext uri="{FF2B5EF4-FFF2-40B4-BE49-F238E27FC236}">
                      <a16:creationId xmlns:a16="http://schemas.microsoft.com/office/drawing/2014/main" id="{3F2E9054-8D7B-40E2-9E0C-4645540CC11D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2" name="Freeform: Shape 231">
                  <a:extLst>
                    <a:ext uri="{FF2B5EF4-FFF2-40B4-BE49-F238E27FC236}">
                      <a16:creationId xmlns:a16="http://schemas.microsoft.com/office/drawing/2014/main" id="{2B85857F-6BB8-4BAA-92B4-BD7CE6A1FC58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3" name="Freeform: Shape 232">
                  <a:extLst>
                    <a:ext uri="{FF2B5EF4-FFF2-40B4-BE49-F238E27FC236}">
                      <a16:creationId xmlns:a16="http://schemas.microsoft.com/office/drawing/2014/main" id="{EFF33F7E-4368-4D58-8B3B-8263B5DCEDF6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4" name="Freeform: Shape 233">
                  <a:extLst>
                    <a:ext uri="{FF2B5EF4-FFF2-40B4-BE49-F238E27FC236}">
                      <a16:creationId xmlns:a16="http://schemas.microsoft.com/office/drawing/2014/main" id="{5AE9BB1C-15B8-4984-A207-61BB4BEF108F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5" name="Freeform: Shape 234">
                  <a:extLst>
                    <a:ext uri="{FF2B5EF4-FFF2-40B4-BE49-F238E27FC236}">
                      <a16:creationId xmlns:a16="http://schemas.microsoft.com/office/drawing/2014/main" id="{0198C1BC-6BB8-444A-9EF8-9D3768F0E5DD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6" name="Freeform: Shape 235">
                  <a:extLst>
                    <a:ext uri="{FF2B5EF4-FFF2-40B4-BE49-F238E27FC236}">
                      <a16:creationId xmlns:a16="http://schemas.microsoft.com/office/drawing/2014/main" id="{46E072D6-8F19-4623-8F2C-CA47191C2F33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38" name="Freeform: Shape 237">
                  <a:extLst>
                    <a:ext uri="{FF2B5EF4-FFF2-40B4-BE49-F238E27FC236}">
                      <a16:creationId xmlns:a16="http://schemas.microsoft.com/office/drawing/2014/main" id="{384D5B34-2186-4311-931F-243E5EFDE5E4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0" name="Freeform: Shape 239">
                  <a:extLst>
                    <a:ext uri="{FF2B5EF4-FFF2-40B4-BE49-F238E27FC236}">
                      <a16:creationId xmlns:a16="http://schemas.microsoft.com/office/drawing/2014/main" id="{B8A539B1-8075-4FCF-9CA6-3655781406FE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222" name="Straight Connector 221">
                <a:extLst>
                  <a:ext uri="{FF2B5EF4-FFF2-40B4-BE49-F238E27FC236}">
                    <a16:creationId xmlns:a16="http://schemas.microsoft.com/office/drawing/2014/main" id="{E2DEA01A-7687-4808-8BC0-5026EAED1BE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Straight Connector 222">
                <a:extLst>
                  <a:ext uri="{FF2B5EF4-FFF2-40B4-BE49-F238E27FC236}">
                    <a16:creationId xmlns:a16="http://schemas.microsoft.com/office/drawing/2014/main" id="{21A8BF88-AF82-4751-8E5B-1665829040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95900" y="2774604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4" name="Multiplication Sign 223">
                <a:extLst>
                  <a:ext uri="{FF2B5EF4-FFF2-40B4-BE49-F238E27FC236}">
                    <a16:creationId xmlns:a16="http://schemas.microsoft.com/office/drawing/2014/main" id="{A7F19D71-B0D0-45C5-9F01-6CA1DFFFF2EC}"/>
                  </a:ext>
                </a:extLst>
              </p:cNvPr>
              <p:cNvSpPr/>
              <p:nvPr/>
            </p:nvSpPr>
            <p:spPr>
              <a:xfrm>
                <a:off x="1260975" y="206586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5" name="Multiplication Sign 224">
                <a:extLst>
                  <a:ext uri="{FF2B5EF4-FFF2-40B4-BE49-F238E27FC236}">
                    <a16:creationId xmlns:a16="http://schemas.microsoft.com/office/drawing/2014/main" id="{9FE3259A-AFB0-4F22-8F12-601CE49B8E32}"/>
                  </a:ext>
                </a:extLst>
              </p:cNvPr>
              <p:cNvSpPr/>
              <p:nvPr/>
            </p:nvSpPr>
            <p:spPr>
              <a:xfrm>
                <a:off x="2912937" y="2053445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227" name="Straight Connector 226">
                <a:extLst>
                  <a:ext uri="{FF2B5EF4-FFF2-40B4-BE49-F238E27FC236}">
                    <a16:creationId xmlns:a16="http://schemas.microsoft.com/office/drawing/2014/main" id="{2A1946DF-7097-4315-AB19-EE46083D8C2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9063" y="2726771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Straight Connector 227">
                <a:extLst>
                  <a:ext uri="{FF2B5EF4-FFF2-40B4-BE49-F238E27FC236}">
                    <a16:creationId xmlns:a16="http://schemas.microsoft.com/office/drawing/2014/main" id="{A1A5C1D4-B596-4EF7-9569-9B02302D1E6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422577" y="279527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88429956-7D95-45E2-9178-52059E76A4D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653190" y="105109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50D09B77-83AF-41C9-82EE-9A21AE3FAB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9135191" y="2774604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6" name="Group 265">
              <a:extLst>
                <a:ext uri="{FF2B5EF4-FFF2-40B4-BE49-F238E27FC236}">
                  <a16:creationId xmlns:a16="http://schemas.microsoft.com/office/drawing/2014/main" id="{82DF9CF6-13AA-40F7-B8C5-8EAD58F67598}"/>
                </a:ext>
              </a:extLst>
            </p:cNvPr>
            <p:cNvGrpSpPr/>
            <p:nvPr/>
          </p:nvGrpSpPr>
          <p:grpSpPr>
            <a:xfrm>
              <a:off x="5256044" y="5350357"/>
              <a:ext cx="4345824" cy="5328889"/>
              <a:chOff x="259534" y="-884582"/>
              <a:chExt cx="4345824" cy="5328889"/>
            </a:xfrm>
          </p:grpSpPr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09A56912-75FB-4098-97B4-AADB125429D1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294" name="Rectangle 293">
                  <a:extLst>
                    <a:ext uri="{FF2B5EF4-FFF2-40B4-BE49-F238E27FC236}">
                      <a16:creationId xmlns:a16="http://schemas.microsoft.com/office/drawing/2014/main" id="{AEF0B6C9-7DCC-4340-9939-131D2A11A427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5" name="Rectangle 294">
                  <a:extLst>
                    <a:ext uri="{FF2B5EF4-FFF2-40B4-BE49-F238E27FC236}">
                      <a16:creationId xmlns:a16="http://schemas.microsoft.com/office/drawing/2014/main" id="{8FA4DE5A-217B-40F9-9FFC-B9FD80889488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6" name="Rectangle 295">
                  <a:extLst>
                    <a:ext uri="{FF2B5EF4-FFF2-40B4-BE49-F238E27FC236}">
                      <a16:creationId xmlns:a16="http://schemas.microsoft.com/office/drawing/2014/main" id="{542D9964-F71C-471C-B6FD-87843C27C00F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7" name="Rectangle 296">
                  <a:extLst>
                    <a:ext uri="{FF2B5EF4-FFF2-40B4-BE49-F238E27FC236}">
                      <a16:creationId xmlns:a16="http://schemas.microsoft.com/office/drawing/2014/main" id="{FCEAC4CA-E4A1-4A3A-BDBB-63D1A7D80475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8" name="Rectangle 297">
                  <a:extLst>
                    <a:ext uri="{FF2B5EF4-FFF2-40B4-BE49-F238E27FC236}">
                      <a16:creationId xmlns:a16="http://schemas.microsoft.com/office/drawing/2014/main" id="{C8EA2AE8-E35B-4B49-B947-C9E93A30082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9" name="Rectangle 298">
                  <a:extLst>
                    <a:ext uri="{FF2B5EF4-FFF2-40B4-BE49-F238E27FC236}">
                      <a16:creationId xmlns:a16="http://schemas.microsoft.com/office/drawing/2014/main" id="{DAFBBAC6-C6D3-4625-976B-02FEA80B2255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0" name="Rectangle 299">
                  <a:extLst>
                    <a:ext uri="{FF2B5EF4-FFF2-40B4-BE49-F238E27FC236}">
                      <a16:creationId xmlns:a16="http://schemas.microsoft.com/office/drawing/2014/main" id="{A0565192-8D88-428D-B266-25286005BB0E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1" name="Rectangle 300">
                  <a:extLst>
                    <a:ext uri="{FF2B5EF4-FFF2-40B4-BE49-F238E27FC236}">
                      <a16:creationId xmlns:a16="http://schemas.microsoft.com/office/drawing/2014/main" id="{3C227476-B384-488D-9A5F-1765E3F864BA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2" name="Rectangle 301">
                  <a:extLst>
                    <a:ext uri="{FF2B5EF4-FFF2-40B4-BE49-F238E27FC236}">
                      <a16:creationId xmlns:a16="http://schemas.microsoft.com/office/drawing/2014/main" id="{877BC67D-9018-49DE-98C4-1E53EED5B09F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3" name="Rectangle 302">
                  <a:extLst>
                    <a:ext uri="{FF2B5EF4-FFF2-40B4-BE49-F238E27FC236}">
                      <a16:creationId xmlns:a16="http://schemas.microsoft.com/office/drawing/2014/main" id="{154672F5-C773-41E9-A9C9-DC596FC012BA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4" name="Rectangle 303">
                  <a:extLst>
                    <a:ext uri="{FF2B5EF4-FFF2-40B4-BE49-F238E27FC236}">
                      <a16:creationId xmlns:a16="http://schemas.microsoft.com/office/drawing/2014/main" id="{9321F6FE-C8FF-4059-B8AD-22909ACE67B0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5" name="Rectangle 304">
                  <a:extLst>
                    <a:ext uri="{FF2B5EF4-FFF2-40B4-BE49-F238E27FC236}">
                      <a16:creationId xmlns:a16="http://schemas.microsoft.com/office/drawing/2014/main" id="{BFB61BAB-5A1B-48F9-B5CB-8EA8EB1C683C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6" name="Rectangle 305">
                  <a:extLst>
                    <a:ext uri="{FF2B5EF4-FFF2-40B4-BE49-F238E27FC236}">
                      <a16:creationId xmlns:a16="http://schemas.microsoft.com/office/drawing/2014/main" id="{8B8B6E02-D022-49CB-83A3-7DBB0B3EF9E3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7" name="Rectangle 306">
                  <a:extLst>
                    <a:ext uri="{FF2B5EF4-FFF2-40B4-BE49-F238E27FC236}">
                      <a16:creationId xmlns:a16="http://schemas.microsoft.com/office/drawing/2014/main" id="{3F524523-A2B0-4FCA-A2F2-1DFDE172F24F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8" name="Rectangle 307">
                  <a:extLst>
                    <a:ext uri="{FF2B5EF4-FFF2-40B4-BE49-F238E27FC236}">
                      <a16:creationId xmlns:a16="http://schemas.microsoft.com/office/drawing/2014/main" id="{2F3852E9-A2B9-43F9-81D6-D2949CFCAAAD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9" name="Rectangle 308">
                  <a:extLst>
                    <a:ext uri="{FF2B5EF4-FFF2-40B4-BE49-F238E27FC236}">
                      <a16:creationId xmlns:a16="http://schemas.microsoft.com/office/drawing/2014/main" id="{AB3C712F-A163-48AE-A9A3-ECD5C98CF50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0" name="Rectangle 309">
                  <a:extLst>
                    <a:ext uri="{FF2B5EF4-FFF2-40B4-BE49-F238E27FC236}">
                      <a16:creationId xmlns:a16="http://schemas.microsoft.com/office/drawing/2014/main" id="{683A54C8-1D34-4D6C-9864-91049013AB54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1" name="Rectangle 310">
                  <a:extLst>
                    <a:ext uri="{FF2B5EF4-FFF2-40B4-BE49-F238E27FC236}">
                      <a16:creationId xmlns:a16="http://schemas.microsoft.com/office/drawing/2014/main" id="{5CBBDD29-7FDA-46B5-B07E-F1EB2EFD4F8B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2" name="Rectangle 311">
                  <a:extLst>
                    <a:ext uri="{FF2B5EF4-FFF2-40B4-BE49-F238E27FC236}">
                      <a16:creationId xmlns:a16="http://schemas.microsoft.com/office/drawing/2014/main" id="{2FA6332F-C926-4B30-A773-4D9AD952585D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3" name="Rectangle 312">
                  <a:extLst>
                    <a:ext uri="{FF2B5EF4-FFF2-40B4-BE49-F238E27FC236}">
                      <a16:creationId xmlns:a16="http://schemas.microsoft.com/office/drawing/2014/main" id="{5CF099ED-0082-448E-900B-728CE8CCEBC9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4" name="Rectangle 313">
                  <a:extLst>
                    <a:ext uri="{FF2B5EF4-FFF2-40B4-BE49-F238E27FC236}">
                      <a16:creationId xmlns:a16="http://schemas.microsoft.com/office/drawing/2014/main" id="{5C00EAB6-43B8-4F1A-A4F9-EB861E88547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5" name="Rectangle 314">
                  <a:extLst>
                    <a:ext uri="{FF2B5EF4-FFF2-40B4-BE49-F238E27FC236}">
                      <a16:creationId xmlns:a16="http://schemas.microsoft.com/office/drawing/2014/main" id="{003E1669-2059-4B51-8FB1-DB56D82BF66A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6" name="Rectangle 315">
                  <a:extLst>
                    <a:ext uri="{FF2B5EF4-FFF2-40B4-BE49-F238E27FC236}">
                      <a16:creationId xmlns:a16="http://schemas.microsoft.com/office/drawing/2014/main" id="{99D0FCF4-2BBB-404E-8074-731DED5FCEFC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7" name="Rectangle 316">
                  <a:extLst>
                    <a:ext uri="{FF2B5EF4-FFF2-40B4-BE49-F238E27FC236}">
                      <a16:creationId xmlns:a16="http://schemas.microsoft.com/office/drawing/2014/main" id="{2D1F570C-77AA-4689-883E-3C815592D990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8" name="Rectangle 317">
                  <a:extLst>
                    <a:ext uri="{FF2B5EF4-FFF2-40B4-BE49-F238E27FC236}">
                      <a16:creationId xmlns:a16="http://schemas.microsoft.com/office/drawing/2014/main" id="{6B47A4B2-8A04-4573-9E22-52BB303FA1A0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A9864B8C-451C-4804-8765-D3AB555F29B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131923DB-8143-4307-8CAE-860E1F2BEC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513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91E1E217-6E83-41E6-B806-A06BA1426BC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57F725F1-DB93-46A0-81E9-9CF96F07877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CC12B31D-332A-4744-986D-A9E10030AC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1BA270A2-32EC-4963-8F3D-5A702DFE5B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AC2932B0-6AA9-4C0E-8D02-21A43EBF14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6260AC0C-482F-472C-BD64-F92523046A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A23F7E5D-8940-4EA6-9144-064862500730}"/>
                  </a:ext>
                </a:extLst>
              </p:cNvPr>
              <p:cNvSpPr/>
              <p:nvPr/>
            </p:nvSpPr>
            <p:spPr>
              <a:xfrm>
                <a:off x="371166" y="-884582"/>
                <a:ext cx="400443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crossing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sz="24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77" name="Straight Connector 276">
                <a:extLst>
                  <a:ext uri="{FF2B5EF4-FFF2-40B4-BE49-F238E27FC236}">
                    <a16:creationId xmlns:a16="http://schemas.microsoft.com/office/drawing/2014/main" id="{70645B12-3BB7-4463-9DDC-61107C5F0C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Straight Connector 277">
                <a:extLst>
                  <a:ext uri="{FF2B5EF4-FFF2-40B4-BE49-F238E27FC236}">
                    <a16:creationId xmlns:a16="http://schemas.microsoft.com/office/drawing/2014/main" id="{A8254C50-9105-4014-9FA3-7B242939708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370608" y="1926214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Straight Connector 278">
                <a:extLst>
                  <a:ext uri="{FF2B5EF4-FFF2-40B4-BE49-F238E27FC236}">
                    <a16:creationId xmlns:a16="http://schemas.microsoft.com/office/drawing/2014/main" id="{8F3D398C-2595-4F96-99A6-691E31E5A89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1160277" y="4438726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Straight Connector 279">
                <a:extLst>
                  <a:ext uri="{FF2B5EF4-FFF2-40B4-BE49-F238E27FC236}">
                    <a16:creationId xmlns:a16="http://schemas.microsoft.com/office/drawing/2014/main" id="{6951F437-6B6F-4EED-8CF0-4728FEBCE6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3" y="4012814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Straight Connector 280">
                <a:extLst>
                  <a:ext uri="{FF2B5EF4-FFF2-40B4-BE49-F238E27FC236}">
                    <a16:creationId xmlns:a16="http://schemas.microsoft.com/office/drawing/2014/main" id="{773EC927-F35E-449F-BACE-B28CA55119DA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08785" y="358132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2" name="Multiplication Sign 281">
                <a:extLst>
                  <a:ext uri="{FF2B5EF4-FFF2-40B4-BE49-F238E27FC236}">
                    <a16:creationId xmlns:a16="http://schemas.microsoft.com/office/drawing/2014/main" id="{1241E7E5-75C4-4DB5-9FE9-4F6C35C68B47}"/>
                  </a:ext>
                </a:extLst>
              </p:cNvPr>
              <p:cNvSpPr/>
              <p:nvPr/>
            </p:nvSpPr>
            <p:spPr>
              <a:xfrm>
                <a:off x="1273173" y="319974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283" name="Group 282">
                <a:extLst>
                  <a:ext uri="{FF2B5EF4-FFF2-40B4-BE49-F238E27FC236}">
                    <a16:creationId xmlns:a16="http://schemas.microsoft.com/office/drawing/2014/main" id="{D030A282-D167-416C-B754-49DD15ED5485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284" name="Freeform: Shape 283">
                  <a:extLst>
                    <a:ext uri="{FF2B5EF4-FFF2-40B4-BE49-F238E27FC236}">
                      <a16:creationId xmlns:a16="http://schemas.microsoft.com/office/drawing/2014/main" id="{3EC47FAC-2794-46E2-85C8-C28E6ED6F1E1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5" name="Freeform: Shape 284">
                  <a:extLst>
                    <a:ext uri="{FF2B5EF4-FFF2-40B4-BE49-F238E27FC236}">
                      <a16:creationId xmlns:a16="http://schemas.microsoft.com/office/drawing/2014/main" id="{E0544038-0003-49BB-8854-095DCC937046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6" name="Freeform: Shape 285">
                  <a:extLst>
                    <a:ext uri="{FF2B5EF4-FFF2-40B4-BE49-F238E27FC236}">
                      <a16:creationId xmlns:a16="http://schemas.microsoft.com/office/drawing/2014/main" id="{B356D988-EC34-4163-978E-08D7A742C603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7" name="Freeform: Shape 286">
                  <a:extLst>
                    <a:ext uri="{FF2B5EF4-FFF2-40B4-BE49-F238E27FC236}">
                      <a16:creationId xmlns:a16="http://schemas.microsoft.com/office/drawing/2014/main" id="{44637B19-4007-4B7B-805B-56E2B0A0AC35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8" name="Freeform: Shape 287">
                  <a:extLst>
                    <a:ext uri="{FF2B5EF4-FFF2-40B4-BE49-F238E27FC236}">
                      <a16:creationId xmlns:a16="http://schemas.microsoft.com/office/drawing/2014/main" id="{DDD513DF-77B5-4298-976D-0776BC12FEF0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9" name="Freeform: Shape 288">
                  <a:extLst>
                    <a:ext uri="{FF2B5EF4-FFF2-40B4-BE49-F238E27FC236}">
                      <a16:creationId xmlns:a16="http://schemas.microsoft.com/office/drawing/2014/main" id="{32E64176-9A9C-407D-98E9-14F38DDD8C39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91" name="Freeform: Shape 290">
                  <a:extLst>
                    <a:ext uri="{FF2B5EF4-FFF2-40B4-BE49-F238E27FC236}">
                      <a16:creationId xmlns:a16="http://schemas.microsoft.com/office/drawing/2014/main" id="{3AFCA5C6-8319-4298-8A94-9DFAAF0D0316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3" name="Freeform: Shape 292">
                  <a:extLst>
                    <a:ext uri="{FF2B5EF4-FFF2-40B4-BE49-F238E27FC236}">
                      <a16:creationId xmlns:a16="http://schemas.microsoft.com/office/drawing/2014/main" id="{D303F6CA-B86C-4A20-9ED3-52EBFAF56D01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46B7DCDF-075B-4E61-8548-4D6C1242F2BC}"/>
                </a:ext>
              </a:extLst>
            </p:cNvPr>
            <p:cNvGrpSpPr/>
            <p:nvPr/>
          </p:nvGrpSpPr>
          <p:grpSpPr>
            <a:xfrm>
              <a:off x="10599075" y="5350357"/>
              <a:ext cx="4417722" cy="5235247"/>
              <a:chOff x="259534" y="-797752"/>
              <a:chExt cx="4417722" cy="5235247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C05D8B8E-B31B-4B15-BC6B-BBD2BAE9E8A1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344" name="Rectangle 343">
                  <a:extLst>
                    <a:ext uri="{FF2B5EF4-FFF2-40B4-BE49-F238E27FC236}">
                      <a16:creationId xmlns:a16="http://schemas.microsoft.com/office/drawing/2014/main" id="{BC57E84B-CD22-4F46-9C28-AF8385854957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5" name="Rectangle 344">
                  <a:extLst>
                    <a:ext uri="{FF2B5EF4-FFF2-40B4-BE49-F238E27FC236}">
                      <a16:creationId xmlns:a16="http://schemas.microsoft.com/office/drawing/2014/main" id="{46CAC1CA-BBF0-4474-A301-F584A53BDAE7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6" name="Rectangle 345">
                  <a:extLst>
                    <a:ext uri="{FF2B5EF4-FFF2-40B4-BE49-F238E27FC236}">
                      <a16:creationId xmlns:a16="http://schemas.microsoft.com/office/drawing/2014/main" id="{19567C43-7E58-48EC-8FE3-2D6582F2AE01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7" name="Rectangle 346">
                  <a:extLst>
                    <a:ext uri="{FF2B5EF4-FFF2-40B4-BE49-F238E27FC236}">
                      <a16:creationId xmlns:a16="http://schemas.microsoft.com/office/drawing/2014/main" id="{848638ED-EF94-4A60-8D4C-67CF463BB2FD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8" name="Rectangle 347">
                  <a:extLst>
                    <a:ext uri="{FF2B5EF4-FFF2-40B4-BE49-F238E27FC236}">
                      <a16:creationId xmlns:a16="http://schemas.microsoft.com/office/drawing/2014/main" id="{352C3D11-688D-4EA6-B68F-5C569E683FB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9" name="Rectangle 348">
                  <a:extLst>
                    <a:ext uri="{FF2B5EF4-FFF2-40B4-BE49-F238E27FC236}">
                      <a16:creationId xmlns:a16="http://schemas.microsoft.com/office/drawing/2014/main" id="{8B11E2DC-D477-41C2-8E4A-68FDF7759611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0" name="Rectangle 349">
                  <a:extLst>
                    <a:ext uri="{FF2B5EF4-FFF2-40B4-BE49-F238E27FC236}">
                      <a16:creationId xmlns:a16="http://schemas.microsoft.com/office/drawing/2014/main" id="{437A8F71-15E7-4C74-8DD6-9B646E6E2C99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1" name="Rectangle 350">
                  <a:extLst>
                    <a:ext uri="{FF2B5EF4-FFF2-40B4-BE49-F238E27FC236}">
                      <a16:creationId xmlns:a16="http://schemas.microsoft.com/office/drawing/2014/main" id="{86BA778C-FE7D-40F3-9247-2C76557ECB78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2" name="Rectangle 351">
                  <a:extLst>
                    <a:ext uri="{FF2B5EF4-FFF2-40B4-BE49-F238E27FC236}">
                      <a16:creationId xmlns:a16="http://schemas.microsoft.com/office/drawing/2014/main" id="{5DEEE8CE-05B1-47D1-A742-38E080ADC038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3" name="Rectangle 352">
                  <a:extLst>
                    <a:ext uri="{FF2B5EF4-FFF2-40B4-BE49-F238E27FC236}">
                      <a16:creationId xmlns:a16="http://schemas.microsoft.com/office/drawing/2014/main" id="{DA849226-5E9C-4B43-B6AD-BCF2D015EA09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4" name="Rectangle 353">
                  <a:extLst>
                    <a:ext uri="{FF2B5EF4-FFF2-40B4-BE49-F238E27FC236}">
                      <a16:creationId xmlns:a16="http://schemas.microsoft.com/office/drawing/2014/main" id="{C8D055A0-3FFF-4A74-A44D-D5E864FDED7D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5" name="Rectangle 354">
                  <a:extLst>
                    <a:ext uri="{FF2B5EF4-FFF2-40B4-BE49-F238E27FC236}">
                      <a16:creationId xmlns:a16="http://schemas.microsoft.com/office/drawing/2014/main" id="{2E830725-29E9-4B30-8A46-E9CAE619A8DE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6" name="Rectangle 355">
                  <a:extLst>
                    <a:ext uri="{FF2B5EF4-FFF2-40B4-BE49-F238E27FC236}">
                      <a16:creationId xmlns:a16="http://schemas.microsoft.com/office/drawing/2014/main" id="{1AB85F12-D932-440C-A6BD-27FE4B5E56C3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7" name="Rectangle 356">
                  <a:extLst>
                    <a:ext uri="{FF2B5EF4-FFF2-40B4-BE49-F238E27FC236}">
                      <a16:creationId xmlns:a16="http://schemas.microsoft.com/office/drawing/2014/main" id="{4DCD42C5-D100-47AC-8E12-EF4C2054BD54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8" name="Rectangle 357">
                  <a:extLst>
                    <a:ext uri="{FF2B5EF4-FFF2-40B4-BE49-F238E27FC236}">
                      <a16:creationId xmlns:a16="http://schemas.microsoft.com/office/drawing/2014/main" id="{C18AB329-1365-43B7-80C2-42555F97F87C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9" name="Rectangle 358">
                  <a:extLst>
                    <a:ext uri="{FF2B5EF4-FFF2-40B4-BE49-F238E27FC236}">
                      <a16:creationId xmlns:a16="http://schemas.microsoft.com/office/drawing/2014/main" id="{067A464D-D872-4E32-854D-7518A322443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0" name="Rectangle 359">
                  <a:extLst>
                    <a:ext uri="{FF2B5EF4-FFF2-40B4-BE49-F238E27FC236}">
                      <a16:creationId xmlns:a16="http://schemas.microsoft.com/office/drawing/2014/main" id="{6892BB1E-1274-4431-BA40-F31A2E1B2B78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1" name="Rectangle 360">
                  <a:extLst>
                    <a:ext uri="{FF2B5EF4-FFF2-40B4-BE49-F238E27FC236}">
                      <a16:creationId xmlns:a16="http://schemas.microsoft.com/office/drawing/2014/main" id="{5013EDE0-3887-4F24-A96B-DE591808E55D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2" name="Rectangle 361">
                  <a:extLst>
                    <a:ext uri="{FF2B5EF4-FFF2-40B4-BE49-F238E27FC236}">
                      <a16:creationId xmlns:a16="http://schemas.microsoft.com/office/drawing/2014/main" id="{1F069750-0111-4D6C-A811-D4189E2004F5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3" name="Rectangle 362">
                  <a:extLst>
                    <a:ext uri="{FF2B5EF4-FFF2-40B4-BE49-F238E27FC236}">
                      <a16:creationId xmlns:a16="http://schemas.microsoft.com/office/drawing/2014/main" id="{58A90B30-4AF2-4560-BE4D-23EF9C069426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4" name="Rectangle 363">
                  <a:extLst>
                    <a:ext uri="{FF2B5EF4-FFF2-40B4-BE49-F238E27FC236}">
                      <a16:creationId xmlns:a16="http://schemas.microsoft.com/office/drawing/2014/main" id="{7F6A9541-25D0-4D22-936D-591DB9655582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5" name="Rectangle 364">
                  <a:extLst>
                    <a:ext uri="{FF2B5EF4-FFF2-40B4-BE49-F238E27FC236}">
                      <a16:creationId xmlns:a16="http://schemas.microsoft.com/office/drawing/2014/main" id="{909A9CF5-46C2-4CED-90F5-8F7178D43FC2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6" name="Rectangle 365">
                  <a:extLst>
                    <a:ext uri="{FF2B5EF4-FFF2-40B4-BE49-F238E27FC236}">
                      <a16:creationId xmlns:a16="http://schemas.microsoft.com/office/drawing/2014/main" id="{FF2CE635-FA51-4702-808C-76D60B308942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7" name="Rectangle 366">
                  <a:extLst>
                    <a:ext uri="{FF2B5EF4-FFF2-40B4-BE49-F238E27FC236}">
                      <a16:creationId xmlns:a16="http://schemas.microsoft.com/office/drawing/2014/main" id="{9E5F5704-EA6F-412E-9F8D-990BF3968F7F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8" name="Rectangle 367">
                  <a:extLst>
                    <a:ext uri="{FF2B5EF4-FFF2-40B4-BE49-F238E27FC236}">
                      <a16:creationId xmlns:a16="http://schemas.microsoft.com/office/drawing/2014/main" id="{15998EC5-8FE3-4A27-BA37-2CCBBEBAF9B1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321" name="Straight Connector 320">
                <a:extLst>
                  <a:ext uri="{FF2B5EF4-FFF2-40B4-BE49-F238E27FC236}">
                    <a16:creationId xmlns:a16="http://schemas.microsoft.com/office/drawing/2014/main" id="{42385D25-5529-4E71-8674-E453ACDDA75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2" name="Straight Connector 321">
                <a:extLst>
                  <a:ext uri="{FF2B5EF4-FFF2-40B4-BE49-F238E27FC236}">
                    <a16:creationId xmlns:a16="http://schemas.microsoft.com/office/drawing/2014/main" id="{E3688CB6-44BA-4B37-B32F-E2D8F5C9225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3" name="Straight Connector 322">
                <a:extLst>
                  <a:ext uri="{FF2B5EF4-FFF2-40B4-BE49-F238E27FC236}">
                    <a16:creationId xmlns:a16="http://schemas.microsoft.com/office/drawing/2014/main" id="{A28FE54D-F939-4E58-815B-28F64BAA0D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Connector 323">
                <a:extLst>
                  <a:ext uri="{FF2B5EF4-FFF2-40B4-BE49-F238E27FC236}">
                    <a16:creationId xmlns:a16="http://schemas.microsoft.com/office/drawing/2014/main" id="{A7077B9F-E3F3-48B3-93B0-7F8EFFD18B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43058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5" name="Straight Connector 324">
                <a:extLst>
                  <a:ext uri="{FF2B5EF4-FFF2-40B4-BE49-F238E27FC236}">
                    <a16:creationId xmlns:a16="http://schemas.microsoft.com/office/drawing/2014/main" id="{D5509F5B-EF06-41C7-BC8D-C3A9F05A3F2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6" name="Straight Connector 325">
                <a:extLst>
                  <a:ext uri="{FF2B5EF4-FFF2-40B4-BE49-F238E27FC236}">
                    <a16:creationId xmlns:a16="http://schemas.microsoft.com/office/drawing/2014/main" id="{5167E149-D0BC-4CEC-95EF-7F7F92BDCF2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Straight Connector 326">
                <a:extLst>
                  <a:ext uri="{FF2B5EF4-FFF2-40B4-BE49-F238E27FC236}">
                    <a16:creationId xmlns:a16="http://schemas.microsoft.com/office/drawing/2014/main" id="{C028A88F-8774-492F-8AE8-969A1E6A03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Straight Connector 327">
                <a:extLst>
                  <a:ext uri="{FF2B5EF4-FFF2-40B4-BE49-F238E27FC236}">
                    <a16:creationId xmlns:a16="http://schemas.microsoft.com/office/drawing/2014/main" id="{CCEE775A-AB01-4F30-A50C-93A7FDFFA1F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9" name="Straight Connector 328">
                <a:extLst>
                  <a:ext uri="{FF2B5EF4-FFF2-40B4-BE49-F238E27FC236}">
                    <a16:creationId xmlns:a16="http://schemas.microsoft.com/office/drawing/2014/main" id="{9FFFD448-512A-4E2F-8D7C-1AA9368004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0" name="Straight Connector 329">
                <a:extLst>
                  <a:ext uri="{FF2B5EF4-FFF2-40B4-BE49-F238E27FC236}">
                    <a16:creationId xmlns:a16="http://schemas.microsoft.com/office/drawing/2014/main" id="{E5F91F06-F05D-4A1C-93A4-E47CCB3E3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70CC915A-0731-4665-A1D0-004E8D7F5BCA}"/>
                  </a:ext>
                </a:extLst>
              </p:cNvPr>
              <p:cNvSpPr/>
              <p:nvPr/>
            </p:nvSpPr>
            <p:spPr>
              <a:xfrm>
                <a:off x="3381709" y="-797752"/>
                <a:ext cx="129554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b="1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Solved</a:t>
                </a:r>
                <a:r>
                  <a:rPr lang="pt-PT" sz="24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!</a:t>
                </a:r>
              </a:p>
            </p:txBody>
          </p:sp>
          <p:cxnSp>
            <p:nvCxnSpPr>
              <p:cNvPr id="332" name="Straight Connector 331">
                <a:extLst>
                  <a:ext uri="{FF2B5EF4-FFF2-40B4-BE49-F238E27FC236}">
                    <a16:creationId xmlns:a16="http://schemas.microsoft.com/office/drawing/2014/main" id="{7CB2E53E-C089-4E49-96B3-436C2C42B6B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440E905D-9448-4FD9-BABD-003A58423BFA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334" name="Freeform: Shape 333">
                  <a:extLst>
                    <a:ext uri="{FF2B5EF4-FFF2-40B4-BE49-F238E27FC236}">
                      <a16:creationId xmlns:a16="http://schemas.microsoft.com/office/drawing/2014/main" id="{98E9BA65-67F9-4219-A274-105825106D29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5" name="Freeform: Shape 334">
                  <a:extLst>
                    <a:ext uri="{FF2B5EF4-FFF2-40B4-BE49-F238E27FC236}">
                      <a16:creationId xmlns:a16="http://schemas.microsoft.com/office/drawing/2014/main" id="{16C3630B-F225-4D4C-9BA7-E4360C09C70F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6" name="Freeform: Shape 335">
                  <a:extLst>
                    <a:ext uri="{FF2B5EF4-FFF2-40B4-BE49-F238E27FC236}">
                      <a16:creationId xmlns:a16="http://schemas.microsoft.com/office/drawing/2014/main" id="{C0AAE8E6-AB2E-4CE9-98C7-6F87C3F47685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7" name="Freeform: Shape 336">
                  <a:extLst>
                    <a:ext uri="{FF2B5EF4-FFF2-40B4-BE49-F238E27FC236}">
                      <a16:creationId xmlns:a16="http://schemas.microsoft.com/office/drawing/2014/main" id="{90E1CA21-E9C0-45C2-A4D7-D67082C9E160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8" name="Freeform: Shape 337">
                  <a:extLst>
                    <a:ext uri="{FF2B5EF4-FFF2-40B4-BE49-F238E27FC236}">
                      <a16:creationId xmlns:a16="http://schemas.microsoft.com/office/drawing/2014/main" id="{4E4AE4EE-CEEE-4176-96C8-E41475F581D4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39" name="Freeform: Shape 338">
                  <a:extLst>
                    <a:ext uri="{FF2B5EF4-FFF2-40B4-BE49-F238E27FC236}">
                      <a16:creationId xmlns:a16="http://schemas.microsoft.com/office/drawing/2014/main" id="{635C763F-CFE5-45EF-9A5A-9BE84F3273BF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341" name="Freeform: Shape 340">
                  <a:extLst>
                    <a:ext uri="{FF2B5EF4-FFF2-40B4-BE49-F238E27FC236}">
                      <a16:creationId xmlns:a16="http://schemas.microsoft.com/office/drawing/2014/main" id="{647943A0-608E-4D22-A0F0-2240ACF62AF3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3" name="Freeform: Shape 342">
                  <a:extLst>
                    <a:ext uri="{FF2B5EF4-FFF2-40B4-BE49-F238E27FC236}">
                      <a16:creationId xmlns:a16="http://schemas.microsoft.com/office/drawing/2014/main" id="{6ABF445B-0457-46F4-AC84-8C369DF29F1C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11" name="Rectangle 410">
              <a:extLst>
                <a:ext uri="{FF2B5EF4-FFF2-40B4-BE49-F238E27FC236}">
                  <a16:creationId xmlns:a16="http://schemas.microsoft.com/office/drawing/2014/main" id="{4CAA9B67-1DE3-4188-93FD-E35D30A5C475}"/>
                </a:ext>
              </a:extLst>
            </p:cNvPr>
            <p:cNvSpPr/>
            <p:nvPr/>
          </p:nvSpPr>
          <p:spPr>
            <a:xfrm>
              <a:off x="10683025" y="10977990"/>
              <a:ext cx="5065066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#22 by Pedro PSI – 16</a:t>
              </a:r>
              <a:r>
                <a:rPr lang="en-US" b="1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 of December 2020</a:t>
              </a:r>
            </a:p>
            <a:p>
              <a:pPr algn="r"/>
              <a:r>
                <a:rPr lang="pt-PT" i="1" dirty="0">
                  <a:latin typeface="Arial" panose="020B0604020202020204" pitchFamily="34" charset="0"/>
                  <a:cs typeface="Arial" panose="020B0604020202020204" pitchFamily="34" charset="0"/>
                </a:rPr>
                <a:t>pedropsi.github.io</a:t>
              </a:r>
            </a:p>
          </p:txBody>
        </p: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F4A488E2-93EF-4F8D-9C58-5DEA30D1B178}"/>
                </a:ext>
              </a:extLst>
            </p:cNvPr>
            <p:cNvCxnSpPr>
              <a:cxnSpLocks/>
            </p:cNvCxnSpPr>
            <p:nvPr/>
          </p:nvCxnSpPr>
          <p:spPr>
            <a:xfrm>
              <a:off x="2777987" y="1965145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BBF5B94B-B47A-48F9-BCEC-007185BECBA3}"/>
                </a:ext>
              </a:extLst>
            </p:cNvPr>
            <p:cNvSpPr/>
            <p:nvPr/>
          </p:nvSpPr>
          <p:spPr>
            <a:xfrm rot="8358001">
              <a:off x="3330973" y="-258220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06726D54-05C8-4E15-91FB-E39A8795CEA3}"/>
                </a:ext>
              </a:extLst>
            </p:cNvPr>
            <p:cNvSpPr/>
            <p:nvPr/>
          </p:nvSpPr>
          <p:spPr>
            <a:xfrm rot="8358001">
              <a:off x="2491156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46C81A6-9EF6-4130-9961-FBABA7A973EA}"/>
                </a:ext>
              </a:extLst>
            </p:cNvPr>
            <p:cNvSpPr/>
            <p:nvPr/>
          </p:nvSpPr>
          <p:spPr>
            <a:xfrm rot="8358001">
              <a:off x="739294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404A4AA8-CEA5-4AA2-8764-1556DA93FDD8}"/>
                </a:ext>
              </a:extLst>
            </p:cNvPr>
            <p:cNvSpPr/>
            <p:nvPr/>
          </p:nvSpPr>
          <p:spPr>
            <a:xfrm rot="8358001">
              <a:off x="8373363" y="-258220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6D99E180-360C-4880-BFF8-AA4946A82B9C}"/>
                </a:ext>
              </a:extLst>
            </p:cNvPr>
            <p:cNvSpPr/>
            <p:nvPr/>
          </p:nvSpPr>
          <p:spPr>
            <a:xfrm rot="8358001">
              <a:off x="7533546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2BC04733-9BE0-45DB-A62E-B1BCB979A07B}"/>
                </a:ext>
              </a:extLst>
            </p:cNvPr>
            <p:cNvSpPr/>
            <p:nvPr/>
          </p:nvSpPr>
          <p:spPr>
            <a:xfrm rot="8358001">
              <a:off x="5781684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10A9B235-6EFA-4C71-8E19-85C6C786D2F6}"/>
                </a:ext>
              </a:extLst>
            </p:cNvPr>
            <p:cNvSpPr/>
            <p:nvPr/>
          </p:nvSpPr>
          <p:spPr>
            <a:xfrm rot="8358001">
              <a:off x="13708461" y="-258220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46508DBC-4B30-441C-AD86-7BD8969EE173}"/>
                </a:ext>
              </a:extLst>
            </p:cNvPr>
            <p:cNvSpPr/>
            <p:nvPr/>
          </p:nvSpPr>
          <p:spPr>
            <a:xfrm rot="8358001">
              <a:off x="12868644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718BF32D-2D6E-43BA-9BC9-117E5BDC13BD}"/>
                </a:ext>
              </a:extLst>
            </p:cNvPr>
            <p:cNvSpPr/>
            <p:nvPr/>
          </p:nvSpPr>
          <p:spPr>
            <a:xfrm rot="8358001">
              <a:off x="11116782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007087CA-2DE0-48F3-AC6E-856D19E3AB42}"/>
                </a:ext>
              </a:extLst>
            </p:cNvPr>
            <p:cNvSpPr/>
            <p:nvPr/>
          </p:nvSpPr>
          <p:spPr>
            <a:xfrm rot="8358001">
              <a:off x="13670879" y="5916912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8BFB222F-9182-4A79-A5EF-7EC04DD4BC95}"/>
                </a:ext>
              </a:extLst>
            </p:cNvPr>
            <p:cNvSpPr/>
            <p:nvPr/>
          </p:nvSpPr>
          <p:spPr>
            <a:xfrm rot="8358001">
              <a:off x="12831062" y="1007564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2E7595DF-0F6E-46D1-B12B-93B85A3269E0}"/>
                </a:ext>
              </a:extLst>
            </p:cNvPr>
            <p:cNvSpPr/>
            <p:nvPr/>
          </p:nvSpPr>
          <p:spPr>
            <a:xfrm rot="8358001">
              <a:off x="11079200" y="1007564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E50FCCF1-A0E6-4205-B1B1-70564282C960}"/>
                </a:ext>
              </a:extLst>
            </p:cNvPr>
            <p:cNvSpPr/>
            <p:nvPr/>
          </p:nvSpPr>
          <p:spPr>
            <a:xfrm rot="8358001">
              <a:off x="8298399" y="5993111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4A971FB-88A1-4F59-829D-1CACC72D4FB5}"/>
                </a:ext>
              </a:extLst>
            </p:cNvPr>
            <p:cNvSpPr/>
            <p:nvPr/>
          </p:nvSpPr>
          <p:spPr>
            <a:xfrm rot="8358001">
              <a:off x="7458582" y="101518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9CD3C4C7-2F4C-460D-8055-1CEFA04C5D62}"/>
                </a:ext>
              </a:extLst>
            </p:cNvPr>
            <p:cNvSpPr/>
            <p:nvPr/>
          </p:nvSpPr>
          <p:spPr>
            <a:xfrm rot="8358001">
              <a:off x="5706720" y="101518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FD834AAE-A0F1-4A83-9FD1-0DAAE3CD7C15}"/>
                </a:ext>
              </a:extLst>
            </p:cNvPr>
            <p:cNvSpPr/>
            <p:nvPr/>
          </p:nvSpPr>
          <p:spPr>
            <a:xfrm rot="8358001">
              <a:off x="3180409" y="6031211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DED50610-1970-4E9E-AFF3-B113F55CBA10}"/>
                </a:ext>
              </a:extLst>
            </p:cNvPr>
            <p:cNvSpPr/>
            <p:nvPr/>
          </p:nvSpPr>
          <p:spPr>
            <a:xfrm rot="8358001">
              <a:off x="2340592" y="101899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3CFBFE14-E5B3-4C88-8401-F08378E74C83}"/>
                </a:ext>
              </a:extLst>
            </p:cNvPr>
            <p:cNvSpPr/>
            <p:nvPr/>
          </p:nvSpPr>
          <p:spPr>
            <a:xfrm rot="8358001">
              <a:off x="588730" y="101899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D65A5E65-A9F3-44A4-B0CB-3457819144A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3554498" y="66156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76462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E826C2D-22D0-4D96-8771-E425390B706D}"/>
              </a:ext>
            </a:extLst>
          </p:cNvPr>
          <p:cNvGrpSpPr/>
          <p:nvPr/>
        </p:nvGrpSpPr>
        <p:grpSpPr>
          <a:xfrm>
            <a:off x="2284156" y="6460142"/>
            <a:ext cx="8974588" cy="8936408"/>
            <a:chOff x="3126550" y="3774507"/>
            <a:chExt cx="5938898" cy="5913633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990C7D4-93B1-4615-8DE6-89C4EB7B03ED}"/>
                </a:ext>
              </a:extLst>
            </p:cNvPr>
            <p:cNvSpPr/>
            <p:nvPr/>
          </p:nvSpPr>
          <p:spPr>
            <a:xfrm>
              <a:off x="312655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4F10E1FC-2998-46AD-A09C-6E97F78C7987}"/>
                </a:ext>
              </a:extLst>
            </p:cNvPr>
            <p:cNvSpPr/>
            <p:nvPr/>
          </p:nvSpPr>
          <p:spPr>
            <a:xfrm>
              <a:off x="397496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681B5156-ADB9-40E2-8C58-8D0339BA915C}"/>
                </a:ext>
              </a:extLst>
            </p:cNvPr>
            <p:cNvSpPr/>
            <p:nvPr/>
          </p:nvSpPr>
          <p:spPr>
            <a:xfrm>
              <a:off x="312655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158E9C4B-5262-412B-9C97-B6AC3382059D}"/>
                </a:ext>
              </a:extLst>
            </p:cNvPr>
            <p:cNvSpPr/>
            <p:nvPr/>
          </p:nvSpPr>
          <p:spPr>
            <a:xfrm>
              <a:off x="397496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48C99633-C009-4F85-9195-257F85D0BE47}"/>
                </a:ext>
              </a:extLst>
            </p:cNvPr>
            <p:cNvSpPr/>
            <p:nvPr/>
          </p:nvSpPr>
          <p:spPr>
            <a:xfrm>
              <a:off x="4823378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CD7255F9-23C1-4759-B56F-EEADDD05861A}"/>
                </a:ext>
              </a:extLst>
            </p:cNvPr>
            <p:cNvSpPr/>
            <p:nvPr/>
          </p:nvSpPr>
          <p:spPr>
            <a:xfrm>
              <a:off x="5671792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B1EF7216-7846-41A9-A218-E586B2D8F3DF}"/>
                </a:ext>
              </a:extLst>
            </p:cNvPr>
            <p:cNvSpPr/>
            <p:nvPr/>
          </p:nvSpPr>
          <p:spPr>
            <a:xfrm>
              <a:off x="4823378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F80E23A1-E875-4220-ACB5-994746CAA3E1}"/>
                </a:ext>
              </a:extLst>
            </p:cNvPr>
            <p:cNvSpPr/>
            <p:nvPr/>
          </p:nvSpPr>
          <p:spPr>
            <a:xfrm>
              <a:off x="5671792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036A7461-D276-485B-ABB0-985D7B2758BF}"/>
                </a:ext>
              </a:extLst>
            </p:cNvPr>
            <p:cNvSpPr/>
            <p:nvPr/>
          </p:nvSpPr>
          <p:spPr>
            <a:xfrm>
              <a:off x="312655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0E51005-D98D-4B39-B3EF-4ABBDA1D37C9}"/>
                </a:ext>
              </a:extLst>
            </p:cNvPr>
            <p:cNvSpPr/>
            <p:nvPr/>
          </p:nvSpPr>
          <p:spPr>
            <a:xfrm>
              <a:off x="397496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4357FB17-B7EE-42E4-9429-2E8FA03F4099}"/>
                </a:ext>
              </a:extLst>
            </p:cNvPr>
            <p:cNvSpPr/>
            <p:nvPr/>
          </p:nvSpPr>
          <p:spPr>
            <a:xfrm>
              <a:off x="312655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FEF5F875-8BF9-4C30-8DFE-17A8D2CE8D5B}"/>
                </a:ext>
              </a:extLst>
            </p:cNvPr>
            <p:cNvSpPr/>
            <p:nvPr/>
          </p:nvSpPr>
          <p:spPr>
            <a:xfrm>
              <a:off x="397496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5E560C32-BC05-4907-A5A5-10A327A1EF96}"/>
                </a:ext>
              </a:extLst>
            </p:cNvPr>
            <p:cNvSpPr/>
            <p:nvPr/>
          </p:nvSpPr>
          <p:spPr>
            <a:xfrm>
              <a:off x="4823378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81072337-A279-4771-845D-79EFA7FEA1B6}"/>
                </a:ext>
              </a:extLst>
            </p:cNvPr>
            <p:cNvSpPr/>
            <p:nvPr/>
          </p:nvSpPr>
          <p:spPr>
            <a:xfrm>
              <a:off x="5671792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A54E9077-E6DF-4BF0-A8D7-11C74310C9C1}"/>
                </a:ext>
              </a:extLst>
            </p:cNvPr>
            <p:cNvSpPr/>
            <p:nvPr/>
          </p:nvSpPr>
          <p:spPr>
            <a:xfrm>
              <a:off x="4823378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1D4AA126-2598-4296-86E3-1716E7EF7D19}"/>
                </a:ext>
              </a:extLst>
            </p:cNvPr>
            <p:cNvSpPr/>
            <p:nvPr/>
          </p:nvSpPr>
          <p:spPr>
            <a:xfrm>
              <a:off x="5671792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F82D7B8F-FCDD-4935-8AA5-25C8EB4F98DE}"/>
                </a:ext>
              </a:extLst>
            </p:cNvPr>
            <p:cNvSpPr/>
            <p:nvPr/>
          </p:nvSpPr>
          <p:spPr>
            <a:xfrm>
              <a:off x="6520206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BCF19951-0278-40E4-B076-03DC93DB3813}"/>
                </a:ext>
              </a:extLst>
            </p:cNvPr>
            <p:cNvSpPr/>
            <p:nvPr/>
          </p:nvSpPr>
          <p:spPr>
            <a:xfrm>
              <a:off x="736862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3AA4CB81-1DC9-410C-A634-3032597DA141}"/>
                </a:ext>
              </a:extLst>
            </p:cNvPr>
            <p:cNvSpPr/>
            <p:nvPr/>
          </p:nvSpPr>
          <p:spPr>
            <a:xfrm>
              <a:off x="6520206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BDA4365F-E896-4FF2-88A7-318B6B5E35D7}"/>
                </a:ext>
              </a:extLst>
            </p:cNvPr>
            <p:cNvSpPr/>
            <p:nvPr/>
          </p:nvSpPr>
          <p:spPr>
            <a:xfrm>
              <a:off x="736862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1FA16492-09DB-4035-9986-0705FF658406}"/>
                </a:ext>
              </a:extLst>
            </p:cNvPr>
            <p:cNvSpPr/>
            <p:nvPr/>
          </p:nvSpPr>
          <p:spPr>
            <a:xfrm>
              <a:off x="821703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35441F8D-898F-4C1E-8D05-609BEC068E47}"/>
                </a:ext>
              </a:extLst>
            </p:cNvPr>
            <p:cNvSpPr/>
            <p:nvPr/>
          </p:nvSpPr>
          <p:spPr>
            <a:xfrm>
              <a:off x="821703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42AB30D-64A2-4C2C-90D2-D82EF4F24E94}"/>
                </a:ext>
              </a:extLst>
            </p:cNvPr>
            <p:cNvSpPr/>
            <p:nvPr/>
          </p:nvSpPr>
          <p:spPr>
            <a:xfrm>
              <a:off x="6520206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28BEF086-FAC2-46B5-BC77-6EBA3D29558E}"/>
                </a:ext>
              </a:extLst>
            </p:cNvPr>
            <p:cNvSpPr/>
            <p:nvPr/>
          </p:nvSpPr>
          <p:spPr>
            <a:xfrm>
              <a:off x="736862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622C0919-E9AB-4AD1-8003-E9F2FC3D7A4B}"/>
                </a:ext>
              </a:extLst>
            </p:cNvPr>
            <p:cNvSpPr/>
            <p:nvPr/>
          </p:nvSpPr>
          <p:spPr>
            <a:xfrm>
              <a:off x="6520206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73C724F3-1171-417B-A4DE-82CCFCB2C934}"/>
                </a:ext>
              </a:extLst>
            </p:cNvPr>
            <p:cNvSpPr/>
            <p:nvPr/>
          </p:nvSpPr>
          <p:spPr>
            <a:xfrm>
              <a:off x="736862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3FD86805-D266-4391-9057-5D20230E0757}"/>
                </a:ext>
              </a:extLst>
            </p:cNvPr>
            <p:cNvSpPr/>
            <p:nvPr/>
          </p:nvSpPr>
          <p:spPr>
            <a:xfrm>
              <a:off x="821703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3F3D989C-1B4A-4CF1-B464-3B46B9D1DE16}"/>
                </a:ext>
              </a:extLst>
            </p:cNvPr>
            <p:cNvSpPr/>
            <p:nvPr/>
          </p:nvSpPr>
          <p:spPr>
            <a:xfrm>
              <a:off x="821703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4B3A1229-77BD-459A-BD74-DF28AF2863F8}"/>
                </a:ext>
              </a:extLst>
            </p:cNvPr>
            <p:cNvSpPr/>
            <p:nvPr/>
          </p:nvSpPr>
          <p:spPr>
            <a:xfrm>
              <a:off x="312655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0E993D33-F111-45EC-A53F-10A328D8D9F1}"/>
                </a:ext>
              </a:extLst>
            </p:cNvPr>
            <p:cNvSpPr/>
            <p:nvPr/>
          </p:nvSpPr>
          <p:spPr>
            <a:xfrm>
              <a:off x="397496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61F8F6DE-47FA-4B16-8777-CBB02B804133}"/>
                </a:ext>
              </a:extLst>
            </p:cNvPr>
            <p:cNvSpPr/>
            <p:nvPr/>
          </p:nvSpPr>
          <p:spPr>
            <a:xfrm>
              <a:off x="312655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9F874A51-BF60-4686-8ACB-232353150540}"/>
                </a:ext>
              </a:extLst>
            </p:cNvPr>
            <p:cNvSpPr/>
            <p:nvPr/>
          </p:nvSpPr>
          <p:spPr>
            <a:xfrm>
              <a:off x="397496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07F1ECFF-C193-4C88-974E-4CF238AA53C5}"/>
                </a:ext>
              </a:extLst>
            </p:cNvPr>
            <p:cNvSpPr/>
            <p:nvPr/>
          </p:nvSpPr>
          <p:spPr>
            <a:xfrm>
              <a:off x="4823378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637AE80D-F4E1-4C0C-A1CF-FF869C947BE6}"/>
                </a:ext>
              </a:extLst>
            </p:cNvPr>
            <p:cNvSpPr/>
            <p:nvPr/>
          </p:nvSpPr>
          <p:spPr>
            <a:xfrm>
              <a:off x="5671792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C8E4A666-397C-44EB-9996-13645F7719A8}"/>
                </a:ext>
              </a:extLst>
            </p:cNvPr>
            <p:cNvSpPr/>
            <p:nvPr/>
          </p:nvSpPr>
          <p:spPr>
            <a:xfrm>
              <a:off x="4823378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A3F30337-7CDC-4D0F-9B44-CDC76CD3E643}"/>
                </a:ext>
              </a:extLst>
            </p:cNvPr>
            <p:cNvSpPr/>
            <p:nvPr/>
          </p:nvSpPr>
          <p:spPr>
            <a:xfrm>
              <a:off x="5671792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91150E16-D44B-4414-9AF5-B83C9C5D6BB3}"/>
                </a:ext>
              </a:extLst>
            </p:cNvPr>
            <p:cNvSpPr/>
            <p:nvPr/>
          </p:nvSpPr>
          <p:spPr>
            <a:xfrm>
              <a:off x="312655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8E9EBB63-F2AE-480D-907B-7BDEFAF71265}"/>
                </a:ext>
              </a:extLst>
            </p:cNvPr>
            <p:cNvSpPr/>
            <p:nvPr/>
          </p:nvSpPr>
          <p:spPr>
            <a:xfrm>
              <a:off x="397496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AE0BD7AB-60EE-42D7-8739-F7A94034B8DC}"/>
                </a:ext>
              </a:extLst>
            </p:cNvPr>
            <p:cNvSpPr/>
            <p:nvPr/>
          </p:nvSpPr>
          <p:spPr>
            <a:xfrm>
              <a:off x="4823378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391625E2-135F-4F8B-98AE-8E647767D7B2}"/>
                </a:ext>
              </a:extLst>
            </p:cNvPr>
            <p:cNvSpPr/>
            <p:nvPr/>
          </p:nvSpPr>
          <p:spPr>
            <a:xfrm>
              <a:off x="5671792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B1D70680-6EAD-4264-BD29-FB555FD4004D}"/>
                </a:ext>
              </a:extLst>
            </p:cNvPr>
            <p:cNvSpPr/>
            <p:nvPr/>
          </p:nvSpPr>
          <p:spPr>
            <a:xfrm>
              <a:off x="6520206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551508E7-AB5B-4922-AB5F-420B5220EA30}"/>
                </a:ext>
              </a:extLst>
            </p:cNvPr>
            <p:cNvSpPr/>
            <p:nvPr/>
          </p:nvSpPr>
          <p:spPr>
            <a:xfrm>
              <a:off x="736862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A462D759-ECDD-42F3-B71A-86F784156056}"/>
                </a:ext>
              </a:extLst>
            </p:cNvPr>
            <p:cNvSpPr/>
            <p:nvPr/>
          </p:nvSpPr>
          <p:spPr>
            <a:xfrm>
              <a:off x="6520206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046826FC-DCEF-4A49-8F20-84CDB1FA1C2E}"/>
                </a:ext>
              </a:extLst>
            </p:cNvPr>
            <p:cNvSpPr/>
            <p:nvPr/>
          </p:nvSpPr>
          <p:spPr>
            <a:xfrm>
              <a:off x="736862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D10F9E09-4A1D-49FF-A5F1-133E7BB113BB}"/>
                </a:ext>
              </a:extLst>
            </p:cNvPr>
            <p:cNvSpPr/>
            <p:nvPr/>
          </p:nvSpPr>
          <p:spPr>
            <a:xfrm>
              <a:off x="821703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AF24A2A0-038C-4B00-A0FB-D9B25A53B579}"/>
                </a:ext>
              </a:extLst>
            </p:cNvPr>
            <p:cNvSpPr/>
            <p:nvPr/>
          </p:nvSpPr>
          <p:spPr>
            <a:xfrm>
              <a:off x="821703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AB69827-9A22-4D20-B77F-1990569E3BA6}"/>
                </a:ext>
              </a:extLst>
            </p:cNvPr>
            <p:cNvSpPr/>
            <p:nvPr/>
          </p:nvSpPr>
          <p:spPr>
            <a:xfrm>
              <a:off x="6520206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3311F4BA-A0E9-4AFA-928F-445CB0C9A551}"/>
                </a:ext>
              </a:extLst>
            </p:cNvPr>
            <p:cNvSpPr/>
            <p:nvPr/>
          </p:nvSpPr>
          <p:spPr>
            <a:xfrm>
              <a:off x="736862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DF269D36-D3CF-492A-A31D-9722C3FE83D8}"/>
                </a:ext>
              </a:extLst>
            </p:cNvPr>
            <p:cNvSpPr/>
            <p:nvPr/>
          </p:nvSpPr>
          <p:spPr>
            <a:xfrm>
              <a:off x="821703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#20 by Pedro PSI – 15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5D7283B-4320-4CDD-9F70-CCD83870715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E9357E8D-A014-4F6F-87B9-4F564E891A60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21BB12A9-B8D1-4AF2-A101-C1D420BAB9E2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4DCB4A94-3FDB-426E-BEC6-93E75627EC5C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4C0DC62D-7C25-48CD-9C3B-E587925D3425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4C980639-9DEE-4E51-A262-A4B70C7AD9D4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7BE13E01-6201-4614-A79D-1563836FE154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13" name="Subtitle 2">
              <a:extLst>
                <a:ext uri="{FF2B5EF4-FFF2-40B4-BE49-F238E27FC236}">
                  <a16:creationId xmlns:a16="http://schemas.microsoft.com/office/drawing/2014/main" id="{5A216C6A-9011-457F-9220-A61B9C13EFA3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15B4081F-2F26-436B-B924-895C1BB970B4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7BF667E9-B047-4B04-8712-1D2638AC6DBC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2A3B25E-F5EB-41C6-8B42-A81E4F621AFD}"/>
              </a:ext>
            </a:extLst>
          </p:cNvPr>
          <p:cNvGrpSpPr/>
          <p:nvPr/>
        </p:nvGrpSpPr>
        <p:grpSpPr>
          <a:xfrm>
            <a:off x="1944504" y="5834117"/>
            <a:ext cx="9762101" cy="9764198"/>
            <a:chOff x="1944504" y="5834117"/>
            <a:chExt cx="9762101" cy="9764198"/>
          </a:xfrm>
        </p:grpSpPr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7157214B-1574-4A27-8FD9-7B2AE022E12A}"/>
                </a:ext>
              </a:extLst>
            </p:cNvPr>
            <p:cNvSpPr/>
            <p:nvPr/>
          </p:nvSpPr>
          <p:spPr>
            <a:xfrm rot="2750059">
              <a:off x="4480079" y="7413275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084EE7A-B243-4B03-AA00-4E4E1309CE89}"/>
                </a:ext>
              </a:extLst>
            </p:cNvPr>
            <p:cNvSpPr/>
            <p:nvPr/>
          </p:nvSpPr>
          <p:spPr>
            <a:xfrm rot="2750059">
              <a:off x="9855912" y="10088424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BCC08457-6240-4433-B45E-9D092E0E2EBE}"/>
                </a:ext>
              </a:extLst>
            </p:cNvPr>
            <p:cNvSpPr/>
            <p:nvPr/>
          </p:nvSpPr>
          <p:spPr>
            <a:xfrm rot="2750059">
              <a:off x="7184999" y="14030906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D6219F3D-DE31-41C1-B1E7-B29CF81190F6}"/>
                </a:ext>
              </a:extLst>
            </p:cNvPr>
            <p:cNvSpPr/>
            <p:nvPr/>
          </p:nvSpPr>
          <p:spPr>
            <a:xfrm rot="2750059">
              <a:off x="3234832" y="12689689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1A890711-2ECE-4D16-89C7-FE628AD0B6B0}"/>
                </a:ext>
              </a:extLst>
            </p:cNvPr>
            <p:cNvSpPr/>
            <p:nvPr/>
          </p:nvSpPr>
          <p:spPr>
            <a:xfrm rot="7313666">
              <a:off x="4469678" y="13884397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8D29B58-C533-4FB3-8AED-FA20D8B60A4E}"/>
                </a:ext>
              </a:extLst>
            </p:cNvPr>
            <p:cNvSpPr/>
            <p:nvPr/>
          </p:nvSpPr>
          <p:spPr>
            <a:xfrm rot="7313666">
              <a:off x="4388735" y="8621082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A8CC036-5819-410E-90DD-1D506E8C6A01}"/>
                </a:ext>
              </a:extLst>
            </p:cNvPr>
            <p:cNvSpPr/>
            <p:nvPr/>
          </p:nvSpPr>
          <p:spPr>
            <a:xfrm rot="7313666">
              <a:off x="7037732" y="11127910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442A4808-0655-48E9-B4AB-C0F14D6B5541}"/>
                </a:ext>
              </a:extLst>
            </p:cNvPr>
            <p:cNvSpPr/>
            <p:nvPr/>
          </p:nvSpPr>
          <p:spPr>
            <a:xfrm rot="7313666">
              <a:off x="9620192" y="8512911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82083C2A-7E77-4445-939F-3571D26E3B29}"/>
                </a:ext>
              </a:extLst>
            </p:cNvPr>
            <p:cNvSpPr/>
            <p:nvPr/>
          </p:nvSpPr>
          <p:spPr>
            <a:xfrm rot="19185010">
              <a:off x="9799717" y="6150592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8DD3FD67-9AEE-4C2F-8AA2-C835F2EAC6A1}"/>
                </a:ext>
              </a:extLst>
            </p:cNvPr>
            <p:cNvSpPr/>
            <p:nvPr/>
          </p:nvSpPr>
          <p:spPr>
            <a:xfrm rot="19185010">
              <a:off x="5815731" y="11182628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8D9A7939-E2BA-4F49-9572-61E932296E07}"/>
                </a:ext>
              </a:extLst>
            </p:cNvPr>
            <p:cNvSpPr/>
            <p:nvPr/>
          </p:nvSpPr>
          <p:spPr>
            <a:xfrm rot="19185010">
              <a:off x="1944504" y="14979215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8E20B6A9-1E34-45DC-80AD-A481626B1BAF}"/>
                </a:ext>
              </a:extLst>
            </p:cNvPr>
            <p:cNvSpPr/>
            <p:nvPr/>
          </p:nvSpPr>
          <p:spPr>
            <a:xfrm rot="19185010">
              <a:off x="10787280" y="14979215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5126CB75-65BD-401E-BE94-12125E19675A}"/>
                </a:ext>
              </a:extLst>
            </p:cNvPr>
            <p:cNvSpPr/>
            <p:nvPr/>
          </p:nvSpPr>
          <p:spPr>
            <a:xfrm rot="8358001">
              <a:off x="8170524" y="5834117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5C326416-C267-4325-B928-F2201BE541BF}"/>
                </a:ext>
              </a:extLst>
            </p:cNvPr>
            <p:cNvSpPr/>
            <p:nvPr/>
          </p:nvSpPr>
          <p:spPr>
            <a:xfrm rot="8358001">
              <a:off x="6924653" y="9592796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46019928-6B50-4A43-A578-589FC88D42CF}"/>
                </a:ext>
              </a:extLst>
            </p:cNvPr>
            <p:cNvSpPr/>
            <p:nvPr/>
          </p:nvSpPr>
          <p:spPr>
            <a:xfrm rot="8358001">
              <a:off x="9531976" y="13335092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</p:spTree>
    <p:extLst>
      <p:ext uri="{BB962C8B-B14F-4D97-AF65-F5344CB8AC3E}">
        <p14:creationId xmlns:p14="http://schemas.microsoft.com/office/powerpoint/2010/main" val="3142834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E67EE4FD-CF87-46D9-93C3-6F01EFF98FAE}"/>
              </a:ext>
            </a:extLst>
          </p:cNvPr>
          <p:cNvGrpSpPr/>
          <p:nvPr/>
        </p:nvGrpSpPr>
        <p:grpSpPr>
          <a:xfrm>
            <a:off x="2284156" y="6460142"/>
            <a:ext cx="8974588" cy="8936408"/>
            <a:chOff x="3126550" y="3774507"/>
            <a:chExt cx="5938898" cy="5913633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881C168E-CE8B-4F79-B10F-9BBAD33B8A66}"/>
                </a:ext>
              </a:extLst>
            </p:cNvPr>
            <p:cNvSpPr/>
            <p:nvPr/>
          </p:nvSpPr>
          <p:spPr>
            <a:xfrm>
              <a:off x="312655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8" name="Rectangle 317">
              <a:extLst>
                <a:ext uri="{FF2B5EF4-FFF2-40B4-BE49-F238E27FC236}">
                  <a16:creationId xmlns:a16="http://schemas.microsoft.com/office/drawing/2014/main" id="{87B65E60-E328-464E-BCA3-2EECDC5F73A0}"/>
                </a:ext>
              </a:extLst>
            </p:cNvPr>
            <p:cNvSpPr/>
            <p:nvPr/>
          </p:nvSpPr>
          <p:spPr>
            <a:xfrm>
              <a:off x="397496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7711AE5F-188A-41E9-A8EC-866168BC86DF}"/>
                </a:ext>
              </a:extLst>
            </p:cNvPr>
            <p:cNvSpPr/>
            <p:nvPr/>
          </p:nvSpPr>
          <p:spPr>
            <a:xfrm>
              <a:off x="312655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0" name="Rectangle 319">
              <a:extLst>
                <a:ext uri="{FF2B5EF4-FFF2-40B4-BE49-F238E27FC236}">
                  <a16:creationId xmlns:a16="http://schemas.microsoft.com/office/drawing/2014/main" id="{66F9ED91-D862-47E1-9D93-C50A6AE0E5A4}"/>
                </a:ext>
              </a:extLst>
            </p:cNvPr>
            <p:cNvSpPr/>
            <p:nvPr/>
          </p:nvSpPr>
          <p:spPr>
            <a:xfrm>
              <a:off x="397496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1" name="Rectangle 320">
              <a:extLst>
                <a:ext uri="{FF2B5EF4-FFF2-40B4-BE49-F238E27FC236}">
                  <a16:creationId xmlns:a16="http://schemas.microsoft.com/office/drawing/2014/main" id="{C5504B86-76AF-4727-BC42-BC8F4B5334E2}"/>
                </a:ext>
              </a:extLst>
            </p:cNvPr>
            <p:cNvSpPr/>
            <p:nvPr/>
          </p:nvSpPr>
          <p:spPr>
            <a:xfrm>
              <a:off x="4823378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80D1565D-FA7D-4227-88AE-E1277F834322}"/>
                </a:ext>
              </a:extLst>
            </p:cNvPr>
            <p:cNvSpPr/>
            <p:nvPr/>
          </p:nvSpPr>
          <p:spPr>
            <a:xfrm>
              <a:off x="5671792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3" name="Rectangle 322">
              <a:extLst>
                <a:ext uri="{FF2B5EF4-FFF2-40B4-BE49-F238E27FC236}">
                  <a16:creationId xmlns:a16="http://schemas.microsoft.com/office/drawing/2014/main" id="{6092DC0F-5581-49B8-8661-31A73879A4B9}"/>
                </a:ext>
              </a:extLst>
            </p:cNvPr>
            <p:cNvSpPr/>
            <p:nvPr/>
          </p:nvSpPr>
          <p:spPr>
            <a:xfrm>
              <a:off x="4823378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2B2B1A5D-BE36-4DB3-BA46-D93541F350D4}"/>
                </a:ext>
              </a:extLst>
            </p:cNvPr>
            <p:cNvSpPr/>
            <p:nvPr/>
          </p:nvSpPr>
          <p:spPr>
            <a:xfrm>
              <a:off x="5671792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5B579FFB-2C0B-4334-9A37-C7DFF1BAE974}"/>
                </a:ext>
              </a:extLst>
            </p:cNvPr>
            <p:cNvSpPr/>
            <p:nvPr/>
          </p:nvSpPr>
          <p:spPr>
            <a:xfrm>
              <a:off x="312655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F99590D4-B683-4FB1-A47D-B447627760BA}"/>
                </a:ext>
              </a:extLst>
            </p:cNvPr>
            <p:cNvSpPr/>
            <p:nvPr/>
          </p:nvSpPr>
          <p:spPr>
            <a:xfrm>
              <a:off x="397496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E131764E-2EBE-46A5-98B5-D5B2E9464A67}"/>
                </a:ext>
              </a:extLst>
            </p:cNvPr>
            <p:cNvSpPr/>
            <p:nvPr/>
          </p:nvSpPr>
          <p:spPr>
            <a:xfrm>
              <a:off x="312655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1259CE41-D259-420E-93D1-B4C58EFC20B1}"/>
                </a:ext>
              </a:extLst>
            </p:cNvPr>
            <p:cNvSpPr/>
            <p:nvPr/>
          </p:nvSpPr>
          <p:spPr>
            <a:xfrm>
              <a:off x="397496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9" name="Rectangle 328">
              <a:extLst>
                <a:ext uri="{FF2B5EF4-FFF2-40B4-BE49-F238E27FC236}">
                  <a16:creationId xmlns:a16="http://schemas.microsoft.com/office/drawing/2014/main" id="{F553106D-A9ED-4EFC-AC78-C3F796CF48D5}"/>
                </a:ext>
              </a:extLst>
            </p:cNvPr>
            <p:cNvSpPr/>
            <p:nvPr/>
          </p:nvSpPr>
          <p:spPr>
            <a:xfrm>
              <a:off x="4823378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0" name="Rectangle 329">
              <a:extLst>
                <a:ext uri="{FF2B5EF4-FFF2-40B4-BE49-F238E27FC236}">
                  <a16:creationId xmlns:a16="http://schemas.microsoft.com/office/drawing/2014/main" id="{E7466C10-D9E9-4390-B66E-75D753B2D80B}"/>
                </a:ext>
              </a:extLst>
            </p:cNvPr>
            <p:cNvSpPr/>
            <p:nvPr/>
          </p:nvSpPr>
          <p:spPr>
            <a:xfrm>
              <a:off x="5671792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788A9437-FDB6-47E5-AA46-EC68672CC7CD}"/>
                </a:ext>
              </a:extLst>
            </p:cNvPr>
            <p:cNvSpPr/>
            <p:nvPr/>
          </p:nvSpPr>
          <p:spPr>
            <a:xfrm>
              <a:off x="4823378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2" name="Rectangle 331">
              <a:extLst>
                <a:ext uri="{FF2B5EF4-FFF2-40B4-BE49-F238E27FC236}">
                  <a16:creationId xmlns:a16="http://schemas.microsoft.com/office/drawing/2014/main" id="{272B030D-56F1-4EB4-8123-ADB9507D50B4}"/>
                </a:ext>
              </a:extLst>
            </p:cNvPr>
            <p:cNvSpPr/>
            <p:nvPr/>
          </p:nvSpPr>
          <p:spPr>
            <a:xfrm>
              <a:off x="5671792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3" name="Rectangle 332">
              <a:extLst>
                <a:ext uri="{FF2B5EF4-FFF2-40B4-BE49-F238E27FC236}">
                  <a16:creationId xmlns:a16="http://schemas.microsoft.com/office/drawing/2014/main" id="{A7C82D7B-BB05-4568-BEC4-F024C322497A}"/>
                </a:ext>
              </a:extLst>
            </p:cNvPr>
            <p:cNvSpPr/>
            <p:nvPr/>
          </p:nvSpPr>
          <p:spPr>
            <a:xfrm>
              <a:off x="6520206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79D6C397-F86D-4A17-BF4A-DCBD760FA4B4}"/>
                </a:ext>
              </a:extLst>
            </p:cNvPr>
            <p:cNvSpPr/>
            <p:nvPr/>
          </p:nvSpPr>
          <p:spPr>
            <a:xfrm>
              <a:off x="736862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5" name="Rectangle 334">
              <a:extLst>
                <a:ext uri="{FF2B5EF4-FFF2-40B4-BE49-F238E27FC236}">
                  <a16:creationId xmlns:a16="http://schemas.microsoft.com/office/drawing/2014/main" id="{3BDD022A-7FFF-4D8E-B084-5E24CC7E7B10}"/>
                </a:ext>
              </a:extLst>
            </p:cNvPr>
            <p:cNvSpPr/>
            <p:nvPr/>
          </p:nvSpPr>
          <p:spPr>
            <a:xfrm>
              <a:off x="6520206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6" name="Rectangle 335">
              <a:extLst>
                <a:ext uri="{FF2B5EF4-FFF2-40B4-BE49-F238E27FC236}">
                  <a16:creationId xmlns:a16="http://schemas.microsoft.com/office/drawing/2014/main" id="{77D37798-BD57-4A24-BAFE-28D8DBE2203B}"/>
                </a:ext>
              </a:extLst>
            </p:cNvPr>
            <p:cNvSpPr/>
            <p:nvPr/>
          </p:nvSpPr>
          <p:spPr>
            <a:xfrm>
              <a:off x="736862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A7F8C920-8A13-4A42-A5D2-5E23ACDABB5D}"/>
                </a:ext>
              </a:extLst>
            </p:cNvPr>
            <p:cNvSpPr/>
            <p:nvPr/>
          </p:nvSpPr>
          <p:spPr>
            <a:xfrm>
              <a:off x="821703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5CD3DE7C-AD9A-4797-A6F1-FCD5F95F6006}"/>
                </a:ext>
              </a:extLst>
            </p:cNvPr>
            <p:cNvSpPr/>
            <p:nvPr/>
          </p:nvSpPr>
          <p:spPr>
            <a:xfrm>
              <a:off x="821703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D6B36459-8E34-4D54-A9B7-B5E45972C770}"/>
                </a:ext>
              </a:extLst>
            </p:cNvPr>
            <p:cNvSpPr/>
            <p:nvPr/>
          </p:nvSpPr>
          <p:spPr>
            <a:xfrm>
              <a:off x="6520206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0" name="Rectangle 339">
              <a:extLst>
                <a:ext uri="{FF2B5EF4-FFF2-40B4-BE49-F238E27FC236}">
                  <a16:creationId xmlns:a16="http://schemas.microsoft.com/office/drawing/2014/main" id="{7EBAB8AB-111C-4F56-ADF5-775A33D56848}"/>
                </a:ext>
              </a:extLst>
            </p:cNvPr>
            <p:cNvSpPr/>
            <p:nvPr/>
          </p:nvSpPr>
          <p:spPr>
            <a:xfrm>
              <a:off x="736862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1" name="Rectangle 340">
              <a:extLst>
                <a:ext uri="{FF2B5EF4-FFF2-40B4-BE49-F238E27FC236}">
                  <a16:creationId xmlns:a16="http://schemas.microsoft.com/office/drawing/2014/main" id="{BBE8AD88-F702-48B7-B6B8-A6102AE6E9AA}"/>
                </a:ext>
              </a:extLst>
            </p:cNvPr>
            <p:cNvSpPr/>
            <p:nvPr/>
          </p:nvSpPr>
          <p:spPr>
            <a:xfrm>
              <a:off x="6520206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2" name="Rectangle 341">
              <a:extLst>
                <a:ext uri="{FF2B5EF4-FFF2-40B4-BE49-F238E27FC236}">
                  <a16:creationId xmlns:a16="http://schemas.microsoft.com/office/drawing/2014/main" id="{6D860E93-DC75-42E5-BE3E-2545C59E5B8A}"/>
                </a:ext>
              </a:extLst>
            </p:cNvPr>
            <p:cNvSpPr/>
            <p:nvPr/>
          </p:nvSpPr>
          <p:spPr>
            <a:xfrm>
              <a:off x="736862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3" name="Rectangle 342">
              <a:extLst>
                <a:ext uri="{FF2B5EF4-FFF2-40B4-BE49-F238E27FC236}">
                  <a16:creationId xmlns:a16="http://schemas.microsoft.com/office/drawing/2014/main" id="{AC02CD5D-57BD-4366-98C0-827B05A3C877}"/>
                </a:ext>
              </a:extLst>
            </p:cNvPr>
            <p:cNvSpPr/>
            <p:nvPr/>
          </p:nvSpPr>
          <p:spPr>
            <a:xfrm>
              <a:off x="821703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E8D2215D-9BEC-4387-AAF0-6147053B4FB7}"/>
                </a:ext>
              </a:extLst>
            </p:cNvPr>
            <p:cNvSpPr/>
            <p:nvPr/>
          </p:nvSpPr>
          <p:spPr>
            <a:xfrm>
              <a:off x="821703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5" name="Rectangle 344">
              <a:extLst>
                <a:ext uri="{FF2B5EF4-FFF2-40B4-BE49-F238E27FC236}">
                  <a16:creationId xmlns:a16="http://schemas.microsoft.com/office/drawing/2014/main" id="{6BD1CD7A-71CB-4449-BC03-0E88CDF95978}"/>
                </a:ext>
              </a:extLst>
            </p:cNvPr>
            <p:cNvSpPr/>
            <p:nvPr/>
          </p:nvSpPr>
          <p:spPr>
            <a:xfrm>
              <a:off x="312655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6" name="Rectangle 345">
              <a:extLst>
                <a:ext uri="{FF2B5EF4-FFF2-40B4-BE49-F238E27FC236}">
                  <a16:creationId xmlns:a16="http://schemas.microsoft.com/office/drawing/2014/main" id="{CFDE3298-79A0-46A8-919E-DD527F813EF6}"/>
                </a:ext>
              </a:extLst>
            </p:cNvPr>
            <p:cNvSpPr/>
            <p:nvPr/>
          </p:nvSpPr>
          <p:spPr>
            <a:xfrm>
              <a:off x="397496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32926E9A-BFDE-4492-9063-883A798329E6}"/>
                </a:ext>
              </a:extLst>
            </p:cNvPr>
            <p:cNvSpPr/>
            <p:nvPr/>
          </p:nvSpPr>
          <p:spPr>
            <a:xfrm>
              <a:off x="312655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8" name="Rectangle 347">
              <a:extLst>
                <a:ext uri="{FF2B5EF4-FFF2-40B4-BE49-F238E27FC236}">
                  <a16:creationId xmlns:a16="http://schemas.microsoft.com/office/drawing/2014/main" id="{621D0419-9AC3-46DD-9A0E-04D834C09BEC}"/>
                </a:ext>
              </a:extLst>
            </p:cNvPr>
            <p:cNvSpPr/>
            <p:nvPr/>
          </p:nvSpPr>
          <p:spPr>
            <a:xfrm>
              <a:off x="397496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9" name="Rectangle 348">
              <a:extLst>
                <a:ext uri="{FF2B5EF4-FFF2-40B4-BE49-F238E27FC236}">
                  <a16:creationId xmlns:a16="http://schemas.microsoft.com/office/drawing/2014/main" id="{21E809A7-C1FF-4639-8CD7-A27CC6D31E6E}"/>
                </a:ext>
              </a:extLst>
            </p:cNvPr>
            <p:cNvSpPr/>
            <p:nvPr/>
          </p:nvSpPr>
          <p:spPr>
            <a:xfrm>
              <a:off x="4823378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F82288ED-E610-43AF-AA31-7C02AB8B8FD4}"/>
                </a:ext>
              </a:extLst>
            </p:cNvPr>
            <p:cNvSpPr/>
            <p:nvPr/>
          </p:nvSpPr>
          <p:spPr>
            <a:xfrm>
              <a:off x="5671792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EA8CA7C0-D0A6-4AE0-9AD8-B9B425173CC6}"/>
                </a:ext>
              </a:extLst>
            </p:cNvPr>
            <p:cNvSpPr/>
            <p:nvPr/>
          </p:nvSpPr>
          <p:spPr>
            <a:xfrm>
              <a:off x="4823378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2" name="Rectangle 351">
              <a:extLst>
                <a:ext uri="{FF2B5EF4-FFF2-40B4-BE49-F238E27FC236}">
                  <a16:creationId xmlns:a16="http://schemas.microsoft.com/office/drawing/2014/main" id="{14DA66F9-325A-41C1-B4DA-BA6299A6ED56}"/>
                </a:ext>
              </a:extLst>
            </p:cNvPr>
            <p:cNvSpPr/>
            <p:nvPr/>
          </p:nvSpPr>
          <p:spPr>
            <a:xfrm>
              <a:off x="5671792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5" name="Rectangle 544">
              <a:extLst>
                <a:ext uri="{FF2B5EF4-FFF2-40B4-BE49-F238E27FC236}">
                  <a16:creationId xmlns:a16="http://schemas.microsoft.com/office/drawing/2014/main" id="{9DC47982-389A-4654-BBD9-712D9F15AC59}"/>
                </a:ext>
              </a:extLst>
            </p:cNvPr>
            <p:cNvSpPr/>
            <p:nvPr/>
          </p:nvSpPr>
          <p:spPr>
            <a:xfrm>
              <a:off x="312655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6" name="Rectangle 545">
              <a:extLst>
                <a:ext uri="{FF2B5EF4-FFF2-40B4-BE49-F238E27FC236}">
                  <a16:creationId xmlns:a16="http://schemas.microsoft.com/office/drawing/2014/main" id="{5CE4B99C-4DB0-4358-9BB9-DA26CC20DB2A}"/>
                </a:ext>
              </a:extLst>
            </p:cNvPr>
            <p:cNvSpPr/>
            <p:nvPr/>
          </p:nvSpPr>
          <p:spPr>
            <a:xfrm>
              <a:off x="397496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81D3C279-2940-4EF3-AAB3-DB1F1BD42FDD}"/>
                </a:ext>
              </a:extLst>
            </p:cNvPr>
            <p:cNvSpPr/>
            <p:nvPr/>
          </p:nvSpPr>
          <p:spPr>
            <a:xfrm>
              <a:off x="4823378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8" name="Rectangle 547">
              <a:extLst>
                <a:ext uri="{FF2B5EF4-FFF2-40B4-BE49-F238E27FC236}">
                  <a16:creationId xmlns:a16="http://schemas.microsoft.com/office/drawing/2014/main" id="{4F8657A9-56B9-4C7F-A423-C8DDCB9B1959}"/>
                </a:ext>
              </a:extLst>
            </p:cNvPr>
            <p:cNvSpPr/>
            <p:nvPr/>
          </p:nvSpPr>
          <p:spPr>
            <a:xfrm>
              <a:off x="5671792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9" name="Rectangle 548">
              <a:extLst>
                <a:ext uri="{FF2B5EF4-FFF2-40B4-BE49-F238E27FC236}">
                  <a16:creationId xmlns:a16="http://schemas.microsoft.com/office/drawing/2014/main" id="{19F019A5-E9B1-4900-B309-44D2D6D68644}"/>
                </a:ext>
              </a:extLst>
            </p:cNvPr>
            <p:cNvSpPr/>
            <p:nvPr/>
          </p:nvSpPr>
          <p:spPr>
            <a:xfrm>
              <a:off x="6520206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0" name="Rectangle 549">
              <a:extLst>
                <a:ext uri="{FF2B5EF4-FFF2-40B4-BE49-F238E27FC236}">
                  <a16:creationId xmlns:a16="http://schemas.microsoft.com/office/drawing/2014/main" id="{43A32A7B-A2D3-4A47-B5A4-CE9064A5A8EC}"/>
                </a:ext>
              </a:extLst>
            </p:cNvPr>
            <p:cNvSpPr/>
            <p:nvPr/>
          </p:nvSpPr>
          <p:spPr>
            <a:xfrm>
              <a:off x="736862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1" name="Rectangle 550">
              <a:extLst>
                <a:ext uri="{FF2B5EF4-FFF2-40B4-BE49-F238E27FC236}">
                  <a16:creationId xmlns:a16="http://schemas.microsoft.com/office/drawing/2014/main" id="{E29ED2DD-7C4D-41F3-9D35-32D389641CCD}"/>
                </a:ext>
              </a:extLst>
            </p:cNvPr>
            <p:cNvSpPr/>
            <p:nvPr/>
          </p:nvSpPr>
          <p:spPr>
            <a:xfrm>
              <a:off x="6520206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2" name="Rectangle 551">
              <a:extLst>
                <a:ext uri="{FF2B5EF4-FFF2-40B4-BE49-F238E27FC236}">
                  <a16:creationId xmlns:a16="http://schemas.microsoft.com/office/drawing/2014/main" id="{DC7A776C-11A1-4147-AF8F-A1B2AD6376A6}"/>
                </a:ext>
              </a:extLst>
            </p:cNvPr>
            <p:cNvSpPr/>
            <p:nvPr/>
          </p:nvSpPr>
          <p:spPr>
            <a:xfrm>
              <a:off x="736862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3" name="Rectangle 552">
              <a:extLst>
                <a:ext uri="{FF2B5EF4-FFF2-40B4-BE49-F238E27FC236}">
                  <a16:creationId xmlns:a16="http://schemas.microsoft.com/office/drawing/2014/main" id="{B2C86D86-BC86-46CB-894F-4B12671C9548}"/>
                </a:ext>
              </a:extLst>
            </p:cNvPr>
            <p:cNvSpPr/>
            <p:nvPr/>
          </p:nvSpPr>
          <p:spPr>
            <a:xfrm>
              <a:off x="821703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4" name="Rectangle 553">
              <a:extLst>
                <a:ext uri="{FF2B5EF4-FFF2-40B4-BE49-F238E27FC236}">
                  <a16:creationId xmlns:a16="http://schemas.microsoft.com/office/drawing/2014/main" id="{14CEB460-67AD-4135-AA79-1F22B8FC21AB}"/>
                </a:ext>
              </a:extLst>
            </p:cNvPr>
            <p:cNvSpPr/>
            <p:nvPr/>
          </p:nvSpPr>
          <p:spPr>
            <a:xfrm>
              <a:off x="821703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5" name="Rectangle 554">
              <a:extLst>
                <a:ext uri="{FF2B5EF4-FFF2-40B4-BE49-F238E27FC236}">
                  <a16:creationId xmlns:a16="http://schemas.microsoft.com/office/drawing/2014/main" id="{1602A3E5-AB44-49BB-BA48-C03535110C23}"/>
                </a:ext>
              </a:extLst>
            </p:cNvPr>
            <p:cNvSpPr/>
            <p:nvPr/>
          </p:nvSpPr>
          <p:spPr>
            <a:xfrm>
              <a:off x="6520206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6" name="Rectangle 555">
              <a:extLst>
                <a:ext uri="{FF2B5EF4-FFF2-40B4-BE49-F238E27FC236}">
                  <a16:creationId xmlns:a16="http://schemas.microsoft.com/office/drawing/2014/main" id="{0CC9976D-6EAE-4716-8815-2C5E227BD052}"/>
                </a:ext>
              </a:extLst>
            </p:cNvPr>
            <p:cNvSpPr/>
            <p:nvPr/>
          </p:nvSpPr>
          <p:spPr>
            <a:xfrm>
              <a:off x="736862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7" name="Rectangle 556">
              <a:extLst>
                <a:ext uri="{FF2B5EF4-FFF2-40B4-BE49-F238E27FC236}">
                  <a16:creationId xmlns:a16="http://schemas.microsoft.com/office/drawing/2014/main" id="{D929EB49-2334-4CD4-9FD4-D55401761091}"/>
                </a:ext>
              </a:extLst>
            </p:cNvPr>
            <p:cNvSpPr/>
            <p:nvPr/>
          </p:nvSpPr>
          <p:spPr>
            <a:xfrm>
              <a:off x="821703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#21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DC79BF-B348-4468-AE5A-AE92110EC4BD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6787A842-9502-4669-B029-453E44E22B7F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EE449F6-7FBA-4610-B0EC-1957527472B0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03CCF57-58E3-4528-8E9A-801E4E0E5605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91941B53-66B6-4A65-8D88-5E73C8E9F0EE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60A95E85-9110-4415-B2E8-79DA3269A4D2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6FB99FCB-62AD-43F3-921F-5AB416CDABA1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98" name="Subtitle 2">
              <a:extLst>
                <a:ext uri="{FF2B5EF4-FFF2-40B4-BE49-F238E27FC236}">
                  <a16:creationId xmlns:a16="http://schemas.microsoft.com/office/drawing/2014/main" id="{3C0956F6-3A07-404C-BB15-3DBB02CFF954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29A1BF05-ED60-4D06-AFBB-5F26F4D50442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2B85443-D295-4D08-8858-7C9E15B17D23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A92D8DC-8E4C-4F97-82EA-B4F6EF9B82F1}"/>
              </a:ext>
            </a:extLst>
          </p:cNvPr>
          <p:cNvGrpSpPr/>
          <p:nvPr/>
        </p:nvGrpSpPr>
        <p:grpSpPr>
          <a:xfrm>
            <a:off x="1767921" y="5775916"/>
            <a:ext cx="9982005" cy="9878999"/>
            <a:chOff x="1767921" y="5775916"/>
            <a:chExt cx="9982005" cy="9878999"/>
          </a:xfrm>
        </p:grpSpPr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7D14469C-E991-4B4C-80BB-6DA5BFEC5266}"/>
                </a:ext>
              </a:extLst>
            </p:cNvPr>
            <p:cNvSpPr/>
            <p:nvPr/>
          </p:nvSpPr>
          <p:spPr>
            <a:xfrm rot="2750059">
              <a:off x="7030856" y="6162902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9E8DEB1-0A74-453F-B4B0-66A53A9A4BC1}"/>
                </a:ext>
              </a:extLst>
            </p:cNvPr>
            <p:cNvSpPr/>
            <p:nvPr/>
          </p:nvSpPr>
          <p:spPr>
            <a:xfrm rot="2750059">
              <a:off x="9649921" y="11214434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14B611E4-6D19-425F-81B1-5F8E822ED02C}"/>
                </a:ext>
              </a:extLst>
            </p:cNvPr>
            <p:cNvSpPr/>
            <p:nvPr/>
          </p:nvSpPr>
          <p:spPr>
            <a:xfrm rot="2750059">
              <a:off x="7073137" y="12493817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C1EA548D-E689-4CE4-8CD4-E8A5DB5087E9}"/>
                </a:ext>
              </a:extLst>
            </p:cNvPr>
            <p:cNvSpPr/>
            <p:nvPr/>
          </p:nvSpPr>
          <p:spPr>
            <a:xfrm rot="2750059">
              <a:off x="9682941" y="7361240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445004AA-1AB8-4F8D-BDD2-E07CBE3EF57C}"/>
                </a:ext>
              </a:extLst>
            </p:cNvPr>
            <p:cNvSpPr/>
            <p:nvPr/>
          </p:nvSpPr>
          <p:spPr>
            <a:xfrm rot="7313666">
              <a:off x="4362378" y="11156726"/>
              <a:ext cx="1042861" cy="74637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68DB6067-2FA0-45EE-AB9E-26BA8D92DDCC}"/>
                </a:ext>
              </a:extLst>
            </p:cNvPr>
            <p:cNvSpPr/>
            <p:nvPr/>
          </p:nvSpPr>
          <p:spPr>
            <a:xfrm rot="7313666">
              <a:off x="8219035" y="6121903"/>
              <a:ext cx="1042861" cy="74637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6689936C-A12A-4513-9D63-D6DDD12D3069}"/>
                </a:ext>
              </a:extLst>
            </p:cNvPr>
            <p:cNvSpPr/>
            <p:nvPr/>
          </p:nvSpPr>
          <p:spPr>
            <a:xfrm rot="2750059">
              <a:off x="3288195" y="13743118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EC514D82-CEC3-4AA6-9006-30CBD9E45431}"/>
                </a:ext>
              </a:extLst>
            </p:cNvPr>
            <p:cNvSpPr/>
            <p:nvPr/>
          </p:nvSpPr>
          <p:spPr>
            <a:xfrm rot="2750059">
              <a:off x="7118406" y="13737722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4431D53B-56BE-47B8-9E54-E9F07BF21073}"/>
                </a:ext>
              </a:extLst>
            </p:cNvPr>
            <p:cNvSpPr/>
            <p:nvPr/>
          </p:nvSpPr>
          <p:spPr>
            <a:xfrm rot="7313666">
              <a:off x="10779368" y="6140450"/>
              <a:ext cx="1042861" cy="74637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78BCAA2-1952-4636-9DAE-47911812AD3A}"/>
                </a:ext>
              </a:extLst>
            </p:cNvPr>
            <p:cNvSpPr/>
            <p:nvPr/>
          </p:nvSpPr>
          <p:spPr>
            <a:xfrm rot="19185010">
              <a:off x="5622480" y="8824094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9A45D4A5-8A48-4559-97F3-36E2D9C417A3}"/>
                </a:ext>
              </a:extLst>
            </p:cNvPr>
            <p:cNvSpPr/>
            <p:nvPr/>
          </p:nvSpPr>
          <p:spPr>
            <a:xfrm rot="19185010">
              <a:off x="3218859" y="7444540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02105389-23F4-4113-942A-FF825DAF9994}"/>
                </a:ext>
              </a:extLst>
            </p:cNvPr>
            <p:cNvSpPr/>
            <p:nvPr/>
          </p:nvSpPr>
          <p:spPr>
            <a:xfrm rot="19185010">
              <a:off x="3235515" y="11148785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CA9EEF2-B71B-47D7-9A94-2179D248DD6A}"/>
                </a:ext>
              </a:extLst>
            </p:cNvPr>
            <p:cNvSpPr/>
            <p:nvPr/>
          </p:nvSpPr>
          <p:spPr>
            <a:xfrm rot="19185010">
              <a:off x="10865838" y="15059545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9C57A0B-2CAC-4BF2-AFCE-EDE443E75E92}"/>
                </a:ext>
              </a:extLst>
            </p:cNvPr>
            <p:cNvSpPr/>
            <p:nvPr/>
          </p:nvSpPr>
          <p:spPr>
            <a:xfrm rot="8358001">
              <a:off x="10719659" y="13335092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80EA1FD-051D-43AB-826A-D2F146BC686D}"/>
                </a:ext>
              </a:extLst>
            </p:cNvPr>
            <p:cNvSpPr/>
            <p:nvPr/>
          </p:nvSpPr>
          <p:spPr>
            <a:xfrm rot="8358001">
              <a:off x="8207525" y="13335092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71EFC6E-B677-43D3-8A85-BFEAF9373183}"/>
                </a:ext>
              </a:extLst>
            </p:cNvPr>
            <p:cNvSpPr/>
            <p:nvPr/>
          </p:nvSpPr>
          <p:spPr>
            <a:xfrm rot="8358001">
              <a:off x="8207524" y="9618780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1270A58-3E8B-4082-A562-AAD0FC970429}"/>
                </a:ext>
              </a:extLst>
            </p:cNvPr>
            <p:cNvSpPr/>
            <p:nvPr/>
          </p:nvSpPr>
          <p:spPr>
            <a:xfrm rot="8358001">
              <a:off x="1767921" y="9618779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97B3A560-391D-4304-99CC-9A5850640C1F}"/>
                </a:ext>
              </a:extLst>
            </p:cNvPr>
            <p:cNvSpPr/>
            <p:nvPr/>
          </p:nvSpPr>
          <p:spPr>
            <a:xfrm rot="8358001">
              <a:off x="5601761" y="5775916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</p:spTree>
    <p:extLst>
      <p:ext uri="{BB962C8B-B14F-4D97-AF65-F5344CB8AC3E}">
        <p14:creationId xmlns:p14="http://schemas.microsoft.com/office/powerpoint/2010/main" val="29796209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#23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60" name="Group 559">
            <a:extLst>
              <a:ext uri="{FF2B5EF4-FFF2-40B4-BE49-F238E27FC236}">
                <a16:creationId xmlns:a16="http://schemas.microsoft.com/office/drawing/2014/main" id="{224EFCF3-023E-4B5A-BDEC-EB99D4F44FD6}"/>
              </a:ext>
            </a:extLst>
          </p:cNvPr>
          <p:cNvGrpSpPr/>
          <p:nvPr/>
        </p:nvGrpSpPr>
        <p:grpSpPr>
          <a:xfrm>
            <a:off x="2148062" y="5880094"/>
            <a:ext cx="8829002" cy="9752314"/>
            <a:chOff x="1521345" y="-800438"/>
            <a:chExt cx="7658022" cy="8458875"/>
          </a:xfrm>
        </p:grpSpPr>
        <p:sp>
          <p:nvSpPr>
            <p:cNvPr id="591" name="Rectangle 590">
              <a:extLst>
                <a:ext uri="{FF2B5EF4-FFF2-40B4-BE49-F238E27FC236}">
                  <a16:creationId xmlns:a16="http://schemas.microsoft.com/office/drawing/2014/main" id="{3BD8FAB1-0C88-45AD-8CAF-79DAB9A7E9AC}"/>
                </a:ext>
              </a:extLst>
            </p:cNvPr>
            <p:cNvSpPr/>
            <p:nvPr/>
          </p:nvSpPr>
          <p:spPr>
            <a:xfrm>
              <a:off x="152134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2" name="Rectangle 591">
              <a:extLst>
                <a:ext uri="{FF2B5EF4-FFF2-40B4-BE49-F238E27FC236}">
                  <a16:creationId xmlns:a16="http://schemas.microsoft.com/office/drawing/2014/main" id="{F03F2287-BB0B-4E9C-98FA-6E25C71DFAA1}"/>
                </a:ext>
              </a:extLst>
            </p:cNvPr>
            <p:cNvSpPr/>
            <p:nvPr/>
          </p:nvSpPr>
          <p:spPr>
            <a:xfrm>
              <a:off x="152134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3" name="Rectangle 592">
              <a:extLst>
                <a:ext uri="{FF2B5EF4-FFF2-40B4-BE49-F238E27FC236}">
                  <a16:creationId xmlns:a16="http://schemas.microsoft.com/office/drawing/2014/main" id="{333B2162-9F45-4DC5-9298-7D4A63DBDF7E}"/>
                </a:ext>
              </a:extLst>
            </p:cNvPr>
            <p:cNvSpPr/>
            <p:nvPr/>
          </p:nvSpPr>
          <p:spPr>
            <a:xfrm>
              <a:off x="2369759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4" name="Rectangle 593">
              <a:extLst>
                <a:ext uri="{FF2B5EF4-FFF2-40B4-BE49-F238E27FC236}">
                  <a16:creationId xmlns:a16="http://schemas.microsoft.com/office/drawing/2014/main" id="{C1E8D84E-4E1B-4B4C-A1B1-31BE4247D975}"/>
                </a:ext>
              </a:extLst>
            </p:cNvPr>
            <p:cNvSpPr/>
            <p:nvPr/>
          </p:nvSpPr>
          <p:spPr>
            <a:xfrm>
              <a:off x="321817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5" name="Rectangle 594">
              <a:extLst>
                <a:ext uri="{FF2B5EF4-FFF2-40B4-BE49-F238E27FC236}">
                  <a16:creationId xmlns:a16="http://schemas.microsoft.com/office/drawing/2014/main" id="{204CCF48-1351-47F5-B80C-0D126F21EF7E}"/>
                </a:ext>
              </a:extLst>
            </p:cNvPr>
            <p:cNvSpPr/>
            <p:nvPr/>
          </p:nvSpPr>
          <p:spPr>
            <a:xfrm>
              <a:off x="2369759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6" name="Rectangle 595">
              <a:extLst>
                <a:ext uri="{FF2B5EF4-FFF2-40B4-BE49-F238E27FC236}">
                  <a16:creationId xmlns:a16="http://schemas.microsoft.com/office/drawing/2014/main" id="{13EA468D-73DC-46E3-8269-A29BE61C6A96}"/>
                </a:ext>
              </a:extLst>
            </p:cNvPr>
            <p:cNvSpPr/>
            <p:nvPr/>
          </p:nvSpPr>
          <p:spPr>
            <a:xfrm>
              <a:off x="321817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09AC48C3-E75E-4A87-9A41-562B4721EA8B}"/>
                </a:ext>
              </a:extLst>
            </p:cNvPr>
            <p:cNvSpPr/>
            <p:nvPr/>
          </p:nvSpPr>
          <p:spPr>
            <a:xfrm>
              <a:off x="152134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8" name="Rectangle 597">
              <a:extLst>
                <a:ext uri="{FF2B5EF4-FFF2-40B4-BE49-F238E27FC236}">
                  <a16:creationId xmlns:a16="http://schemas.microsoft.com/office/drawing/2014/main" id="{E4A7E395-4AA0-4F55-B7F5-9D9294C47279}"/>
                </a:ext>
              </a:extLst>
            </p:cNvPr>
            <p:cNvSpPr/>
            <p:nvPr/>
          </p:nvSpPr>
          <p:spPr>
            <a:xfrm>
              <a:off x="152134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9" name="Rectangle 598">
              <a:extLst>
                <a:ext uri="{FF2B5EF4-FFF2-40B4-BE49-F238E27FC236}">
                  <a16:creationId xmlns:a16="http://schemas.microsoft.com/office/drawing/2014/main" id="{9D8BE673-F93C-4BC1-B064-249127A15DDF}"/>
                </a:ext>
              </a:extLst>
            </p:cNvPr>
            <p:cNvSpPr/>
            <p:nvPr/>
          </p:nvSpPr>
          <p:spPr>
            <a:xfrm>
              <a:off x="2369759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0" name="Rectangle 599">
              <a:extLst>
                <a:ext uri="{FF2B5EF4-FFF2-40B4-BE49-F238E27FC236}">
                  <a16:creationId xmlns:a16="http://schemas.microsoft.com/office/drawing/2014/main" id="{31600C60-E485-4E39-94FA-0FADF9C4F106}"/>
                </a:ext>
              </a:extLst>
            </p:cNvPr>
            <p:cNvSpPr/>
            <p:nvPr/>
          </p:nvSpPr>
          <p:spPr>
            <a:xfrm>
              <a:off x="321817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1" name="Rectangle 600">
              <a:extLst>
                <a:ext uri="{FF2B5EF4-FFF2-40B4-BE49-F238E27FC236}">
                  <a16:creationId xmlns:a16="http://schemas.microsoft.com/office/drawing/2014/main" id="{48CE8ED5-42B9-432E-9A3D-43B4B4F4E3ED}"/>
                </a:ext>
              </a:extLst>
            </p:cNvPr>
            <p:cNvSpPr/>
            <p:nvPr/>
          </p:nvSpPr>
          <p:spPr>
            <a:xfrm>
              <a:off x="2369759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2" name="Rectangle 601">
              <a:extLst>
                <a:ext uri="{FF2B5EF4-FFF2-40B4-BE49-F238E27FC236}">
                  <a16:creationId xmlns:a16="http://schemas.microsoft.com/office/drawing/2014/main" id="{18205FB7-EDE5-4F44-86B0-E9AB3DF2CAAE}"/>
                </a:ext>
              </a:extLst>
            </p:cNvPr>
            <p:cNvSpPr/>
            <p:nvPr/>
          </p:nvSpPr>
          <p:spPr>
            <a:xfrm>
              <a:off x="321817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3" name="Rectangle 602">
              <a:extLst>
                <a:ext uri="{FF2B5EF4-FFF2-40B4-BE49-F238E27FC236}">
                  <a16:creationId xmlns:a16="http://schemas.microsoft.com/office/drawing/2014/main" id="{35C3CD73-18A4-4430-AF7E-647DD33802F7}"/>
                </a:ext>
              </a:extLst>
            </p:cNvPr>
            <p:cNvSpPr/>
            <p:nvPr/>
          </p:nvSpPr>
          <p:spPr>
            <a:xfrm>
              <a:off x="4066587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4" name="Rectangle 603">
              <a:extLst>
                <a:ext uri="{FF2B5EF4-FFF2-40B4-BE49-F238E27FC236}">
                  <a16:creationId xmlns:a16="http://schemas.microsoft.com/office/drawing/2014/main" id="{D5EDE415-D2C7-471A-AE1B-CFE3DED6CB33}"/>
                </a:ext>
              </a:extLst>
            </p:cNvPr>
            <p:cNvSpPr/>
            <p:nvPr/>
          </p:nvSpPr>
          <p:spPr>
            <a:xfrm>
              <a:off x="4915001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5" name="Rectangle 604">
              <a:extLst>
                <a:ext uri="{FF2B5EF4-FFF2-40B4-BE49-F238E27FC236}">
                  <a16:creationId xmlns:a16="http://schemas.microsoft.com/office/drawing/2014/main" id="{66A7B1B8-3D68-4146-A150-D0919F40C4C7}"/>
                </a:ext>
              </a:extLst>
            </p:cNvPr>
            <p:cNvSpPr/>
            <p:nvPr/>
          </p:nvSpPr>
          <p:spPr>
            <a:xfrm>
              <a:off x="4066587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6" name="Rectangle 605">
              <a:extLst>
                <a:ext uri="{FF2B5EF4-FFF2-40B4-BE49-F238E27FC236}">
                  <a16:creationId xmlns:a16="http://schemas.microsoft.com/office/drawing/2014/main" id="{CF897D3D-76FD-4B10-BE07-A24E946F30BE}"/>
                </a:ext>
              </a:extLst>
            </p:cNvPr>
            <p:cNvSpPr/>
            <p:nvPr/>
          </p:nvSpPr>
          <p:spPr>
            <a:xfrm>
              <a:off x="4915001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7" name="Rectangle 606">
              <a:extLst>
                <a:ext uri="{FF2B5EF4-FFF2-40B4-BE49-F238E27FC236}">
                  <a16:creationId xmlns:a16="http://schemas.microsoft.com/office/drawing/2014/main" id="{C921E1A2-1B5C-4337-AAD8-8D17C37EA9FA}"/>
                </a:ext>
              </a:extLst>
            </p:cNvPr>
            <p:cNvSpPr/>
            <p:nvPr/>
          </p:nvSpPr>
          <p:spPr>
            <a:xfrm>
              <a:off x="576341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8" name="Rectangle 607">
              <a:extLst>
                <a:ext uri="{FF2B5EF4-FFF2-40B4-BE49-F238E27FC236}">
                  <a16:creationId xmlns:a16="http://schemas.microsoft.com/office/drawing/2014/main" id="{2986927E-7584-4A76-9209-391969E10FF4}"/>
                </a:ext>
              </a:extLst>
            </p:cNvPr>
            <p:cNvSpPr/>
            <p:nvPr/>
          </p:nvSpPr>
          <p:spPr>
            <a:xfrm>
              <a:off x="576341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9" name="Rectangle 608">
              <a:extLst>
                <a:ext uri="{FF2B5EF4-FFF2-40B4-BE49-F238E27FC236}">
                  <a16:creationId xmlns:a16="http://schemas.microsoft.com/office/drawing/2014/main" id="{4B5431FB-7488-47E1-A8D3-0754B06AFF0E}"/>
                </a:ext>
              </a:extLst>
            </p:cNvPr>
            <p:cNvSpPr/>
            <p:nvPr/>
          </p:nvSpPr>
          <p:spPr>
            <a:xfrm>
              <a:off x="4066587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0" name="Rectangle 609">
              <a:extLst>
                <a:ext uri="{FF2B5EF4-FFF2-40B4-BE49-F238E27FC236}">
                  <a16:creationId xmlns:a16="http://schemas.microsoft.com/office/drawing/2014/main" id="{FC14CE1B-E190-4D91-B078-F177F95AD950}"/>
                </a:ext>
              </a:extLst>
            </p:cNvPr>
            <p:cNvSpPr/>
            <p:nvPr/>
          </p:nvSpPr>
          <p:spPr>
            <a:xfrm>
              <a:off x="4915001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1" name="Rectangle 610">
              <a:extLst>
                <a:ext uri="{FF2B5EF4-FFF2-40B4-BE49-F238E27FC236}">
                  <a16:creationId xmlns:a16="http://schemas.microsoft.com/office/drawing/2014/main" id="{AE10F128-D400-43AE-82A5-277FA6F1BF98}"/>
                </a:ext>
              </a:extLst>
            </p:cNvPr>
            <p:cNvSpPr/>
            <p:nvPr/>
          </p:nvSpPr>
          <p:spPr>
            <a:xfrm>
              <a:off x="4066587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2" name="Rectangle 611">
              <a:extLst>
                <a:ext uri="{FF2B5EF4-FFF2-40B4-BE49-F238E27FC236}">
                  <a16:creationId xmlns:a16="http://schemas.microsoft.com/office/drawing/2014/main" id="{89C1BFEF-8278-4074-98C7-2F6D4E627359}"/>
                </a:ext>
              </a:extLst>
            </p:cNvPr>
            <p:cNvSpPr/>
            <p:nvPr/>
          </p:nvSpPr>
          <p:spPr>
            <a:xfrm>
              <a:off x="4915001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3" name="Rectangle 612">
              <a:extLst>
                <a:ext uri="{FF2B5EF4-FFF2-40B4-BE49-F238E27FC236}">
                  <a16:creationId xmlns:a16="http://schemas.microsoft.com/office/drawing/2014/main" id="{CD0BF8BE-BCA7-448C-AAB5-BCF02521532C}"/>
                </a:ext>
              </a:extLst>
            </p:cNvPr>
            <p:cNvSpPr/>
            <p:nvPr/>
          </p:nvSpPr>
          <p:spPr>
            <a:xfrm>
              <a:off x="576341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4" name="Rectangle 613">
              <a:extLst>
                <a:ext uri="{FF2B5EF4-FFF2-40B4-BE49-F238E27FC236}">
                  <a16:creationId xmlns:a16="http://schemas.microsoft.com/office/drawing/2014/main" id="{FBE87A8B-BE72-4A18-B6E9-8683340F2C85}"/>
                </a:ext>
              </a:extLst>
            </p:cNvPr>
            <p:cNvSpPr/>
            <p:nvPr/>
          </p:nvSpPr>
          <p:spPr>
            <a:xfrm>
              <a:off x="576341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5" name="Rectangle 614">
              <a:extLst>
                <a:ext uri="{FF2B5EF4-FFF2-40B4-BE49-F238E27FC236}">
                  <a16:creationId xmlns:a16="http://schemas.microsoft.com/office/drawing/2014/main" id="{99635C86-8D8C-40C0-AEE5-AD4C02EE2F53}"/>
                </a:ext>
              </a:extLst>
            </p:cNvPr>
            <p:cNvSpPr/>
            <p:nvPr/>
          </p:nvSpPr>
          <p:spPr>
            <a:xfrm>
              <a:off x="152134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6" name="Rectangle 615">
              <a:extLst>
                <a:ext uri="{FF2B5EF4-FFF2-40B4-BE49-F238E27FC236}">
                  <a16:creationId xmlns:a16="http://schemas.microsoft.com/office/drawing/2014/main" id="{463A5E6E-D298-40D0-B6B4-F41ECBA29422}"/>
                </a:ext>
              </a:extLst>
            </p:cNvPr>
            <p:cNvSpPr/>
            <p:nvPr/>
          </p:nvSpPr>
          <p:spPr>
            <a:xfrm>
              <a:off x="152134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7" name="Rectangle 616">
              <a:extLst>
                <a:ext uri="{FF2B5EF4-FFF2-40B4-BE49-F238E27FC236}">
                  <a16:creationId xmlns:a16="http://schemas.microsoft.com/office/drawing/2014/main" id="{84EC4C67-AAF9-4500-B719-25127E63CE98}"/>
                </a:ext>
              </a:extLst>
            </p:cNvPr>
            <p:cNvSpPr/>
            <p:nvPr/>
          </p:nvSpPr>
          <p:spPr>
            <a:xfrm>
              <a:off x="2369759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8" name="Rectangle 617">
              <a:extLst>
                <a:ext uri="{FF2B5EF4-FFF2-40B4-BE49-F238E27FC236}">
                  <a16:creationId xmlns:a16="http://schemas.microsoft.com/office/drawing/2014/main" id="{CDCC918B-EB44-4128-A786-67356C5F582A}"/>
                </a:ext>
              </a:extLst>
            </p:cNvPr>
            <p:cNvSpPr/>
            <p:nvPr/>
          </p:nvSpPr>
          <p:spPr>
            <a:xfrm>
              <a:off x="321817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9" name="Rectangle 618">
              <a:extLst>
                <a:ext uri="{FF2B5EF4-FFF2-40B4-BE49-F238E27FC236}">
                  <a16:creationId xmlns:a16="http://schemas.microsoft.com/office/drawing/2014/main" id="{8BB7AD0B-7EE5-41D1-849E-6EE5B82DF05C}"/>
                </a:ext>
              </a:extLst>
            </p:cNvPr>
            <p:cNvSpPr/>
            <p:nvPr/>
          </p:nvSpPr>
          <p:spPr>
            <a:xfrm>
              <a:off x="2369759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0" name="Rectangle 619">
              <a:extLst>
                <a:ext uri="{FF2B5EF4-FFF2-40B4-BE49-F238E27FC236}">
                  <a16:creationId xmlns:a16="http://schemas.microsoft.com/office/drawing/2014/main" id="{66335F33-EA10-4D41-A033-EB4377D6CBA0}"/>
                </a:ext>
              </a:extLst>
            </p:cNvPr>
            <p:cNvSpPr/>
            <p:nvPr/>
          </p:nvSpPr>
          <p:spPr>
            <a:xfrm>
              <a:off x="321817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1" name="Rectangle 620">
              <a:extLst>
                <a:ext uri="{FF2B5EF4-FFF2-40B4-BE49-F238E27FC236}">
                  <a16:creationId xmlns:a16="http://schemas.microsoft.com/office/drawing/2014/main" id="{DCE25504-0361-4A0F-AA6E-DD7A4DB58C44}"/>
                </a:ext>
              </a:extLst>
            </p:cNvPr>
            <p:cNvSpPr/>
            <p:nvPr/>
          </p:nvSpPr>
          <p:spPr>
            <a:xfrm>
              <a:off x="152134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2" name="Rectangle 621">
              <a:extLst>
                <a:ext uri="{FF2B5EF4-FFF2-40B4-BE49-F238E27FC236}">
                  <a16:creationId xmlns:a16="http://schemas.microsoft.com/office/drawing/2014/main" id="{E08B51E6-5685-4D52-ACF8-03146D99B7D8}"/>
                </a:ext>
              </a:extLst>
            </p:cNvPr>
            <p:cNvSpPr/>
            <p:nvPr/>
          </p:nvSpPr>
          <p:spPr>
            <a:xfrm>
              <a:off x="2369759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3" name="Rectangle 622">
              <a:extLst>
                <a:ext uri="{FF2B5EF4-FFF2-40B4-BE49-F238E27FC236}">
                  <a16:creationId xmlns:a16="http://schemas.microsoft.com/office/drawing/2014/main" id="{F4FEDB7C-178E-4297-AD0D-BD7DD41E9DE4}"/>
                </a:ext>
              </a:extLst>
            </p:cNvPr>
            <p:cNvSpPr/>
            <p:nvPr/>
          </p:nvSpPr>
          <p:spPr>
            <a:xfrm>
              <a:off x="321817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4" name="Rectangle 623">
              <a:extLst>
                <a:ext uri="{FF2B5EF4-FFF2-40B4-BE49-F238E27FC236}">
                  <a16:creationId xmlns:a16="http://schemas.microsoft.com/office/drawing/2014/main" id="{BD22F76D-D594-4F3A-AA46-42C3821B50D7}"/>
                </a:ext>
              </a:extLst>
            </p:cNvPr>
            <p:cNvSpPr/>
            <p:nvPr/>
          </p:nvSpPr>
          <p:spPr>
            <a:xfrm>
              <a:off x="4066587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5" name="Rectangle 624">
              <a:extLst>
                <a:ext uri="{FF2B5EF4-FFF2-40B4-BE49-F238E27FC236}">
                  <a16:creationId xmlns:a16="http://schemas.microsoft.com/office/drawing/2014/main" id="{C4DDBB6F-26B0-40FC-A333-E0C498F623FB}"/>
                </a:ext>
              </a:extLst>
            </p:cNvPr>
            <p:cNvSpPr/>
            <p:nvPr/>
          </p:nvSpPr>
          <p:spPr>
            <a:xfrm>
              <a:off x="4915001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6" name="Rectangle 625">
              <a:extLst>
                <a:ext uri="{FF2B5EF4-FFF2-40B4-BE49-F238E27FC236}">
                  <a16:creationId xmlns:a16="http://schemas.microsoft.com/office/drawing/2014/main" id="{1927884E-0F3A-41B9-9B81-420999D14D1A}"/>
                </a:ext>
              </a:extLst>
            </p:cNvPr>
            <p:cNvSpPr/>
            <p:nvPr/>
          </p:nvSpPr>
          <p:spPr>
            <a:xfrm>
              <a:off x="4066587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7" name="Rectangle 626">
              <a:extLst>
                <a:ext uri="{FF2B5EF4-FFF2-40B4-BE49-F238E27FC236}">
                  <a16:creationId xmlns:a16="http://schemas.microsoft.com/office/drawing/2014/main" id="{0151697A-F3D7-402E-ACC9-44F80132629A}"/>
                </a:ext>
              </a:extLst>
            </p:cNvPr>
            <p:cNvSpPr/>
            <p:nvPr/>
          </p:nvSpPr>
          <p:spPr>
            <a:xfrm>
              <a:off x="4915001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8" name="Rectangle 627">
              <a:extLst>
                <a:ext uri="{FF2B5EF4-FFF2-40B4-BE49-F238E27FC236}">
                  <a16:creationId xmlns:a16="http://schemas.microsoft.com/office/drawing/2014/main" id="{72EC7F75-35D2-4AE7-A75E-2BBEF3620B2E}"/>
                </a:ext>
              </a:extLst>
            </p:cNvPr>
            <p:cNvSpPr/>
            <p:nvPr/>
          </p:nvSpPr>
          <p:spPr>
            <a:xfrm>
              <a:off x="576341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9" name="Rectangle 628">
              <a:extLst>
                <a:ext uri="{FF2B5EF4-FFF2-40B4-BE49-F238E27FC236}">
                  <a16:creationId xmlns:a16="http://schemas.microsoft.com/office/drawing/2014/main" id="{DB821B0A-5132-40EB-B87E-5C4B13004EEA}"/>
                </a:ext>
              </a:extLst>
            </p:cNvPr>
            <p:cNvSpPr/>
            <p:nvPr/>
          </p:nvSpPr>
          <p:spPr>
            <a:xfrm>
              <a:off x="576341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0" name="Rectangle 629">
              <a:extLst>
                <a:ext uri="{FF2B5EF4-FFF2-40B4-BE49-F238E27FC236}">
                  <a16:creationId xmlns:a16="http://schemas.microsoft.com/office/drawing/2014/main" id="{527E7192-D7A3-4871-B38D-60845D8DB0D6}"/>
                </a:ext>
              </a:extLst>
            </p:cNvPr>
            <p:cNvSpPr/>
            <p:nvPr/>
          </p:nvSpPr>
          <p:spPr>
            <a:xfrm>
              <a:off x="4066587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1" name="Rectangle 630">
              <a:extLst>
                <a:ext uri="{FF2B5EF4-FFF2-40B4-BE49-F238E27FC236}">
                  <a16:creationId xmlns:a16="http://schemas.microsoft.com/office/drawing/2014/main" id="{8DFDDAFB-E399-4DFB-B183-075ADF1B5B92}"/>
                </a:ext>
              </a:extLst>
            </p:cNvPr>
            <p:cNvSpPr/>
            <p:nvPr/>
          </p:nvSpPr>
          <p:spPr>
            <a:xfrm>
              <a:off x="4915001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2" name="Rectangle 631">
              <a:extLst>
                <a:ext uri="{FF2B5EF4-FFF2-40B4-BE49-F238E27FC236}">
                  <a16:creationId xmlns:a16="http://schemas.microsoft.com/office/drawing/2014/main" id="{DA689D45-DF25-4065-8446-24BFF3A24495}"/>
                </a:ext>
              </a:extLst>
            </p:cNvPr>
            <p:cNvSpPr/>
            <p:nvPr/>
          </p:nvSpPr>
          <p:spPr>
            <a:xfrm>
              <a:off x="576341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3" name="Rectangle 632">
              <a:extLst>
                <a:ext uri="{FF2B5EF4-FFF2-40B4-BE49-F238E27FC236}">
                  <a16:creationId xmlns:a16="http://schemas.microsoft.com/office/drawing/2014/main" id="{A8900AF3-94AF-4681-925B-2D3FBAF41B71}"/>
                </a:ext>
              </a:extLst>
            </p:cNvPr>
            <p:cNvSpPr/>
            <p:nvPr/>
          </p:nvSpPr>
          <p:spPr>
            <a:xfrm>
              <a:off x="152134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4" name="Rectangle 633">
              <a:extLst>
                <a:ext uri="{FF2B5EF4-FFF2-40B4-BE49-F238E27FC236}">
                  <a16:creationId xmlns:a16="http://schemas.microsoft.com/office/drawing/2014/main" id="{940AC959-336A-4C11-BD95-9AA355255B5C}"/>
                </a:ext>
              </a:extLst>
            </p:cNvPr>
            <p:cNvSpPr/>
            <p:nvPr/>
          </p:nvSpPr>
          <p:spPr>
            <a:xfrm>
              <a:off x="2369759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5" name="Rectangle 634">
              <a:extLst>
                <a:ext uri="{FF2B5EF4-FFF2-40B4-BE49-F238E27FC236}">
                  <a16:creationId xmlns:a16="http://schemas.microsoft.com/office/drawing/2014/main" id="{481047AD-9A81-43E9-8DC5-83506B7B467E}"/>
                </a:ext>
              </a:extLst>
            </p:cNvPr>
            <p:cNvSpPr/>
            <p:nvPr/>
          </p:nvSpPr>
          <p:spPr>
            <a:xfrm>
              <a:off x="321817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6" name="Rectangle 635">
              <a:extLst>
                <a:ext uri="{FF2B5EF4-FFF2-40B4-BE49-F238E27FC236}">
                  <a16:creationId xmlns:a16="http://schemas.microsoft.com/office/drawing/2014/main" id="{4AAAAD2B-C61C-496A-8AA0-89BDC79C8D88}"/>
                </a:ext>
              </a:extLst>
            </p:cNvPr>
            <p:cNvSpPr/>
            <p:nvPr/>
          </p:nvSpPr>
          <p:spPr>
            <a:xfrm>
              <a:off x="4066587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7" name="Rectangle 636">
              <a:extLst>
                <a:ext uri="{FF2B5EF4-FFF2-40B4-BE49-F238E27FC236}">
                  <a16:creationId xmlns:a16="http://schemas.microsoft.com/office/drawing/2014/main" id="{7F5E9A90-E101-4CBC-AF55-092E22EE323F}"/>
                </a:ext>
              </a:extLst>
            </p:cNvPr>
            <p:cNvSpPr/>
            <p:nvPr/>
          </p:nvSpPr>
          <p:spPr>
            <a:xfrm>
              <a:off x="4915001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8" name="Rectangle 637">
              <a:extLst>
                <a:ext uri="{FF2B5EF4-FFF2-40B4-BE49-F238E27FC236}">
                  <a16:creationId xmlns:a16="http://schemas.microsoft.com/office/drawing/2014/main" id="{47B8DF1F-F624-4969-9B2E-13CF5FBC7271}"/>
                </a:ext>
              </a:extLst>
            </p:cNvPr>
            <p:cNvSpPr/>
            <p:nvPr/>
          </p:nvSpPr>
          <p:spPr>
            <a:xfrm>
              <a:off x="576341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9" name="Rectangle 638">
              <a:extLst>
                <a:ext uri="{FF2B5EF4-FFF2-40B4-BE49-F238E27FC236}">
                  <a16:creationId xmlns:a16="http://schemas.microsoft.com/office/drawing/2014/main" id="{C534A6B3-AEA0-4F2B-9218-FD312FB37186}"/>
                </a:ext>
              </a:extLst>
            </p:cNvPr>
            <p:cNvSpPr/>
            <p:nvPr/>
          </p:nvSpPr>
          <p:spPr>
            <a:xfrm>
              <a:off x="661658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0" name="Rectangle 639">
              <a:extLst>
                <a:ext uri="{FF2B5EF4-FFF2-40B4-BE49-F238E27FC236}">
                  <a16:creationId xmlns:a16="http://schemas.microsoft.com/office/drawing/2014/main" id="{C4F6CF96-D7DE-4307-A7B9-42232A594ACE}"/>
                </a:ext>
              </a:extLst>
            </p:cNvPr>
            <p:cNvSpPr/>
            <p:nvPr/>
          </p:nvSpPr>
          <p:spPr>
            <a:xfrm>
              <a:off x="661658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1" name="Rectangle 640">
              <a:extLst>
                <a:ext uri="{FF2B5EF4-FFF2-40B4-BE49-F238E27FC236}">
                  <a16:creationId xmlns:a16="http://schemas.microsoft.com/office/drawing/2014/main" id="{6636C642-D5EB-42B2-A5C3-DA4A8480C222}"/>
                </a:ext>
              </a:extLst>
            </p:cNvPr>
            <p:cNvSpPr/>
            <p:nvPr/>
          </p:nvSpPr>
          <p:spPr>
            <a:xfrm>
              <a:off x="661658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2" name="Rectangle 641">
              <a:extLst>
                <a:ext uri="{FF2B5EF4-FFF2-40B4-BE49-F238E27FC236}">
                  <a16:creationId xmlns:a16="http://schemas.microsoft.com/office/drawing/2014/main" id="{B4043BEB-3B05-4224-B087-9E00CAD27AD0}"/>
                </a:ext>
              </a:extLst>
            </p:cNvPr>
            <p:cNvSpPr/>
            <p:nvPr/>
          </p:nvSpPr>
          <p:spPr>
            <a:xfrm>
              <a:off x="661658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3" name="Rectangle 642">
              <a:extLst>
                <a:ext uri="{FF2B5EF4-FFF2-40B4-BE49-F238E27FC236}">
                  <a16:creationId xmlns:a16="http://schemas.microsoft.com/office/drawing/2014/main" id="{7E30FE24-6B24-481A-86F8-BFF44846EBF5}"/>
                </a:ext>
              </a:extLst>
            </p:cNvPr>
            <p:cNvSpPr/>
            <p:nvPr/>
          </p:nvSpPr>
          <p:spPr>
            <a:xfrm>
              <a:off x="661658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4" name="Rectangle 643">
              <a:extLst>
                <a:ext uri="{FF2B5EF4-FFF2-40B4-BE49-F238E27FC236}">
                  <a16:creationId xmlns:a16="http://schemas.microsoft.com/office/drawing/2014/main" id="{3B99145D-FAFE-47D9-8BBD-4D26954AEB0D}"/>
                </a:ext>
              </a:extLst>
            </p:cNvPr>
            <p:cNvSpPr/>
            <p:nvPr/>
          </p:nvSpPr>
          <p:spPr>
            <a:xfrm>
              <a:off x="661658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5" name="Rectangle 644">
              <a:extLst>
                <a:ext uri="{FF2B5EF4-FFF2-40B4-BE49-F238E27FC236}">
                  <a16:creationId xmlns:a16="http://schemas.microsoft.com/office/drawing/2014/main" id="{EF0E6B45-EC5A-47A0-A4D0-7A286D4F68A8}"/>
                </a:ext>
              </a:extLst>
            </p:cNvPr>
            <p:cNvSpPr/>
            <p:nvPr/>
          </p:nvSpPr>
          <p:spPr>
            <a:xfrm>
              <a:off x="661658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6" name="Rectangle 645">
              <a:extLst>
                <a:ext uri="{FF2B5EF4-FFF2-40B4-BE49-F238E27FC236}">
                  <a16:creationId xmlns:a16="http://schemas.microsoft.com/office/drawing/2014/main" id="{D26978BB-2570-4AA2-8B6C-F5FFEA9E1692}"/>
                </a:ext>
              </a:extLst>
            </p:cNvPr>
            <p:cNvSpPr/>
            <p:nvPr/>
          </p:nvSpPr>
          <p:spPr>
            <a:xfrm>
              <a:off x="661658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7" name="Rectangle 646">
              <a:extLst>
                <a:ext uri="{FF2B5EF4-FFF2-40B4-BE49-F238E27FC236}">
                  <a16:creationId xmlns:a16="http://schemas.microsoft.com/office/drawing/2014/main" id="{052CFA9F-D320-45C5-B2E8-4AF1095DF5E7}"/>
                </a:ext>
              </a:extLst>
            </p:cNvPr>
            <p:cNvSpPr/>
            <p:nvPr/>
          </p:nvSpPr>
          <p:spPr>
            <a:xfrm>
              <a:off x="152134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8" name="Rectangle 647">
              <a:extLst>
                <a:ext uri="{FF2B5EF4-FFF2-40B4-BE49-F238E27FC236}">
                  <a16:creationId xmlns:a16="http://schemas.microsoft.com/office/drawing/2014/main" id="{0581BC3F-717B-4DF9-9F64-EC7C65430C97}"/>
                </a:ext>
              </a:extLst>
            </p:cNvPr>
            <p:cNvSpPr/>
            <p:nvPr/>
          </p:nvSpPr>
          <p:spPr>
            <a:xfrm>
              <a:off x="2369759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9" name="Rectangle 648">
              <a:extLst>
                <a:ext uri="{FF2B5EF4-FFF2-40B4-BE49-F238E27FC236}">
                  <a16:creationId xmlns:a16="http://schemas.microsoft.com/office/drawing/2014/main" id="{A2389CA2-F0AA-4F41-85FD-EB245CD6B6AD}"/>
                </a:ext>
              </a:extLst>
            </p:cNvPr>
            <p:cNvSpPr/>
            <p:nvPr/>
          </p:nvSpPr>
          <p:spPr>
            <a:xfrm>
              <a:off x="321817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0" name="Rectangle 649">
              <a:extLst>
                <a:ext uri="{FF2B5EF4-FFF2-40B4-BE49-F238E27FC236}">
                  <a16:creationId xmlns:a16="http://schemas.microsoft.com/office/drawing/2014/main" id="{12B82A0A-290D-40B4-A1A3-20CAE6624169}"/>
                </a:ext>
              </a:extLst>
            </p:cNvPr>
            <p:cNvSpPr/>
            <p:nvPr/>
          </p:nvSpPr>
          <p:spPr>
            <a:xfrm>
              <a:off x="4066587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1" name="Rectangle 650">
              <a:extLst>
                <a:ext uri="{FF2B5EF4-FFF2-40B4-BE49-F238E27FC236}">
                  <a16:creationId xmlns:a16="http://schemas.microsoft.com/office/drawing/2014/main" id="{42039BB5-AF52-482B-9E63-4ABF6F71C0B3}"/>
                </a:ext>
              </a:extLst>
            </p:cNvPr>
            <p:cNvSpPr/>
            <p:nvPr/>
          </p:nvSpPr>
          <p:spPr>
            <a:xfrm>
              <a:off x="4915001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2" name="Rectangle 651">
              <a:extLst>
                <a:ext uri="{FF2B5EF4-FFF2-40B4-BE49-F238E27FC236}">
                  <a16:creationId xmlns:a16="http://schemas.microsoft.com/office/drawing/2014/main" id="{D1926472-37AD-451A-AAEF-B894F7F17A76}"/>
                </a:ext>
              </a:extLst>
            </p:cNvPr>
            <p:cNvSpPr/>
            <p:nvPr/>
          </p:nvSpPr>
          <p:spPr>
            <a:xfrm>
              <a:off x="576341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3" name="Rectangle 652">
              <a:extLst>
                <a:ext uri="{FF2B5EF4-FFF2-40B4-BE49-F238E27FC236}">
                  <a16:creationId xmlns:a16="http://schemas.microsoft.com/office/drawing/2014/main" id="{4504299C-AA2F-4403-B793-5771DA5DB71A}"/>
                </a:ext>
              </a:extLst>
            </p:cNvPr>
            <p:cNvSpPr/>
            <p:nvPr/>
          </p:nvSpPr>
          <p:spPr>
            <a:xfrm>
              <a:off x="152134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4" name="Rectangle 653">
              <a:extLst>
                <a:ext uri="{FF2B5EF4-FFF2-40B4-BE49-F238E27FC236}">
                  <a16:creationId xmlns:a16="http://schemas.microsoft.com/office/drawing/2014/main" id="{387F9E4C-7E52-4BAA-AEAA-20802BE51B78}"/>
                </a:ext>
              </a:extLst>
            </p:cNvPr>
            <p:cNvSpPr/>
            <p:nvPr/>
          </p:nvSpPr>
          <p:spPr>
            <a:xfrm>
              <a:off x="2369759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231A4381-49F8-4F24-A116-00477D959463}"/>
                </a:ext>
              </a:extLst>
            </p:cNvPr>
            <p:cNvSpPr/>
            <p:nvPr/>
          </p:nvSpPr>
          <p:spPr>
            <a:xfrm>
              <a:off x="321817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6" name="Rectangle 655">
              <a:extLst>
                <a:ext uri="{FF2B5EF4-FFF2-40B4-BE49-F238E27FC236}">
                  <a16:creationId xmlns:a16="http://schemas.microsoft.com/office/drawing/2014/main" id="{9C34F887-181C-4643-8430-1428198DF24D}"/>
                </a:ext>
              </a:extLst>
            </p:cNvPr>
            <p:cNvSpPr/>
            <p:nvPr/>
          </p:nvSpPr>
          <p:spPr>
            <a:xfrm>
              <a:off x="4066587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7" name="Rectangle 656">
              <a:extLst>
                <a:ext uri="{FF2B5EF4-FFF2-40B4-BE49-F238E27FC236}">
                  <a16:creationId xmlns:a16="http://schemas.microsoft.com/office/drawing/2014/main" id="{776AEDC6-786A-4C34-B4A3-78137D4D008B}"/>
                </a:ext>
              </a:extLst>
            </p:cNvPr>
            <p:cNvSpPr/>
            <p:nvPr/>
          </p:nvSpPr>
          <p:spPr>
            <a:xfrm>
              <a:off x="4915001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8" name="Rectangle 657">
              <a:extLst>
                <a:ext uri="{FF2B5EF4-FFF2-40B4-BE49-F238E27FC236}">
                  <a16:creationId xmlns:a16="http://schemas.microsoft.com/office/drawing/2014/main" id="{626DB612-2FCA-4DD4-8616-F870811B6445}"/>
                </a:ext>
              </a:extLst>
            </p:cNvPr>
            <p:cNvSpPr/>
            <p:nvPr/>
          </p:nvSpPr>
          <p:spPr>
            <a:xfrm>
              <a:off x="576341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9" name="Rectangle 658">
              <a:extLst>
                <a:ext uri="{FF2B5EF4-FFF2-40B4-BE49-F238E27FC236}">
                  <a16:creationId xmlns:a16="http://schemas.microsoft.com/office/drawing/2014/main" id="{245A595C-E6AC-4292-BC3A-D9BFA2574080}"/>
                </a:ext>
              </a:extLst>
            </p:cNvPr>
            <p:cNvSpPr/>
            <p:nvPr/>
          </p:nvSpPr>
          <p:spPr>
            <a:xfrm>
              <a:off x="661658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0" name="Rectangle 659">
              <a:extLst>
                <a:ext uri="{FF2B5EF4-FFF2-40B4-BE49-F238E27FC236}">
                  <a16:creationId xmlns:a16="http://schemas.microsoft.com/office/drawing/2014/main" id="{313EAFB1-C8DB-4D45-94CB-3CF1AD906BBB}"/>
                </a:ext>
              </a:extLst>
            </p:cNvPr>
            <p:cNvSpPr/>
            <p:nvPr/>
          </p:nvSpPr>
          <p:spPr>
            <a:xfrm>
              <a:off x="661658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1" name="Rectangle 660">
              <a:extLst>
                <a:ext uri="{FF2B5EF4-FFF2-40B4-BE49-F238E27FC236}">
                  <a16:creationId xmlns:a16="http://schemas.microsoft.com/office/drawing/2014/main" id="{2809E40C-181C-4CAE-B7F6-884602545D87}"/>
                </a:ext>
              </a:extLst>
            </p:cNvPr>
            <p:cNvSpPr/>
            <p:nvPr/>
          </p:nvSpPr>
          <p:spPr>
            <a:xfrm>
              <a:off x="747778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2" name="Rectangle 661">
              <a:extLst>
                <a:ext uri="{FF2B5EF4-FFF2-40B4-BE49-F238E27FC236}">
                  <a16:creationId xmlns:a16="http://schemas.microsoft.com/office/drawing/2014/main" id="{76523B79-4FF7-43A1-B1A9-51A9A3E8AC86}"/>
                </a:ext>
              </a:extLst>
            </p:cNvPr>
            <p:cNvSpPr/>
            <p:nvPr/>
          </p:nvSpPr>
          <p:spPr>
            <a:xfrm>
              <a:off x="747778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AC42E892-BB51-4C4B-A385-C815D0F03F52}"/>
                </a:ext>
              </a:extLst>
            </p:cNvPr>
            <p:cNvSpPr/>
            <p:nvPr/>
          </p:nvSpPr>
          <p:spPr>
            <a:xfrm>
              <a:off x="747778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4" name="Rectangle 663">
              <a:extLst>
                <a:ext uri="{FF2B5EF4-FFF2-40B4-BE49-F238E27FC236}">
                  <a16:creationId xmlns:a16="http://schemas.microsoft.com/office/drawing/2014/main" id="{FD871335-95F5-4617-A274-FCF1D4206AD5}"/>
                </a:ext>
              </a:extLst>
            </p:cNvPr>
            <p:cNvSpPr/>
            <p:nvPr/>
          </p:nvSpPr>
          <p:spPr>
            <a:xfrm>
              <a:off x="747778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5" name="Rectangle 664">
              <a:extLst>
                <a:ext uri="{FF2B5EF4-FFF2-40B4-BE49-F238E27FC236}">
                  <a16:creationId xmlns:a16="http://schemas.microsoft.com/office/drawing/2014/main" id="{9B0AB767-A5D5-4718-B3D1-821D6ED688D0}"/>
                </a:ext>
              </a:extLst>
            </p:cNvPr>
            <p:cNvSpPr/>
            <p:nvPr/>
          </p:nvSpPr>
          <p:spPr>
            <a:xfrm>
              <a:off x="747778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22E3E712-F89F-4424-A64B-7BCF70BDEEF5}"/>
                </a:ext>
              </a:extLst>
            </p:cNvPr>
            <p:cNvSpPr/>
            <p:nvPr/>
          </p:nvSpPr>
          <p:spPr>
            <a:xfrm>
              <a:off x="747778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3E9A7394-16FA-4796-8025-AE66695DFDA0}"/>
                </a:ext>
              </a:extLst>
            </p:cNvPr>
            <p:cNvSpPr/>
            <p:nvPr/>
          </p:nvSpPr>
          <p:spPr>
            <a:xfrm>
              <a:off x="747778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8" name="Rectangle 667">
              <a:extLst>
                <a:ext uri="{FF2B5EF4-FFF2-40B4-BE49-F238E27FC236}">
                  <a16:creationId xmlns:a16="http://schemas.microsoft.com/office/drawing/2014/main" id="{F70170C7-1986-40C1-84C5-F3BFD307D66F}"/>
                </a:ext>
              </a:extLst>
            </p:cNvPr>
            <p:cNvSpPr/>
            <p:nvPr/>
          </p:nvSpPr>
          <p:spPr>
            <a:xfrm>
              <a:off x="747778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9" name="Rectangle 668">
              <a:extLst>
                <a:ext uri="{FF2B5EF4-FFF2-40B4-BE49-F238E27FC236}">
                  <a16:creationId xmlns:a16="http://schemas.microsoft.com/office/drawing/2014/main" id="{D4D0255D-12CC-4649-A7AE-6687E5BB9899}"/>
                </a:ext>
              </a:extLst>
            </p:cNvPr>
            <p:cNvSpPr/>
            <p:nvPr/>
          </p:nvSpPr>
          <p:spPr>
            <a:xfrm>
              <a:off x="833095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0" name="Rectangle 669">
              <a:extLst>
                <a:ext uri="{FF2B5EF4-FFF2-40B4-BE49-F238E27FC236}">
                  <a16:creationId xmlns:a16="http://schemas.microsoft.com/office/drawing/2014/main" id="{BF1C1B8A-CF1E-4B0A-AEAB-E032985697AF}"/>
                </a:ext>
              </a:extLst>
            </p:cNvPr>
            <p:cNvSpPr/>
            <p:nvPr/>
          </p:nvSpPr>
          <p:spPr>
            <a:xfrm>
              <a:off x="833095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1" name="Rectangle 670">
              <a:extLst>
                <a:ext uri="{FF2B5EF4-FFF2-40B4-BE49-F238E27FC236}">
                  <a16:creationId xmlns:a16="http://schemas.microsoft.com/office/drawing/2014/main" id="{9A8E3DF6-EB1A-4111-B9EE-6E4D24788027}"/>
                </a:ext>
              </a:extLst>
            </p:cNvPr>
            <p:cNvSpPr/>
            <p:nvPr/>
          </p:nvSpPr>
          <p:spPr>
            <a:xfrm>
              <a:off x="833095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2" name="Rectangle 671">
              <a:extLst>
                <a:ext uri="{FF2B5EF4-FFF2-40B4-BE49-F238E27FC236}">
                  <a16:creationId xmlns:a16="http://schemas.microsoft.com/office/drawing/2014/main" id="{9D1B4773-A3BA-4DBD-A736-FDCCAD877CA1}"/>
                </a:ext>
              </a:extLst>
            </p:cNvPr>
            <p:cNvSpPr/>
            <p:nvPr/>
          </p:nvSpPr>
          <p:spPr>
            <a:xfrm>
              <a:off x="833095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3" name="Rectangle 672">
              <a:extLst>
                <a:ext uri="{FF2B5EF4-FFF2-40B4-BE49-F238E27FC236}">
                  <a16:creationId xmlns:a16="http://schemas.microsoft.com/office/drawing/2014/main" id="{8FE050E5-5213-482C-AA27-F0C3CA254DE9}"/>
                </a:ext>
              </a:extLst>
            </p:cNvPr>
            <p:cNvSpPr/>
            <p:nvPr/>
          </p:nvSpPr>
          <p:spPr>
            <a:xfrm>
              <a:off x="833095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4" name="Rectangle 673">
              <a:extLst>
                <a:ext uri="{FF2B5EF4-FFF2-40B4-BE49-F238E27FC236}">
                  <a16:creationId xmlns:a16="http://schemas.microsoft.com/office/drawing/2014/main" id="{567828DF-6B2D-475C-AF01-AD6403C4ADE5}"/>
                </a:ext>
              </a:extLst>
            </p:cNvPr>
            <p:cNvSpPr/>
            <p:nvPr/>
          </p:nvSpPr>
          <p:spPr>
            <a:xfrm>
              <a:off x="833095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5" name="Rectangle 674">
              <a:extLst>
                <a:ext uri="{FF2B5EF4-FFF2-40B4-BE49-F238E27FC236}">
                  <a16:creationId xmlns:a16="http://schemas.microsoft.com/office/drawing/2014/main" id="{B387130A-2547-4F57-8013-4C2B63C26903}"/>
                </a:ext>
              </a:extLst>
            </p:cNvPr>
            <p:cNvSpPr/>
            <p:nvPr/>
          </p:nvSpPr>
          <p:spPr>
            <a:xfrm>
              <a:off x="833095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6" name="Rectangle 675">
              <a:extLst>
                <a:ext uri="{FF2B5EF4-FFF2-40B4-BE49-F238E27FC236}">
                  <a16:creationId xmlns:a16="http://schemas.microsoft.com/office/drawing/2014/main" id="{B3C24AFA-5837-47A9-9E8D-566AE4236060}"/>
                </a:ext>
              </a:extLst>
            </p:cNvPr>
            <p:cNvSpPr/>
            <p:nvPr/>
          </p:nvSpPr>
          <p:spPr>
            <a:xfrm>
              <a:off x="833095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7" name="Rectangle 676">
              <a:extLst>
                <a:ext uri="{FF2B5EF4-FFF2-40B4-BE49-F238E27FC236}">
                  <a16:creationId xmlns:a16="http://schemas.microsoft.com/office/drawing/2014/main" id="{695237B3-FCCF-4A24-84A1-B4D4F97048B0}"/>
                </a:ext>
              </a:extLst>
            </p:cNvPr>
            <p:cNvSpPr/>
            <p:nvPr/>
          </p:nvSpPr>
          <p:spPr>
            <a:xfrm>
              <a:off x="747778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8" name="Rectangle 677">
              <a:extLst>
                <a:ext uri="{FF2B5EF4-FFF2-40B4-BE49-F238E27FC236}">
                  <a16:creationId xmlns:a16="http://schemas.microsoft.com/office/drawing/2014/main" id="{193896BB-43D3-43D2-AFB0-9A775C47AE35}"/>
                </a:ext>
              </a:extLst>
            </p:cNvPr>
            <p:cNvSpPr/>
            <p:nvPr/>
          </p:nvSpPr>
          <p:spPr>
            <a:xfrm>
              <a:off x="747778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9" name="Rectangle 678">
              <a:extLst>
                <a:ext uri="{FF2B5EF4-FFF2-40B4-BE49-F238E27FC236}">
                  <a16:creationId xmlns:a16="http://schemas.microsoft.com/office/drawing/2014/main" id="{EE769C13-841D-468C-BBD9-2C02D4E33C87}"/>
                </a:ext>
              </a:extLst>
            </p:cNvPr>
            <p:cNvSpPr/>
            <p:nvPr/>
          </p:nvSpPr>
          <p:spPr>
            <a:xfrm>
              <a:off x="833095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80" name="Rectangle 679">
              <a:extLst>
                <a:ext uri="{FF2B5EF4-FFF2-40B4-BE49-F238E27FC236}">
                  <a16:creationId xmlns:a16="http://schemas.microsoft.com/office/drawing/2014/main" id="{A1DB434D-D952-4C42-AAE7-3E1B887C3DA9}"/>
                </a:ext>
              </a:extLst>
            </p:cNvPr>
            <p:cNvSpPr/>
            <p:nvPr/>
          </p:nvSpPr>
          <p:spPr>
            <a:xfrm>
              <a:off x="833095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681" name="Rectangle 680">
            <a:extLst>
              <a:ext uri="{FF2B5EF4-FFF2-40B4-BE49-F238E27FC236}">
                <a16:creationId xmlns:a16="http://schemas.microsoft.com/office/drawing/2014/main" id="{0B1401E9-4100-424B-8D9D-F99A8555B61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Portponky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9302407F-B032-47E0-B26C-B3B9F4542DC6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8B8C8401-1F51-464E-A8FB-D741850325F3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F65BC1E2-31B6-49F2-A12A-51631DA67338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34FDF8DC-5790-4696-B703-D27C50BF47D8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E183223E-2339-458A-9F69-BCF2D0558C18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66CE9C8B-23A9-4E68-953E-9AC34E67E712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60" name="Subtitle 2">
              <a:extLst>
                <a:ext uri="{FF2B5EF4-FFF2-40B4-BE49-F238E27FC236}">
                  <a16:creationId xmlns:a16="http://schemas.microsoft.com/office/drawing/2014/main" id="{E6F35D2C-ED07-4E02-A24A-5D58E6086D83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08F8B417-2224-401F-A762-179AFBAA149D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E0A12F00-A782-4C5A-B0AB-1B0C022934C8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5E58B70-4801-4AD8-86E6-B0912463C429}"/>
              </a:ext>
            </a:extLst>
          </p:cNvPr>
          <p:cNvGrpSpPr/>
          <p:nvPr/>
        </p:nvGrpSpPr>
        <p:grpSpPr>
          <a:xfrm>
            <a:off x="2763665" y="6489547"/>
            <a:ext cx="8562163" cy="8563418"/>
            <a:chOff x="2763665" y="6489547"/>
            <a:chExt cx="8562163" cy="8563418"/>
          </a:xfrm>
        </p:grpSpPr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17E294CA-E3C3-4A62-AD90-AFB038D4C13A}"/>
                </a:ext>
              </a:extLst>
            </p:cNvPr>
            <p:cNvSpPr/>
            <p:nvPr/>
          </p:nvSpPr>
          <p:spPr>
            <a:xfrm rot="7313666">
              <a:off x="2708424" y="6602650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F9C18448-3E99-4B02-A379-6E19F7E9BD46}"/>
                </a:ext>
              </a:extLst>
            </p:cNvPr>
            <p:cNvSpPr/>
            <p:nvPr/>
          </p:nvSpPr>
          <p:spPr>
            <a:xfrm rot="2750059">
              <a:off x="2853623" y="7573054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39FDA258-B5DE-4156-B558-C96146E56B8D}"/>
                </a:ext>
              </a:extLst>
            </p:cNvPr>
            <p:cNvSpPr/>
            <p:nvPr/>
          </p:nvSpPr>
          <p:spPr>
            <a:xfrm rot="7313666">
              <a:off x="2672057" y="8498913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5BC07E7A-DA60-4578-91D6-A4E77CEB53E6}"/>
                </a:ext>
              </a:extLst>
            </p:cNvPr>
            <p:cNvSpPr/>
            <p:nvPr/>
          </p:nvSpPr>
          <p:spPr>
            <a:xfrm rot="2750059">
              <a:off x="2796420" y="9505529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49BF278C-6C56-453D-9D1D-11AA223AE70B}"/>
                </a:ext>
              </a:extLst>
            </p:cNvPr>
            <p:cNvSpPr/>
            <p:nvPr/>
          </p:nvSpPr>
          <p:spPr>
            <a:xfrm rot="7313666">
              <a:off x="2651219" y="10457855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E965E668-3920-4A12-92D2-5078C9B562F6}"/>
                </a:ext>
              </a:extLst>
            </p:cNvPr>
            <p:cNvSpPr/>
            <p:nvPr/>
          </p:nvSpPr>
          <p:spPr>
            <a:xfrm rot="2750059">
              <a:off x="2805249" y="11470517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C8CFD409-8611-4023-A27A-C573729B767D}"/>
                </a:ext>
              </a:extLst>
            </p:cNvPr>
            <p:cNvSpPr/>
            <p:nvPr/>
          </p:nvSpPr>
          <p:spPr>
            <a:xfrm rot="7313666">
              <a:off x="2722425" y="12414145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EDB75DB2-47AB-4811-863E-DB528DBA97B0}"/>
                </a:ext>
              </a:extLst>
            </p:cNvPr>
            <p:cNvSpPr/>
            <p:nvPr/>
          </p:nvSpPr>
          <p:spPr>
            <a:xfrm rot="7313666">
              <a:off x="2722425" y="14370433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1AA3B007-B5BD-4659-B895-C48E4F8869CC}"/>
                </a:ext>
              </a:extLst>
            </p:cNvPr>
            <p:cNvSpPr/>
            <p:nvPr/>
          </p:nvSpPr>
          <p:spPr>
            <a:xfrm rot="2750059">
              <a:off x="2805249" y="13468827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BABF6B8F-6432-49F0-B5DB-A64D92535D46}"/>
                </a:ext>
              </a:extLst>
            </p:cNvPr>
            <p:cNvSpPr/>
            <p:nvPr/>
          </p:nvSpPr>
          <p:spPr>
            <a:xfrm rot="7313666">
              <a:off x="8610872" y="6602648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E074194A-AC8A-42FF-AC53-4E856DCE292E}"/>
                </a:ext>
              </a:extLst>
            </p:cNvPr>
            <p:cNvSpPr/>
            <p:nvPr/>
          </p:nvSpPr>
          <p:spPr>
            <a:xfrm rot="2750059">
              <a:off x="8756070" y="7573053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E7AC36E3-A9A4-482B-8A05-EA85C4CC260A}"/>
                </a:ext>
              </a:extLst>
            </p:cNvPr>
            <p:cNvSpPr/>
            <p:nvPr/>
          </p:nvSpPr>
          <p:spPr>
            <a:xfrm rot="7313666">
              <a:off x="8574504" y="8498912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0DC1101B-0CDB-4053-9735-955D3EAB0455}"/>
                </a:ext>
              </a:extLst>
            </p:cNvPr>
            <p:cNvSpPr/>
            <p:nvPr/>
          </p:nvSpPr>
          <p:spPr>
            <a:xfrm rot="2750059">
              <a:off x="8698867" y="9505528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360D5CE-67DC-4854-8E95-372A88D19D54}"/>
                </a:ext>
              </a:extLst>
            </p:cNvPr>
            <p:cNvSpPr/>
            <p:nvPr/>
          </p:nvSpPr>
          <p:spPr>
            <a:xfrm rot="7313666">
              <a:off x="8553667" y="10457854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5352AF59-F254-45E2-BE72-C68207810DCA}"/>
                </a:ext>
              </a:extLst>
            </p:cNvPr>
            <p:cNvSpPr/>
            <p:nvPr/>
          </p:nvSpPr>
          <p:spPr>
            <a:xfrm rot="2750059">
              <a:off x="8707696" y="11470515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70A76FBF-12B3-46CC-9419-D62FBCF508A1}"/>
                </a:ext>
              </a:extLst>
            </p:cNvPr>
            <p:cNvSpPr/>
            <p:nvPr/>
          </p:nvSpPr>
          <p:spPr>
            <a:xfrm rot="7313666">
              <a:off x="8624873" y="12414144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B5FAD991-A046-4EDF-A849-08969BBCAFB9}"/>
                </a:ext>
              </a:extLst>
            </p:cNvPr>
            <p:cNvSpPr/>
            <p:nvPr/>
          </p:nvSpPr>
          <p:spPr>
            <a:xfrm rot="7313666">
              <a:off x="8624873" y="14370432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EE3E61B8-7A54-4333-863B-94B7DD751DDC}"/>
                </a:ext>
              </a:extLst>
            </p:cNvPr>
            <p:cNvSpPr/>
            <p:nvPr/>
          </p:nvSpPr>
          <p:spPr>
            <a:xfrm rot="2750059">
              <a:off x="8707696" y="13468826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3B57E737-2859-46FF-B3DD-A5FA53A3AD19}"/>
                </a:ext>
              </a:extLst>
            </p:cNvPr>
            <p:cNvSpPr/>
            <p:nvPr/>
          </p:nvSpPr>
          <p:spPr>
            <a:xfrm rot="19185010">
              <a:off x="5783443" y="9558218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6ABC8579-681F-4B0B-83CC-F4A45381F2B6}"/>
                </a:ext>
              </a:extLst>
            </p:cNvPr>
            <p:cNvSpPr/>
            <p:nvPr/>
          </p:nvSpPr>
          <p:spPr>
            <a:xfrm rot="19185010">
              <a:off x="10651328" y="7665420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EEA3A307-F1C0-4E38-ADA3-ECE5A6FC98A6}"/>
                </a:ext>
              </a:extLst>
            </p:cNvPr>
            <p:cNvSpPr/>
            <p:nvPr/>
          </p:nvSpPr>
          <p:spPr>
            <a:xfrm rot="19185010">
              <a:off x="9734131" y="14427150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8FCE36AB-2BE2-41EF-93D8-2012C6F0C932}"/>
                </a:ext>
              </a:extLst>
            </p:cNvPr>
            <p:cNvSpPr/>
            <p:nvPr/>
          </p:nvSpPr>
          <p:spPr>
            <a:xfrm rot="19185010">
              <a:off x="3811653" y="14427150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33E549BD-9D95-46C1-AE6B-42F4756C0B44}"/>
                </a:ext>
              </a:extLst>
            </p:cNvPr>
            <p:cNvSpPr/>
            <p:nvPr/>
          </p:nvSpPr>
          <p:spPr>
            <a:xfrm rot="19185010">
              <a:off x="3811653" y="6644099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F64D1C2B-C4EA-47FF-98AE-657AD27FC823}"/>
                </a:ext>
              </a:extLst>
            </p:cNvPr>
            <p:cNvSpPr/>
            <p:nvPr/>
          </p:nvSpPr>
          <p:spPr>
            <a:xfrm rot="8358001">
              <a:off x="6697897" y="7283966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1E08A95C-2ECD-495F-8FE8-7B8A70C0B380}"/>
                </a:ext>
              </a:extLst>
            </p:cNvPr>
            <p:cNvSpPr/>
            <p:nvPr/>
          </p:nvSpPr>
          <p:spPr>
            <a:xfrm rot="8358001">
              <a:off x="4704629" y="8238605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18593418-23F7-409A-8294-DFD542753CD5}"/>
                </a:ext>
              </a:extLst>
            </p:cNvPr>
            <p:cNvSpPr/>
            <p:nvPr/>
          </p:nvSpPr>
          <p:spPr>
            <a:xfrm rot="8358001">
              <a:off x="5657738" y="10202604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E867EF46-5E62-4623-90DB-1EE58B82FF40}"/>
                </a:ext>
              </a:extLst>
            </p:cNvPr>
            <p:cNvSpPr/>
            <p:nvPr/>
          </p:nvSpPr>
          <p:spPr>
            <a:xfrm rot="8358001">
              <a:off x="5657738" y="11151620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0927D69-392B-4CDE-9C67-E3946B6D3BBA}"/>
                </a:ext>
              </a:extLst>
            </p:cNvPr>
            <p:cNvSpPr/>
            <p:nvPr/>
          </p:nvSpPr>
          <p:spPr>
            <a:xfrm rot="8358001">
              <a:off x="6650293" y="13136772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4215EA0-71AD-4C18-ABD0-F5769C64489E}"/>
                </a:ext>
              </a:extLst>
            </p:cNvPr>
            <p:cNvSpPr/>
            <p:nvPr/>
          </p:nvSpPr>
          <p:spPr>
            <a:xfrm rot="8358001">
              <a:off x="4684851" y="14073359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</p:spTree>
    <p:extLst>
      <p:ext uri="{BB962C8B-B14F-4D97-AF65-F5344CB8AC3E}">
        <p14:creationId xmlns:p14="http://schemas.microsoft.com/office/powerpoint/2010/main" val="1006178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#24 by Pedro PSI – 19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0D37F9AE-FF13-4220-9A7C-1D46B866E68C}"/>
              </a:ext>
            </a:extLst>
          </p:cNvPr>
          <p:cNvGrpSpPr/>
          <p:nvPr/>
        </p:nvGrpSpPr>
        <p:grpSpPr>
          <a:xfrm>
            <a:off x="1947306" y="6104547"/>
            <a:ext cx="9801243" cy="9723185"/>
            <a:chOff x="1335761" y="-1104906"/>
            <a:chExt cx="9801243" cy="9723185"/>
          </a:xfrm>
        </p:grpSpPr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579905A6-E912-41FC-9BBB-C32B9A406723}"/>
                </a:ext>
              </a:extLst>
            </p:cNvPr>
            <p:cNvSpPr/>
            <p:nvPr/>
          </p:nvSpPr>
          <p:spPr>
            <a:xfrm>
              <a:off x="133576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FF1367DC-9DA9-4FD5-A101-D66F15FB3F8A}"/>
                </a:ext>
              </a:extLst>
            </p:cNvPr>
            <p:cNvSpPr/>
            <p:nvPr/>
          </p:nvSpPr>
          <p:spPr>
            <a:xfrm>
              <a:off x="133576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5649EDF1-4E8F-4288-B4CB-283C9787DCA7}"/>
                </a:ext>
              </a:extLst>
            </p:cNvPr>
            <p:cNvSpPr/>
            <p:nvPr/>
          </p:nvSpPr>
          <p:spPr>
            <a:xfrm>
              <a:off x="2313905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06B3040E-4937-4C4E-B5C3-D74928087C28}"/>
                </a:ext>
              </a:extLst>
            </p:cNvPr>
            <p:cNvSpPr/>
            <p:nvPr/>
          </p:nvSpPr>
          <p:spPr>
            <a:xfrm>
              <a:off x="329204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2B465EEB-D0E8-471C-8838-856E3C1D2FB0}"/>
                </a:ext>
              </a:extLst>
            </p:cNvPr>
            <p:cNvSpPr/>
            <p:nvPr/>
          </p:nvSpPr>
          <p:spPr>
            <a:xfrm>
              <a:off x="2313905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00AAEB04-0EF6-4648-BEFD-BA9F2D6C85F7}"/>
                </a:ext>
              </a:extLst>
            </p:cNvPr>
            <p:cNvSpPr/>
            <p:nvPr/>
          </p:nvSpPr>
          <p:spPr>
            <a:xfrm>
              <a:off x="329204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BB5E3A14-7B1D-4D3E-AF05-081C7E1D08E7}"/>
                </a:ext>
              </a:extLst>
            </p:cNvPr>
            <p:cNvSpPr/>
            <p:nvPr/>
          </p:nvSpPr>
          <p:spPr>
            <a:xfrm>
              <a:off x="133576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7AC10AD0-B321-4848-8F6F-29722D254633}"/>
                </a:ext>
              </a:extLst>
            </p:cNvPr>
            <p:cNvSpPr/>
            <p:nvPr/>
          </p:nvSpPr>
          <p:spPr>
            <a:xfrm>
              <a:off x="133576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638E203A-56AD-483B-9911-D52A0664BA58}"/>
                </a:ext>
              </a:extLst>
            </p:cNvPr>
            <p:cNvSpPr/>
            <p:nvPr/>
          </p:nvSpPr>
          <p:spPr>
            <a:xfrm>
              <a:off x="2313905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2FBD32BB-BD85-48D8-9E96-46A9EF3D27FF}"/>
                </a:ext>
              </a:extLst>
            </p:cNvPr>
            <p:cNvSpPr/>
            <p:nvPr/>
          </p:nvSpPr>
          <p:spPr>
            <a:xfrm>
              <a:off x="329204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644D6E39-E8E0-4302-88AB-868B45405407}"/>
                </a:ext>
              </a:extLst>
            </p:cNvPr>
            <p:cNvSpPr/>
            <p:nvPr/>
          </p:nvSpPr>
          <p:spPr>
            <a:xfrm>
              <a:off x="2313905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7FDEC8B8-F5C5-43C7-93C3-B6836EA08379}"/>
                </a:ext>
              </a:extLst>
            </p:cNvPr>
            <p:cNvSpPr/>
            <p:nvPr/>
          </p:nvSpPr>
          <p:spPr>
            <a:xfrm>
              <a:off x="329204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032A3177-BBBD-4B25-A3EA-E170B6A84B21}"/>
                </a:ext>
              </a:extLst>
            </p:cNvPr>
            <p:cNvSpPr/>
            <p:nvPr/>
          </p:nvSpPr>
          <p:spPr>
            <a:xfrm>
              <a:off x="4270193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9EF93BBB-41E2-4D28-8B42-E5A77CD41954}"/>
                </a:ext>
              </a:extLst>
            </p:cNvPr>
            <p:cNvSpPr/>
            <p:nvPr/>
          </p:nvSpPr>
          <p:spPr>
            <a:xfrm>
              <a:off x="5248337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846234FB-29BA-4E53-AA9A-BDE63D10AB27}"/>
                </a:ext>
              </a:extLst>
            </p:cNvPr>
            <p:cNvSpPr/>
            <p:nvPr/>
          </p:nvSpPr>
          <p:spPr>
            <a:xfrm>
              <a:off x="4270193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82FF09A6-FA80-48A1-813C-278EBD226814}"/>
                </a:ext>
              </a:extLst>
            </p:cNvPr>
            <p:cNvSpPr/>
            <p:nvPr/>
          </p:nvSpPr>
          <p:spPr>
            <a:xfrm>
              <a:off x="5248337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F868D479-D5F0-41FB-B13F-C578B588762C}"/>
                </a:ext>
              </a:extLst>
            </p:cNvPr>
            <p:cNvSpPr/>
            <p:nvPr/>
          </p:nvSpPr>
          <p:spPr>
            <a:xfrm>
              <a:off x="622648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C7BAC372-5E7A-4C26-9F18-E00808C90171}"/>
                </a:ext>
              </a:extLst>
            </p:cNvPr>
            <p:cNvSpPr/>
            <p:nvPr/>
          </p:nvSpPr>
          <p:spPr>
            <a:xfrm>
              <a:off x="622648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E64EB1F1-4954-4C31-A8E4-A4F64FCB769C}"/>
                </a:ext>
              </a:extLst>
            </p:cNvPr>
            <p:cNvSpPr/>
            <p:nvPr/>
          </p:nvSpPr>
          <p:spPr>
            <a:xfrm>
              <a:off x="4270193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1447C074-181C-4183-A904-173D95900127}"/>
                </a:ext>
              </a:extLst>
            </p:cNvPr>
            <p:cNvSpPr/>
            <p:nvPr/>
          </p:nvSpPr>
          <p:spPr>
            <a:xfrm>
              <a:off x="5248337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8" name="Rectangle 177">
              <a:extLst>
                <a:ext uri="{FF2B5EF4-FFF2-40B4-BE49-F238E27FC236}">
                  <a16:creationId xmlns:a16="http://schemas.microsoft.com/office/drawing/2014/main" id="{527BFE96-DC71-41BA-A6F3-AE990BD94D7B}"/>
                </a:ext>
              </a:extLst>
            </p:cNvPr>
            <p:cNvSpPr/>
            <p:nvPr/>
          </p:nvSpPr>
          <p:spPr>
            <a:xfrm>
              <a:off x="4270193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022F1C65-DFF0-4C0E-B2DF-4F98D93D5455}"/>
                </a:ext>
              </a:extLst>
            </p:cNvPr>
            <p:cNvSpPr/>
            <p:nvPr/>
          </p:nvSpPr>
          <p:spPr>
            <a:xfrm>
              <a:off x="5248337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7482E8A9-A654-4FBB-A374-369C40A9ABD3}"/>
                </a:ext>
              </a:extLst>
            </p:cNvPr>
            <p:cNvSpPr/>
            <p:nvPr/>
          </p:nvSpPr>
          <p:spPr>
            <a:xfrm>
              <a:off x="622648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764D7CD0-A900-49B2-A656-9C954D4816AF}"/>
                </a:ext>
              </a:extLst>
            </p:cNvPr>
            <p:cNvSpPr/>
            <p:nvPr/>
          </p:nvSpPr>
          <p:spPr>
            <a:xfrm>
              <a:off x="622648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23A5C3D8-5D44-4095-B426-EA6E7B90B092}"/>
                </a:ext>
              </a:extLst>
            </p:cNvPr>
            <p:cNvSpPr/>
            <p:nvPr/>
          </p:nvSpPr>
          <p:spPr>
            <a:xfrm>
              <a:off x="133576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7201E59C-8F45-468E-91E8-48F649C783B6}"/>
                </a:ext>
              </a:extLst>
            </p:cNvPr>
            <p:cNvSpPr/>
            <p:nvPr/>
          </p:nvSpPr>
          <p:spPr>
            <a:xfrm>
              <a:off x="133576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FC816A0A-3ABE-446A-A51A-15694E713941}"/>
                </a:ext>
              </a:extLst>
            </p:cNvPr>
            <p:cNvSpPr/>
            <p:nvPr/>
          </p:nvSpPr>
          <p:spPr>
            <a:xfrm>
              <a:off x="2313905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4B2B6608-5B02-4D11-9CA3-DCF2817231C0}"/>
                </a:ext>
              </a:extLst>
            </p:cNvPr>
            <p:cNvSpPr/>
            <p:nvPr/>
          </p:nvSpPr>
          <p:spPr>
            <a:xfrm>
              <a:off x="329204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864BD627-48B4-456F-B21A-DE8E25B161DF}"/>
                </a:ext>
              </a:extLst>
            </p:cNvPr>
            <p:cNvSpPr/>
            <p:nvPr/>
          </p:nvSpPr>
          <p:spPr>
            <a:xfrm>
              <a:off x="2313905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AC966D38-D07C-4AB7-A089-12F7474865EB}"/>
                </a:ext>
              </a:extLst>
            </p:cNvPr>
            <p:cNvSpPr/>
            <p:nvPr/>
          </p:nvSpPr>
          <p:spPr>
            <a:xfrm>
              <a:off x="329204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CCDBD15C-570E-4F55-9979-F41E54A1337C}"/>
                </a:ext>
              </a:extLst>
            </p:cNvPr>
            <p:cNvSpPr/>
            <p:nvPr/>
          </p:nvSpPr>
          <p:spPr>
            <a:xfrm>
              <a:off x="133576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B2A433F7-0321-45BA-A711-4E2D9D18EB9B}"/>
                </a:ext>
              </a:extLst>
            </p:cNvPr>
            <p:cNvSpPr/>
            <p:nvPr/>
          </p:nvSpPr>
          <p:spPr>
            <a:xfrm>
              <a:off x="2313905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C6A1090A-C81A-42A9-B140-28AB6E981724}"/>
                </a:ext>
              </a:extLst>
            </p:cNvPr>
            <p:cNvSpPr/>
            <p:nvPr/>
          </p:nvSpPr>
          <p:spPr>
            <a:xfrm>
              <a:off x="329204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5FC5E467-B2EA-4D05-86D4-1D404C5470E5}"/>
                </a:ext>
              </a:extLst>
            </p:cNvPr>
            <p:cNvSpPr/>
            <p:nvPr/>
          </p:nvSpPr>
          <p:spPr>
            <a:xfrm>
              <a:off x="4270193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BE16FA0B-822D-4670-9CCC-38CECBED11EA}"/>
                </a:ext>
              </a:extLst>
            </p:cNvPr>
            <p:cNvSpPr/>
            <p:nvPr/>
          </p:nvSpPr>
          <p:spPr>
            <a:xfrm>
              <a:off x="5248337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BE746785-781E-473A-B809-B20F2384197B}"/>
                </a:ext>
              </a:extLst>
            </p:cNvPr>
            <p:cNvSpPr/>
            <p:nvPr/>
          </p:nvSpPr>
          <p:spPr>
            <a:xfrm>
              <a:off x="4270193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CE45F51B-9F82-48B8-BADC-9AABDCD675D6}"/>
                </a:ext>
              </a:extLst>
            </p:cNvPr>
            <p:cNvSpPr/>
            <p:nvPr/>
          </p:nvSpPr>
          <p:spPr>
            <a:xfrm>
              <a:off x="5248337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16AAC61C-74AB-4588-BBB1-DD951F5D15C8}"/>
                </a:ext>
              </a:extLst>
            </p:cNvPr>
            <p:cNvSpPr/>
            <p:nvPr/>
          </p:nvSpPr>
          <p:spPr>
            <a:xfrm>
              <a:off x="622648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EED7715F-5120-4415-B2B0-8C288CA8B630}"/>
                </a:ext>
              </a:extLst>
            </p:cNvPr>
            <p:cNvSpPr/>
            <p:nvPr/>
          </p:nvSpPr>
          <p:spPr>
            <a:xfrm>
              <a:off x="622648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383D3872-873C-498D-BD96-C064F80C1B0A}"/>
                </a:ext>
              </a:extLst>
            </p:cNvPr>
            <p:cNvSpPr/>
            <p:nvPr/>
          </p:nvSpPr>
          <p:spPr>
            <a:xfrm>
              <a:off x="4270193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044DD792-A922-44D6-A141-AE291E0835A9}"/>
                </a:ext>
              </a:extLst>
            </p:cNvPr>
            <p:cNvSpPr/>
            <p:nvPr/>
          </p:nvSpPr>
          <p:spPr>
            <a:xfrm>
              <a:off x="5248337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121CAD2B-7DFD-4D96-905F-807EDC36354E}"/>
                </a:ext>
              </a:extLst>
            </p:cNvPr>
            <p:cNvSpPr/>
            <p:nvPr/>
          </p:nvSpPr>
          <p:spPr>
            <a:xfrm>
              <a:off x="622648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3FAE16F8-E17B-4A8E-A67D-6BFB5DBD9C23}"/>
                </a:ext>
              </a:extLst>
            </p:cNvPr>
            <p:cNvSpPr/>
            <p:nvPr/>
          </p:nvSpPr>
          <p:spPr>
            <a:xfrm>
              <a:off x="133576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ABAACAAF-CEA8-4607-89AE-60ABA17AB070}"/>
                </a:ext>
              </a:extLst>
            </p:cNvPr>
            <p:cNvSpPr/>
            <p:nvPr/>
          </p:nvSpPr>
          <p:spPr>
            <a:xfrm>
              <a:off x="2313905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00A7738F-C5A9-4042-B866-7A8175379AF4}"/>
                </a:ext>
              </a:extLst>
            </p:cNvPr>
            <p:cNvSpPr/>
            <p:nvPr/>
          </p:nvSpPr>
          <p:spPr>
            <a:xfrm>
              <a:off x="329204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F54F9E88-C26D-49DA-A515-65E3BDA20E36}"/>
                </a:ext>
              </a:extLst>
            </p:cNvPr>
            <p:cNvSpPr/>
            <p:nvPr/>
          </p:nvSpPr>
          <p:spPr>
            <a:xfrm>
              <a:off x="4270193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5901FD23-36B2-4FAB-8EC9-3289B764278B}"/>
                </a:ext>
              </a:extLst>
            </p:cNvPr>
            <p:cNvSpPr/>
            <p:nvPr/>
          </p:nvSpPr>
          <p:spPr>
            <a:xfrm>
              <a:off x="5248337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DCC598AF-BC26-42F3-8A4E-92F2285FE8C1}"/>
                </a:ext>
              </a:extLst>
            </p:cNvPr>
            <p:cNvSpPr/>
            <p:nvPr/>
          </p:nvSpPr>
          <p:spPr>
            <a:xfrm>
              <a:off x="622648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84E46687-8DCC-4EBB-841B-728B6F8F48CB}"/>
                </a:ext>
              </a:extLst>
            </p:cNvPr>
            <p:cNvSpPr/>
            <p:nvPr/>
          </p:nvSpPr>
          <p:spPr>
            <a:xfrm>
              <a:off x="721010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482EF1CC-41CC-42A3-AC38-65B1C8D12870}"/>
                </a:ext>
              </a:extLst>
            </p:cNvPr>
            <p:cNvSpPr/>
            <p:nvPr/>
          </p:nvSpPr>
          <p:spPr>
            <a:xfrm>
              <a:off x="721010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BA48BCCE-7AD4-497F-84F9-C7340D6BF519}"/>
                </a:ext>
              </a:extLst>
            </p:cNvPr>
            <p:cNvSpPr/>
            <p:nvPr/>
          </p:nvSpPr>
          <p:spPr>
            <a:xfrm>
              <a:off x="721010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A89B00B3-D225-4584-B231-3325EFF01C1B}"/>
                </a:ext>
              </a:extLst>
            </p:cNvPr>
            <p:cNvSpPr/>
            <p:nvPr/>
          </p:nvSpPr>
          <p:spPr>
            <a:xfrm>
              <a:off x="721010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95C75BBD-3431-4CA2-8028-03855F004D6D}"/>
                </a:ext>
              </a:extLst>
            </p:cNvPr>
            <p:cNvSpPr/>
            <p:nvPr/>
          </p:nvSpPr>
          <p:spPr>
            <a:xfrm>
              <a:off x="721010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6FDE83EA-BBFF-45ED-87AF-F9BA706E025E}"/>
                </a:ext>
              </a:extLst>
            </p:cNvPr>
            <p:cNvSpPr/>
            <p:nvPr/>
          </p:nvSpPr>
          <p:spPr>
            <a:xfrm>
              <a:off x="721010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FCB4BDE9-CE89-42D4-9F81-944CC333DF97}"/>
                </a:ext>
              </a:extLst>
            </p:cNvPr>
            <p:cNvSpPr/>
            <p:nvPr/>
          </p:nvSpPr>
          <p:spPr>
            <a:xfrm>
              <a:off x="721010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5AC9E90D-C257-4C5E-8DF0-5130EB50A324}"/>
                </a:ext>
              </a:extLst>
            </p:cNvPr>
            <p:cNvSpPr/>
            <p:nvPr/>
          </p:nvSpPr>
          <p:spPr>
            <a:xfrm>
              <a:off x="721010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F6CED3D2-2DE3-4CA6-BE2F-32F2814F4EE4}"/>
                </a:ext>
              </a:extLst>
            </p:cNvPr>
            <p:cNvSpPr/>
            <p:nvPr/>
          </p:nvSpPr>
          <p:spPr>
            <a:xfrm>
              <a:off x="133576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FB5C66F4-66A2-4AE8-9ACE-C0023128235D}"/>
                </a:ext>
              </a:extLst>
            </p:cNvPr>
            <p:cNvSpPr/>
            <p:nvPr/>
          </p:nvSpPr>
          <p:spPr>
            <a:xfrm>
              <a:off x="2313905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5BC5F44A-7095-458A-95D6-09670108A693}"/>
                </a:ext>
              </a:extLst>
            </p:cNvPr>
            <p:cNvSpPr/>
            <p:nvPr/>
          </p:nvSpPr>
          <p:spPr>
            <a:xfrm>
              <a:off x="329204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E50B2424-96CD-441F-B7A4-EEB56A248799}"/>
                </a:ext>
              </a:extLst>
            </p:cNvPr>
            <p:cNvSpPr/>
            <p:nvPr/>
          </p:nvSpPr>
          <p:spPr>
            <a:xfrm>
              <a:off x="4270193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D8A2C472-BBE0-40D5-B98D-CB3956D77DB9}"/>
                </a:ext>
              </a:extLst>
            </p:cNvPr>
            <p:cNvSpPr/>
            <p:nvPr/>
          </p:nvSpPr>
          <p:spPr>
            <a:xfrm>
              <a:off x="5248337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F562528F-A8D8-415D-9A8D-55AF33D05AD5}"/>
                </a:ext>
              </a:extLst>
            </p:cNvPr>
            <p:cNvSpPr/>
            <p:nvPr/>
          </p:nvSpPr>
          <p:spPr>
            <a:xfrm>
              <a:off x="622648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19B91A42-0608-438D-9911-A096EB326700}"/>
                </a:ext>
              </a:extLst>
            </p:cNvPr>
            <p:cNvSpPr/>
            <p:nvPr/>
          </p:nvSpPr>
          <p:spPr>
            <a:xfrm>
              <a:off x="721010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6200ECD8-3E8F-47B0-A6C8-91B6A5FE828D}"/>
                </a:ext>
              </a:extLst>
            </p:cNvPr>
            <p:cNvSpPr/>
            <p:nvPr/>
          </p:nvSpPr>
          <p:spPr>
            <a:xfrm>
              <a:off x="8202992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F91E7D46-11A2-4BD4-8DF9-84E46752B1B3}"/>
                </a:ext>
              </a:extLst>
            </p:cNvPr>
            <p:cNvSpPr/>
            <p:nvPr/>
          </p:nvSpPr>
          <p:spPr>
            <a:xfrm>
              <a:off x="8202992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D77463FB-6F0B-4008-9384-992FF8305F95}"/>
                </a:ext>
              </a:extLst>
            </p:cNvPr>
            <p:cNvSpPr/>
            <p:nvPr/>
          </p:nvSpPr>
          <p:spPr>
            <a:xfrm>
              <a:off x="8202992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A87006BD-D0DF-484E-9622-06312D30B383}"/>
                </a:ext>
              </a:extLst>
            </p:cNvPr>
            <p:cNvSpPr/>
            <p:nvPr/>
          </p:nvSpPr>
          <p:spPr>
            <a:xfrm>
              <a:off x="8202992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E6DF7212-30F9-41DF-B248-DF60A848A366}"/>
                </a:ext>
              </a:extLst>
            </p:cNvPr>
            <p:cNvSpPr/>
            <p:nvPr/>
          </p:nvSpPr>
          <p:spPr>
            <a:xfrm>
              <a:off x="8202992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1AD6E189-621F-4C40-ABC6-EC691E4F983C}"/>
                </a:ext>
              </a:extLst>
            </p:cNvPr>
            <p:cNvSpPr/>
            <p:nvPr/>
          </p:nvSpPr>
          <p:spPr>
            <a:xfrm>
              <a:off x="8202992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5054FB01-31B2-48BC-A343-0E2FF93767E2}"/>
                </a:ext>
              </a:extLst>
            </p:cNvPr>
            <p:cNvSpPr/>
            <p:nvPr/>
          </p:nvSpPr>
          <p:spPr>
            <a:xfrm>
              <a:off x="8202992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C7A0E8C5-F0CF-4EAB-BA35-63806C3C0574}"/>
                </a:ext>
              </a:extLst>
            </p:cNvPr>
            <p:cNvSpPr/>
            <p:nvPr/>
          </p:nvSpPr>
          <p:spPr>
            <a:xfrm>
              <a:off x="8202992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87A6FA62-A20D-4ED1-A985-783FCA2B5687}"/>
                </a:ext>
              </a:extLst>
            </p:cNvPr>
            <p:cNvSpPr/>
            <p:nvPr/>
          </p:nvSpPr>
          <p:spPr>
            <a:xfrm>
              <a:off x="918661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0" name="Rectangle 229">
              <a:extLst>
                <a:ext uri="{FF2B5EF4-FFF2-40B4-BE49-F238E27FC236}">
                  <a16:creationId xmlns:a16="http://schemas.microsoft.com/office/drawing/2014/main" id="{0E0CDEC0-3D4D-456B-8D5F-9B996D0C5DDB}"/>
                </a:ext>
              </a:extLst>
            </p:cNvPr>
            <p:cNvSpPr/>
            <p:nvPr/>
          </p:nvSpPr>
          <p:spPr>
            <a:xfrm>
              <a:off x="918661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B319EE08-648D-4ABB-A654-C441E14783AC}"/>
                </a:ext>
              </a:extLst>
            </p:cNvPr>
            <p:cNvSpPr/>
            <p:nvPr/>
          </p:nvSpPr>
          <p:spPr>
            <a:xfrm>
              <a:off x="918661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D13B6498-C309-4DE4-80E1-A945BB40287F}"/>
                </a:ext>
              </a:extLst>
            </p:cNvPr>
            <p:cNvSpPr/>
            <p:nvPr/>
          </p:nvSpPr>
          <p:spPr>
            <a:xfrm>
              <a:off x="918661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3" name="Rectangle 232">
              <a:extLst>
                <a:ext uri="{FF2B5EF4-FFF2-40B4-BE49-F238E27FC236}">
                  <a16:creationId xmlns:a16="http://schemas.microsoft.com/office/drawing/2014/main" id="{E24BDFD7-2F82-4EB0-947D-A63444782060}"/>
                </a:ext>
              </a:extLst>
            </p:cNvPr>
            <p:cNvSpPr/>
            <p:nvPr/>
          </p:nvSpPr>
          <p:spPr>
            <a:xfrm>
              <a:off x="918661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FF23BDC3-7537-4921-A0F9-1AC8CCE69F57}"/>
                </a:ext>
              </a:extLst>
            </p:cNvPr>
            <p:cNvSpPr/>
            <p:nvPr/>
          </p:nvSpPr>
          <p:spPr>
            <a:xfrm>
              <a:off x="918661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A1B80D00-B3F9-4DC6-9228-6DA3C6C95BC2}"/>
                </a:ext>
              </a:extLst>
            </p:cNvPr>
            <p:cNvSpPr/>
            <p:nvPr/>
          </p:nvSpPr>
          <p:spPr>
            <a:xfrm>
              <a:off x="918661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B42B9E68-101A-472A-BB39-D03B704A82A6}"/>
                </a:ext>
              </a:extLst>
            </p:cNvPr>
            <p:cNvSpPr/>
            <p:nvPr/>
          </p:nvSpPr>
          <p:spPr>
            <a:xfrm>
              <a:off x="918661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5F315535-F592-4062-A147-0B4C06EBA5AF}"/>
                </a:ext>
              </a:extLst>
            </p:cNvPr>
            <p:cNvSpPr/>
            <p:nvPr/>
          </p:nvSpPr>
          <p:spPr>
            <a:xfrm>
              <a:off x="8202992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8" name="Rectangle 237">
              <a:extLst>
                <a:ext uri="{FF2B5EF4-FFF2-40B4-BE49-F238E27FC236}">
                  <a16:creationId xmlns:a16="http://schemas.microsoft.com/office/drawing/2014/main" id="{E471938A-9B11-46D0-9E4D-C0BA960159B6}"/>
                </a:ext>
              </a:extLst>
            </p:cNvPr>
            <p:cNvSpPr/>
            <p:nvPr/>
          </p:nvSpPr>
          <p:spPr>
            <a:xfrm>
              <a:off x="918661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1E5D89BD-9C8D-470B-AB9F-55C55BD34C4B}"/>
                </a:ext>
              </a:extLst>
            </p:cNvPr>
            <p:cNvSpPr/>
            <p:nvPr/>
          </p:nvSpPr>
          <p:spPr>
            <a:xfrm>
              <a:off x="10158860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0" name="Rectangle 239">
              <a:extLst>
                <a:ext uri="{FF2B5EF4-FFF2-40B4-BE49-F238E27FC236}">
                  <a16:creationId xmlns:a16="http://schemas.microsoft.com/office/drawing/2014/main" id="{5A23AC53-D705-4196-AFD8-6F387D619A1E}"/>
                </a:ext>
              </a:extLst>
            </p:cNvPr>
            <p:cNvSpPr/>
            <p:nvPr/>
          </p:nvSpPr>
          <p:spPr>
            <a:xfrm>
              <a:off x="10158860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CED591DD-74C0-491D-B79A-8CF247C5F32E}"/>
                </a:ext>
              </a:extLst>
            </p:cNvPr>
            <p:cNvSpPr/>
            <p:nvPr/>
          </p:nvSpPr>
          <p:spPr>
            <a:xfrm>
              <a:off x="10158860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FA2BBC3E-4B44-47B9-B4DC-FD9F7A725B6E}"/>
                </a:ext>
              </a:extLst>
            </p:cNvPr>
            <p:cNvSpPr/>
            <p:nvPr/>
          </p:nvSpPr>
          <p:spPr>
            <a:xfrm>
              <a:off x="10158860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A6D1D3B1-D886-4E51-A75D-5BBF65533612}"/>
                </a:ext>
              </a:extLst>
            </p:cNvPr>
            <p:cNvSpPr/>
            <p:nvPr/>
          </p:nvSpPr>
          <p:spPr>
            <a:xfrm>
              <a:off x="10158860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7BFF96E-9B1E-4439-BFEE-60F8958B4846}"/>
                </a:ext>
              </a:extLst>
            </p:cNvPr>
            <p:cNvSpPr/>
            <p:nvPr/>
          </p:nvSpPr>
          <p:spPr>
            <a:xfrm>
              <a:off x="10158860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D114CB4A-DB5D-4F3C-A4F3-81CF7322B99E}"/>
                </a:ext>
              </a:extLst>
            </p:cNvPr>
            <p:cNvSpPr/>
            <p:nvPr/>
          </p:nvSpPr>
          <p:spPr>
            <a:xfrm>
              <a:off x="10158860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6" name="Rectangle 245">
              <a:extLst>
                <a:ext uri="{FF2B5EF4-FFF2-40B4-BE49-F238E27FC236}">
                  <a16:creationId xmlns:a16="http://schemas.microsoft.com/office/drawing/2014/main" id="{3AD93ED9-A81B-4E93-B45C-6C353B564827}"/>
                </a:ext>
              </a:extLst>
            </p:cNvPr>
            <p:cNvSpPr/>
            <p:nvPr/>
          </p:nvSpPr>
          <p:spPr>
            <a:xfrm>
              <a:off x="10158860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7" name="Rectangle 246">
              <a:extLst>
                <a:ext uri="{FF2B5EF4-FFF2-40B4-BE49-F238E27FC236}">
                  <a16:creationId xmlns:a16="http://schemas.microsoft.com/office/drawing/2014/main" id="{24FE9F5B-C301-4A34-AEAF-3D48362E9EFF}"/>
                </a:ext>
              </a:extLst>
            </p:cNvPr>
            <p:cNvSpPr/>
            <p:nvPr/>
          </p:nvSpPr>
          <p:spPr>
            <a:xfrm>
              <a:off x="10158860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AC770FA9-FC68-44AA-AF3A-890E1323FBB9}"/>
                </a:ext>
              </a:extLst>
            </p:cNvPr>
            <p:cNvSpPr/>
            <p:nvPr/>
          </p:nvSpPr>
          <p:spPr>
            <a:xfrm>
              <a:off x="133576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D0EDFC33-E3AC-4BE7-9329-D5A681C94B5A}"/>
                </a:ext>
              </a:extLst>
            </p:cNvPr>
            <p:cNvSpPr/>
            <p:nvPr/>
          </p:nvSpPr>
          <p:spPr>
            <a:xfrm>
              <a:off x="2313905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5EB83B35-BF28-4656-A973-E17B22BF14DD}"/>
                </a:ext>
              </a:extLst>
            </p:cNvPr>
            <p:cNvSpPr/>
            <p:nvPr/>
          </p:nvSpPr>
          <p:spPr>
            <a:xfrm>
              <a:off x="329204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88C4DCE1-7415-431C-B8CD-3AAE670F0323}"/>
                </a:ext>
              </a:extLst>
            </p:cNvPr>
            <p:cNvSpPr/>
            <p:nvPr/>
          </p:nvSpPr>
          <p:spPr>
            <a:xfrm>
              <a:off x="4270193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9032C5BC-1088-428A-8B71-65B87F76C6C7}"/>
                </a:ext>
              </a:extLst>
            </p:cNvPr>
            <p:cNvSpPr/>
            <p:nvPr/>
          </p:nvSpPr>
          <p:spPr>
            <a:xfrm>
              <a:off x="5248337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3" name="Rectangle 252">
              <a:extLst>
                <a:ext uri="{FF2B5EF4-FFF2-40B4-BE49-F238E27FC236}">
                  <a16:creationId xmlns:a16="http://schemas.microsoft.com/office/drawing/2014/main" id="{ED913B66-AADB-4FD6-BC60-85D59C495A2B}"/>
                </a:ext>
              </a:extLst>
            </p:cNvPr>
            <p:cNvSpPr/>
            <p:nvPr/>
          </p:nvSpPr>
          <p:spPr>
            <a:xfrm>
              <a:off x="622648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90600CFB-5D23-479E-8C22-DC29072B1696}"/>
                </a:ext>
              </a:extLst>
            </p:cNvPr>
            <p:cNvSpPr/>
            <p:nvPr/>
          </p:nvSpPr>
          <p:spPr>
            <a:xfrm>
              <a:off x="721010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626C6C5F-8E37-4A6B-97A1-F20FE9B9E178}"/>
                </a:ext>
              </a:extLst>
            </p:cNvPr>
            <p:cNvSpPr/>
            <p:nvPr/>
          </p:nvSpPr>
          <p:spPr>
            <a:xfrm>
              <a:off x="8202992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0069FA0-BD31-416A-BE35-E51F64395685}"/>
                </a:ext>
              </a:extLst>
            </p:cNvPr>
            <p:cNvSpPr/>
            <p:nvPr/>
          </p:nvSpPr>
          <p:spPr>
            <a:xfrm>
              <a:off x="918661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7" name="Rectangle 256">
              <a:extLst>
                <a:ext uri="{FF2B5EF4-FFF2-40B4-BE49-F238E27FC236}">
                  <a16:creationId xmlns:a16="http://schemas.microsoft.com/office/drawing/2014/main" id="{18BA0DCF-B55E-4BB1-A39B-F2B07CE4C53F}"/>
                </a:ext>
              </a:extLst>
            </p:cNvPr>
            <p:cNvSpPr/>
            <p:nvPr/>
          </p:nvSpPr>
          <p:spPr>
            <a:xfrm>
              <a:off x="10158860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A198224-DC30-4DA2-91E9-014046F15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12962" y="5074673"/>
            <a:ext cx="3638737" cy="3384724"/>
          </a:xfrm>
          <a:prstGeom prst="rect">
            <a:avLst/>
          </a:prstGeom>
        </p:spPr>
      </p:pic>
      <p:grpSp>
        <p:nvGrpSpPr>
          <p:cNvPr id="287" name="Group 286">
            <a:extLst>
              <a:ext uri="{FF2B5EF4-FFF2-40B4-BE49-F238E27FC236}">
                <a16:creationId xmlns:a16="http://schemas.microsoft.com/office/drawing/2014/main" id="{C0A4D6CE-4471-41B5-B8BA-D96CAEC32E20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5D961307-E0E8-4F6C-B32D-077C2A1DDB0D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C97594B2-632E-427D-AD9F-C5C808A16283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79380CE0-92BD-4034-90F5-79E4C262A3F5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B8F9F06C-C538-4104-BA2B-04E71EBB4579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5F8003D0-A2A1-4270-8E86-1F28DE076A72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293" name="Subtitle 2">
              <a:extLst>
                <a:ext uri="{FF2B5EF4-FFF2-40B4-BE49-F238E27FC236}">
                  <a16:creationId xmlns:a16="http://schemas.microsoft.com/office/drawing/2014/main" id="{067ED7A5-5993-4774-9DD2-D84D3CF4EFA0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924E6515-23AC-497A-8D9E-9D5EE5863CD5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6E53298A-1057-47BD-A5CA-6EE3CC420765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301" name="Rectangle 300">
            <a:extLst>
              <a:ext uri="{FF2B5EF4-FFF2-40B4-BE49-F238E27FC236}">
                <a16:creationId xmlns:a16="http://schemas.microsoft.com/office/drawing/2014/main" id="{353194D7-5AA8-448C-8AC0-6CD4E1D9B4B9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1A69D21-9A06-4EA2-84B5-984E8B630BCA}"/>
              </a:ext>
            </a:extLst>
          </p:cNvPr>
          <p:cNvGrpSpPr/>
          <p:nvPr/>
        </p:nvGrpSpPr>
        <p:grpSpPr>
          <a:xfrm>
            <a:off x="2518206" y="5802371"/>
            <a:ext cx="8746770" cy="9557540"/>
            <a:chOff x="2518206" y="5802371"/>
            <a:chExt cx="8746770" cy="9557540"/>
          </a:xfrm>
        </p:grpSpPr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54AFF1A3-56C5-4ED3-BED5-CCA0633B41B7}"/>
                </a:ext>
              </a:extLst>
            </p:cNvPr>
            <p:cNvSpPr/>
            <p:nvPr/>
          </p:nvSpPr>
          <p:spPr>
            <a:xfrm rot="2750059">
              <a:off x="5603031" y="6801894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5CE15BEC-E0D2-415B-9929-D2C90820C2C2}"/>
                </a:ext>
              </a:extLst>
            </p:cNvPr>
            <p:cNvSpPr/>
            <p:nvPr/>
          </p:nvSpPr>
          <p:spPr>
            <a:xfrm rot="2750059">
              <a:off x="2557825" y="9689861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67C72AC8-AEAD-4F97-8800-14C20A8E1AA8}"/>
                </a:ext>
              </a:extLst>
            </p:cNvPr>
            <p:cNvSpPr/>
            <p:nvPr/>
          </p:nvSpPr>
          <p:spPr>
            <a:xfrm rot="2750059">
              <a:off x="4638235" y="9717871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354C5226-32A1-4F88-83AB-A5B338AC196E}"/>
                </a:ext>
              </a:extLst>
            </p:cNvPr>
            <p:cNvSpPr/>
            <p:nvPr/>
          </p:nvSpPr>
          <p:spPr>
            <a:xfrm rot="2750059">
              <a:off x="2593157" y="6834390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55AAB7F-B11B-4576-9ABE-83C93D237035}"/>
                </a:ext>
              </a:extLst>
            </p:cNvPr>
            <p:cNvSpPr/>
            <p:nvPr/>
          </p:nvSpPr>
          <p:spPr>
            <a:xfrm rot="7313666">
              <a:off x="2444893" y="11634239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69ECA5A6-1652-4626-ACF2-46D783664377}"/>
                </a:ext>
              </a:extLst>
            </p:cNvPr>
            <p:cNvSpPr/>
            <p:nvPr/>
          </p:nvSpPr>
          <p:spPr>
            <a:xfrm rot="7313666">
              <a:off x="5548987" y="12535162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8D30565-12C3-4231-8196-FB8DCF087039}"/>
                </a:ext>
              </a:extLst>
            </p:cNvPr>
            <p:cNvSpPr/>
            <p:nvPr/>
          </p:nvSpPr>
          <p:spPr>
            <a:xfrm rot="7313666">
              <a:off x="5510322" y="14534325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4244D0D-7D23-4743-B3A4-2D8C0149E376}"/>
                </a:ext>
              </a:extLst>
            </p:cNvPr>
            <p:cNvSpPr/>
            <p:nvPr/>
          </p:nvSpPr>
          <p:spPr>
            <a:xfrm rot="7313666">
              <a:off x="2479287" y="14534326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67CA9650-04C9-40C1-8383-8B9F047CABB4}"/>
                </a:ext>
              </a:extLst>
            </p:cNvPr>
            <p:cNvSpPr/>
            <p:nvPr/>
          </p:nvSpPr>
          <p:spPr>
            <a:xfrm rot="2750059">
              <a:off x="10498847" y="11536073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E2D6D297-FBD8-4B9C-8D9B-08DC4BFB5DA9}"/>
                </a:ext>
              </a:extLst>
            </p:cNvPr>
            <p:cNvSpPr/>
            <p:nvPr/>
          </p:nvSpPr>
          <p:spPr>
            <a:xfrm rot="2750059">
              <a:off x="7579866" y="14424040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6410B76-1BE2-434B-9A66-C482515F3BE6}"/>
                </a:ext>
              </a:extLst>
            </p:cNvPr>
            <p:cNvSpPr/>
            <p:nvPr/>
          </p:nvSpPr>
          <p:spPr>
            <a:xfrm rot="2750059">
              <a:off x="10536147" y="14452050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A05D0A87-A4BA-475B-A875-19A3D647E3C4}"/>
                </a:ext>
              </a:extLst>
            </p:cNvPr>
            <p:cNvSpPr/>
            <p:nvPr/>
          </p:nvSpPr>
          <p:spPr>
            <a:xfrm rot="2750059">
              <a:off x="8482847" y="11568569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E2FD423-87AC-4BA3-A721-B02B1D9EA5A8}"/>
                </a:ext>
              </a:extLst>
            </p:cNvPr>
            <p:cNvSpPr/>
            <p:nvPr/>
          </p:nvSpPr>
          <p:spPr>
            <a:xfrm rot="7313666">
              <a:off x="7335297" y="6733666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A2C7BEAC-E4A9-46E5-8FAD-A7613CB44E7A}"/>
                </a:ext>
              </a:extLst>
            </p:cNvPr>
            <p:cNvSpPr/>
            <p:nvPr/>
          </p:nvSpPr>
          <p:spPr>
            <a:xfrm rot="7313666">
              <a:off x="10439391" y="6742138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192773DA-AE9A-4477-A139-CA6390A8E545}"/>
                </a:ext>
              </a:extLst>
            </p:cNvPr>
            <p:cNvSpPr/>
            <p:nvPr/>
          </p:nvSpPr>
          <p:spPr>
            <a:xfrm rot="7313666">
              <a:off x="10400726" y="9633752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513BBC78-2246-4464-A942-A9D317FA65D0}"/>
                </a:ext>
              </a:extLst>
            </p:cNvPr>
            <p:cNvSpPr/>
            <p:nvPr/>
          </p:nvSpPr>
          <p:spPr>
            <a:xfrm rot="7313666">
              <a:off x="7369691" y="8738451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E2DCD65A-6C5C-4087-BFD4-D203FCE8D77A}"/>
                </a:ext>
              </a:extLst>
            </p:cNvPr>
            <p:cNvSpPr/>
            <p:nvPr/>
          </p:nvSpPr>
          <p:spPr>
            <a:xfrm rot="19185010">
              <a:off x="8461064" y="13611946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DA46C4AD-DF00-4C10-B97D-BDE6C4CDA1DD}"/>
                </a:ext>
              </a:extLst>
            </p:cNvPr>
            <p:cNvSpPr/>
            <p:nvPr/>
          </p:nvSpPr>
          <p:spPr>
            <a:xfrm rot="19185010">
              <a:off x="7428589" y="12672795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5C124011-978D-4076-A17C-796008AC8700}"/>
                </a:ext>
              </a:extLst>
            </p:cNvPr>
            <p:cNvSpPr/>
            <p:nvPr/>
          </p:nvSpPr>
          <p:spPr>
            <a:xfrm rot="19185010">
              <a:off x="4555177" y="12648347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6E2D27D8-F314-4756-A974-F229AEED7202}"/>
                </a:ext>
              </a:extLst>
            </p:cNvPr>
            <p:cNvSpPr/>
            <p:nvPr/>
          </p:nvSpPr>
          <p:spPr>
            <a:xfrm rot="19185010">
              <a:off x="4532236" y="8699326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8FAE664E-29B8-4C85-8352-EB75DA63D226}"/>
                </a:ext>
              </a:extLst>
            </p:cNvPr>
            <p:cNvSpPr/>
            <p:nvPr/>
          </p:nvSpPr>
          <p:spPr>
            <a:xfrm rot="19185010">
              <a:off x="8447871" y="8736571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9F5201-CAA5-4CAD-B5C4-862CB0661BDA}"/>
                </a:ext>
              </a:extLst>
            </p:cNvPr>
            <p:cNvSpPr/>
            <p:nvPr/>
          </p:nvSpPr>
          <p:spPr>
            <a:xfrm rot="19185010">
              <a:off x="2551715" y="5802371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5CB47A11-4004-4EFE-99B0-1B47709B939C}"/>
                </a:ext>
              </a:extLst>
            </p:cNvPr>
            <p:cNvSpPr/>
            <p:nvPr/>
          </p:nvSpPr>
          <p:spPr>
            <a:xfrm rot="19185010">
              <a:off x="4499491" y="5802372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5788E1CC-886B-4935-81AB-4DA41F26DC31}"/>
                </a:ext>
              </a:extLst>
            </p:cNvPr>
            <p:cNvSpPr/>
            <p:nvPr/>
          </p:nvSpPr>
          <p:spPr>
            <a:xfrm rot="19185010">
              <a:off x="3523347" y="11669054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2EDD4413-61E5-447B-A123-6939B69BB588}"/>
                </a:ext>
              </a:extLst>
            </p:cNvPr>
            <p:cNvSpPr/>
            <p:nvPr/>
          </p:nvSpPr>
          <p:spPr>
            <a:xfrm rot="8358001">
              <a:off x="3491105" y="7415132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B4EF084-1315-407A-9198-DA92D8C58A63}"/>
                </a:ext>
              </a:extLst>
            </p:cNvPr>
            <p:cNvSpPr/>
            <p:nvPr/>
          </p:nvSpPr>
          <p:spPr>
            <a:xfrm rot="8358001">
              <a:off x="9367791" y="7415133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20D9A605-5DE3-40C0-A3AF-D1941027CA9F}"/>
                </a:ext>
              </a:extLst>
            </p:cNvPr>
            <p:cNvSpPr/>
            <p:nvPr/>
          </p:nvSpPr>
          <p:spPr>
            <a:xfrm rot="8358001">
              <a:off x="3491105" y="13258738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804C9FBE-E735-41C8-B93B-A32D2F55A9E8}"/>
                </a:ext>
              </a:extLst>
            </p:cNvPr>
            <p:cNvSpPr/>
            <p:nvPr/>
          </p:nvSpPr>
          <p:spPr>
            <a:xfrm rot="8358001">
              <a:off x="9367791" y="13258739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0D01A8A5-8E2D-4C4F-8889-2700EC83D555}"/>
                </a:ext>
              </a:extLst>
            </p:cNvPr>
            <p:cNvSpPr/>
            <p:nvPr/>
          </p:nvSpPr>
          <p:spPr>
            <a:xfrm rot="8358001">
              <a:off x="6346275" y="10303843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16F75A51-220D-49C4-AA41-F80DF0FD7E36}"/>
                </a:ext>
              </a:extLst>
            </p:cNvPr>
            <p:cNvSpPr/>
            <p:nvPr/>
          </p:nvSpPr>
          <p:spPr>
            <a:xfrm rot="19185010">
              <a:off x="2547419" y="8699327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032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584A33F-5A5B-437B-9988-A83C7880CF1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03166" y="641443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2" name="Circle: Hollow 131">
            <a:extLst>
              <a:ext uri="{FF2B5EF4-FFF2-40B4-BE49-F238E27FC236}">
                <a16:creationId xmlns:a16="http://schemas.microsoft.com/office/drawing/2014/main" id="{93F7CED2-A621-40FF-A0A4-77073F4063A7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CD26936-2AAA-41AB-8334-1ED711EA1971}"/>
              </a:ext>
            </a:extLst>
          </p:cNvPr>
          <p:cNvGrpSpPr/>
          <p:nvPr/>
        </p:nvGrpSpPr>
        <p:grpSpPr>
          <a:xfrm>
            <a:off x="-48660" y="-604173"/>
            <a:ext cx="4870244" cy="5223601"/>
            <a:chOff x="-48660" y="-604173"/>
            <a:chExt cx="4870244" cy="5223601"/>
          </a:xfrm>
        </p:grpSpPr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411DE218-01FA-4569-9E4B-C0F21EF067B9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92851420-4ABD-44A8-A1DA-0623E6F99C04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9613FAA4-7ECD-4CCB-AF51-2E6BFB37686D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69CC8CE3-9723-4836-BCBE-5C4BE63EBAED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13C746BD-7E2F-4551-BE1D-4594D440E850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Rectangle 171">
                <a:extLst>
                  <a:ext uri="{FF2B5EF4-FFF2-40B4-BE49-F238E27FC236}">
                    <a16:creationId xmlns:a16="http://schemas.microsoft.com/office/drawing/2014/main" id="{D8287F49-8831-4B0A-925B-CA6817807E93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BCAE48A4-4D6D-44C0-B60B-E586624FC9EE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BFBCD8BD-4C57-444F-9B05-CAB942BFD1CC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67000E30-8B22-4D83-BF64-040DAADF738A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1F505AEA-C510-4346-90B4-A1870D443630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5FE6E4FA-7C31-4DD7-96B0-688051B2408B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8AE35B83-0714-4ADB-AEAF-B09E6EDC7C5E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AC32EE83-9E45-49DD-BF24-BE93C6CA9731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DA51DBE3-3F56-4293-A82C-3FB367EE6964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39344260-B300-4BE0-AF38-2308DEEEB15B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9DBE506F-4F00-46CF-B86C-5E6E43CB080D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35FF6A54-0914-41B1-8C4F-6697B93EB624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82A8231-C55D-443D-AB79-2125FD7312FC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BBD48960-6B1D-4F1A-83F7-3F572D80186D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2D4C87A5-2D8A-452C-AE94-A88557AA89AC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148B9044-B977-437B-9A15-F99EB196F9CB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2A07CC14-F78C-4244-AF2F-54A5126BD9C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5D39EB82-77E6-4FDE-AD8B-9018361534B9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7456E22F-CF0E-47A1-A098-C53092C5D6CA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CE0973B8-7B8B-43A5-B5B8-5658C2355732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322AD8D5-DC8C-401E-BD6A-7A2E1EBAD099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96" name="Group 295">
              <a:extLst>
                <a:ext uri="{FF2B5EF4-FFF2-40B4-BE49-F238E27FC236}">
                  <a16:creationId xmlns:a16="http://schemas.microsoft.com/office/drawing/2014/main" id="{5BAA0463-31D2-4561-838D-5B9742A6EAB5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4A76305D-D95E-49F5-89B4-083FD42682A4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5DE23513-666F-4D94-9D8A-A577130E64C4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BC23CD8F-E913-4263-8592-04B181EB08C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268DC572-F09A-45B0-8D48-BC0591316D97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1B8249B2-C36F-4DEF-9736-38B44141572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89888861-0EB5-4943-907A-092D006FD9DC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00A27D9D-2B7E-46ED-AD15-2A6C5DA0968C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A30B4C2B-4C8B-4C31-921B-57584934690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3E4B0078-F18D-4B86-9AD7-83A9ABA2A35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47236176-903D-44DC-A7B0-FB0BD36F6A4D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F5DE1649-BB97-413D-9D9B-BE872BAA8DB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32477" y="1362258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D0C8A331-4AB8-4240-A2C5-E2C00E2E4C25}"/>
                </a:ext>
              </a:extLst>
            </p:cNvPr>
            <p:cNvSpPr/>
            <p:nvPr/>
          </p:nvSpPr>
          <p:spPr>
            <a:xfrm>
              <a:off x="-48660" y="-604173"/>
              <a:ext cx="4870244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part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7626B548-443A-41FE-9444-F8D96997C34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042937" y="1499450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E84A353C-9992-4EA4-B7B9-42491FB410D0}"/>
                </a:ext>
              </a:extLst>
            </p:cNvPr>
            <p:cNvCxnSpPr>
              <a:cxnSpLocks/>
            </p:cNvCxnSpPr>
            <p:nvPr/>
          </p:nvCxnSpPr>
          <p:spPr>
            <a:xfrm>
              <a:off x="273157" y="187664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20ED301-EF69-4ABC-9421-25AD30DF006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647396" y="635167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8867ADB3-3776-4384-A92A-1E2B54238AF1}"/>
                </a:ext>
              </a:extLst>
            </p:cNvPr>
            <p:cNvCxnSpPr>
              <a:cxnSpLocks/>
            </p:cNvCxnSpPr>
            <p:nvPr/>
          </p:nvCxnSpPr>
          <p:spPr>
            <a:xfrm>
              <a:off x="2815877" y="3509343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6C9CB58B-53D2-43E6-B974-9084853EDB6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70299" y="19898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BA8443E4-5150-42B3-9177-1D7B9662577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008868" y="2663015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0BEB347E-FB36-4700-9AF0-9F6A4749873B}"/>
                </a:ext>
              </a:extLst>
            </p:cNvPr>
            <p:cNvCxnSpPr>
              <a:cxnSpLocks/>
            </p:cNvCxnSpPr>
            <p:nvPr/>
          </p:nvCxnSpPr>
          <p:spPr>
            <a:xfrm>
              <a:off x="308785" y="2802011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63F2D066-9A0E-4ADA-85E9-43B555D9F5D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082235" y="4404469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6F86B27C-96CE-4B69-B90F-851D332B69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10405" y="230457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7C713C75-CD67-4716-BB6B-E66144756030}"/>
                </a:ext>
              </a:extLst>
            </p:cNvPr>
            <p:cNvCxnSpPr>
              <a:cxnSpLocks/>
            </p:cNvCxnSpPr>
            <p:nvPr/>
          </p:nvCxnSpPr>
          <p:spPr>
            <a:xfrm>
              <a:off x="2001406" y="106666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AEC57175-F808-48DC-A45E-241D898E4C9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9601" y="2017786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4" name="Multiplication Sign 293">
              <a:extLst>
                <a:ext uri="{FF2B5EF4-FFF2-40B4-BE49-F238E27FC236}">
                  <a16:creationId xmlns:a16="http://schemas.microsoft.com/office/drawing/2014/main" id="{B72A3704-75C4-4C0C-957A-592D13A001AF}"/>
                </a:ext>
              </a:extLst>
            </p:cNvPr>
            <p:cNvSpPr/>
            <p:nvPr/>
          </p:nvSpPr>
          <p:spPr>
            <a:xfrm>
              <a:off x="2723366" y="-7950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95" name="Multiplication Sign 294">
              <a:extLst>
                <a:ext uri="{FF2B5EF4-FFF2-40B4-BE49-F238E27FC236}">
                  <a16:creationId xmlns:a16="http://schemas.microsoft.com/office/drawing/2014/main" id="{33458EAA-A96A-4E90-8C50-E74E436841A9}"/>
                </a:ext>
              </a:extLst>
            </p:cNvPr>
            <p:cNvSpPr/>
            <p:nvPr/>
          </p:nvSpPr>
          <p:spPr>
            <a:xfrm>
              <a:off x="1531219" y="36869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</p:spTree>
    <p:extLst>
      <p:ext uri="{BB962C8B-B14F-4D97-AF65-F5344CB8AC3E}">
        <p14:creationId xmlns:p14="http://schemas.microsoft.com/office/powerpoint/2010/main" val="3275518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CBAFA85-7C24-4990-87E2-F061C45661C8}"/>
              </a:ext>
            </a:extLst>
          </p:cNvPr>
          <p:cNvGrpSpPr/>
          <p:nvPr/>
        </p:nvGrpSpPr>
        <p:grpSpPr>
          <a:xfrm>
            <a:off x="121954" y="-769820"/>
            <a:ext cx="4892939" cy="5389248"/>
            <a:chOff x="121954" y="-769820"/>
            <a:chExt cx="4892939" cy="5389248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35554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A143E-DB19-451C-A137-E8D7339410F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4826" y="273290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39BB8920-9A63-4D1B-B929-394A7E61E6B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85062" y="248178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6EF252D4-1DB0-4B17-8F4E-9F3CB2443E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71137" y="66343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15C6302-F149-4978-BE05-EBBD590B968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93731" y="1065487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04F13094-D886-463E-AF0C-AFA9508AF4E0}"/>
                </a:ext>
              </a:extLst>
            </p:cNvPr>
            <p:cNvSpPr/>
            <p:nvPr/>
          </p:nvSpPr>
          <p:spPr>
            <a:xfrm>
              <a:off x="121954" y="-769820"/>
              <a:ext cx="432682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08" name="Multiplication Sign 107">
              <a:extLst>
                <a:ext uri="{FF2B5EF4-FFF2-40B4-BE49-F238E27FC236}">
                  <a16:creationId xmlns:a16="http://schemas.microsoft.com/office/drawing/2014/main" id="{002D499F-A792-44A6-8082-55EDF5046104}"/>
                </a:ext>
              </a:extLst>
            </p:cNvPr>
            <p:cNvSpPr/>
            <p:nvPr/>
          </p:nvSpPr>
          <p:spPr>
            <a:xfrm>
              <a:off x="3381709" y="17572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FC8173E7-192A-4932-B260-78EAA94221BE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26E88CE4-2E37-4289-94B4-4FB8FEEDB9C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88287E94-7A7A-446A-8429-1538C6793D2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74C3A579-CFFA-425E-BF22-95CE08D69A33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880A9AA1-67E7-4985-AE65-017DE69CC6C3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8A4C9697-C637-4750-887B-DE3D3260B8E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6AE412E7-8FF5-43FB-A3D0-E368200D5FE0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06C1CB5D-561E-4A8C-88AF-04D6AFBF235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7B728C38-9DC5-44B3-9CDF-F4992143F520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0346313-525D-43A4-AAD3-D3947B6C537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01AE339F-F329-4381-B097-D705AB5C2934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BBE3CFD5-E699-415E-8FBD-A7FFAC0E18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8890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62804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90C457B-D86A-44F5-B26D-E77C40A1BCD0}"/>
              </a:ext>
            </a:extLst>
          </p:cNvPr>
          <p:cNvGrpSpPr/>
          <p:nvPr/>
        </p:nvGrpSpPr>
        <p:grpSpPr>
          <a:xfrm>
            <a:off x="-905080" y="-1100659"/>
            <a:ext cx="5631543" cy="5720087"/>
            <a:chOff x="-905080" y="-1100659"/>
            <a:chExt cx="5631543" cy="572008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81E43AD-477E-4519-9555-6498380BC09A}"/>
                </a:ext>
              </a:extLst>
            </p:cNvPr>
            <p:cNvSpPr/>
            <p:nvPr/>
          </p:nvSpPr>
          <p:spPr>
            <a:xfrm>
              <a:off x="-905080" y="-1100659"/>
              <a:ext cx="5631543" cy="135421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One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Cherry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disconnected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has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more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than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endParaRPr lang="pt-PT" sz="2400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7" name="Multiplication Sign 166">
              <a:extLst>
                <a:ext uri="{FF2B5EF4-FFF2-40B4-BE49-F238E27FC236}">
                  <a16:creationId xmlns:a16="http://schemas.microsoft.com/office/drawing/2014/main" id="{8AD8979D-055B-4D61-ABEB-429CA5B83128}"/>
                </a:ext>
              </a:extLst>
            </p:cNvPr>
            <p:cNvSpPr/>
            <p:nvPr/>
          </p:nvSpPr>
          <p:spPr>
            <a:xfrm>
              <a:off x="1125982" y="115755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777D581-A2F4-45F8-94D2-B1834C1DEF73}"/>
                </a:ext>
              </a:extLst>
            </p:cNvPr>
            <p:cNvCxnSpPr>
              <a:cxnSpLocks/>
            </p:cNvCxnSpPr>
            <p:nvPr/>
          </p:nvCxnSpPr>
          <p:spPr>
            <a:xfrm>
              <a:off x="1005596" y="2732906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14C98312-2E2F-4C51-ADD8-CBF71CD68B64}"/>
                </a:ext>
              </a:extLst>
            </p:cNvPr>
            <p:cNvCxnSpPr>
              <a:cxnSpLocks/>
            </p:cNvCxnSpPr>
            <p:nvPr/>
          </p:nvCxnSpPr>
          <p:spPr>
            <a:xfrm>
              <a:off x="1142420" y="18811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Multiplication Sign 209">
              <a:extLst>
                <a:ext uri="{FF2B5EF4-FFF2-40B4-BE49-F238E27FC236}">
                  <a16:creationId xmlns:a16="http://schemas.microsoft.com/office/drawing/2014/main" id="{033DAD01-8DEB-4533-94E6-FBF7066DC9B4}"/>
                </a:ext>
              </a:extLst>
            </p:cNvPr>
            <p:cNvSpPr/>
            <p:nvPr/>
          </p:nvSpPr>
          <p:spPr>
            <a:xfrm>
              <a:off x="2842225" y="324491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F4A3F9AE-A04D-4A81-A172-D1B671D61BD7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022F9DA5-C865-47C6-A6E1-BD502CD0E81E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567992FE-28F0-484F-8006-C401E8BA9D59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D41C54DC-F813-472B-9BB9-76A4695558E2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3640C64F-47E8-4396-A0FF-B03A1D3212C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B2976E79-C046-4E80-AFDF-8A69D6E90A0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FD993A8A-A975-43BF-BA04-CC5488F7CC1D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00B3C50A-E807-492E-858D-04F9BF977FA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22E88E00-8490-48F0-AD2E-E1F6DAC375C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EB72FC6F-8A66-4441-8E5A-CE2B2FC6D312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AC70AF78-9501-4938-96A7-0761489D7E67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33BAA642-FC05-4E31-8F67-0DE3A26A84D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85207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0F638F1-070D-499C-9DC0-CABA78FAD769}"/>
              </a:ext>
            </a:extLst>
          </p:cNvPr>
          <p:cNvGrpSpPr/>
          <p:nvPr/>
        </p:nvGrpSpPr>
        <p:grpSpPr>
          <a:xfrm>
            <a:off x="259534" y="-1133182"/>
            <a:ext cx="4755359" cy="5752610"/>
            <a:chOff x="259534" y="-1133182"/>
            <a:chExt cx="4755359" cy="575261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992550" y="-1133182"/>
              <a:ext cx="3764172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branching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crossing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4EA272BD-CC0B-4218-AC7D-EDAC33F03F9F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84B34764-C5E9-4F61-85CB-4E8AE2B2139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818070C0-3D2F-4FA8-AB4A-AD1ED18CCA2D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1B7D52A0-0F75-46FE-AAB4-35A7FBC00896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ED4B7274-A04C-4896-B342-1CC678D90721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CE913ED-8FEE-47FD-B3BB-CFD6EBA44FD5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4D9F8CF2-D4C3-445A-9897-5A6E31F04EF5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C30F539B-D45E-47BF-B0E9-E4857C6AA055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42B1E72C-200C-4A20-A087-E0D7A928788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B2F19FD4-999B-4ACF-A711-676A6D2C93A9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9D1C0999-A67C-4CFC-AE10-BA8642B7F3C2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290602F-127E-4C17-9F63-E6323C273E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5900" y="2774604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Multiplication Sign 92">
              <a:extLst>
                <a:ext uri="{FF2B5EF4-FFF2-40B4-BE49-F238E27FC236}">
                  <a16:creationId xmlns:a16="http://schemas.microsoft.com/office/drawing/2014/main" id="{F6E4449F-4A3D-44AE-89D2-E7FB0690F4DA}"/>
                </a:ext>
              </a:extLst>
            </p:cNvPr>
            <p:cNvSpPr/>
            <p:nvPr/>
          </p:nvSpPr>
          <p:spPr>
            <a:xfrm>
              <a:off x="1260975" y="20658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5" name="Multiplication Sign 134">
              <a:extLst>
                <a:ext uri="{FF2B5EF4-FFF2-40B4-BE49-F238E27FC236}">
                  <a16:creationId xmlns:a16="http://schemas.microsoft.com/office/drawing/2014/main" id="{14161CFC-FE85-4A55-9431-8CC77EF38AE1}"/>
                </a:ext>
              </a:extLst>
            </p:cNvPr>
            <p:cNvSpPr/>
            <p:nvPr/>
          </p:nvSpPr>
          <p:spPr>
            <a:xfrm>
              <a:off x="2912937" y="2053445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DA4933A-75A1-434F-9275-A67C639B07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9017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3E3DE380-3BAD-4DBA-B3C2-BA4ECF9987F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9063" y="2726771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590B8B3E-42AA-481D-84BC-C3D9F4FB155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422577" y="279527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A6F9F3AB-7E5C-48DB-9C4A-193E6EDD636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36269" y="619596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C394207-1603-4A38-BB95-2A4B92DF49F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53190" y="105109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7096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C08A7EF3-5617-45F8-A8DC-A5FF71A84479}"/>
              </a:ext>
            </a:extLst>
          </p:cNvPr>
          <p:cNvGrpSpPr/>
          <p:nvPr/>
        </p:nvGrpSpPr>
        <p:grpSpPr>
          <a:xfrm>
            <a:off x="-281919" y="-701658"/>
            <a:ext cx="4964629" cy="5321086"/>
            <a:chOff x="-281919" y="-701658"/>
            <a:chExt cx="4964629" cy="5321086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-281919" y="-701658"/>
              <a:ext cx="4964629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E052DAB-0D5D-4D70-9BBC-50A8C5EC81C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370608" y="1926214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A8A12345-4686-444B-BD84-9D036BE8CCC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160277" y="443872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0BD48A63-821F-42C9-95A0-CBB3876B9A4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3" y="4012814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84B027B-A855-44B5-8D57-F5372F7ADC59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08785" y="358132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Multiplication Sign 102">
              <a:extLst>
                <a:ext uri="{FF2B5EF4-FFF2-40B4-BE49-F238E27FC236}">
                  <a16:creationId xmlns:a16="http://schemas.microsoft.com/office/drawing/2014/main" id="{8E5A58B0-525C-4380-AA20-869AF003FF09}"/>
                </a:ext>
              </a:extLst>
            </p:cNvPr>
            <p:cNvSpPr/>
            <p:nvPr/>
          </p:nvSpPr>
          <p:spPr>
            <a:xfrm>
              <a:off x="1273173" y="319974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3B9AD8D0-A418-45DE-9E7E-827A1790237A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C259B4BA-3BE7-40B4-9F02-33D849CAAD4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7DC0665-D27F-4443-A405-1B1DD78F99B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DBCD485C-5F5A-4991-ABBF-832DCBA33FEA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584B202F-37AA-4D1A-AF26-FF644B3BB41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F9391A73-F306-4B86-BB5B-D6BA5397F446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7D422F06-BCF5-4749-AB4C-E03D5A56C087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2ACD6A7F-67E7-4E42-A3E5-15A0ABDA3F08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B1608635-C93A-4440-95C4-344BD9836B5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F28935A4-1E1D-4018-B528-808BF2489B55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26EB1413-E019-4BA2-BE5F-1731DEE0B77C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641718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9381408-692F-4673-84A5-138E0DD83D1F}"/>
              </a:ext>
            </a:extLst>
          </p:cNvPr>
          <p:cNvGrpSpPr/>
          <p:nvPr/>
        </p:nvGrpSpPr>
        <p:grpSpPr>
          <a:xfrm>
            <a:off x="259534" y="-716309"/>
            <a:ext cx="4417722" cy="5335737"/>
            <a:chOff x="259534" y="-716309"/>
            <a:chExt cx="4417722" cy="533573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3381709" y="-716309"/>
              <a:ext cx="129554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b="1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Solved</a:t>
              </a:r>
              <a:r>
                <a:rPr lang="pt-PT" sz="2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!</a:t>
              </a: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642519F4-627F-408B-A1A1-AE4CD8B5BF29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ED7AE2CF-D5C6-42A4-9D94-4D5B84CD652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76D4B92A-7923-471A-BDF4-60E77C043BEF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30D146BB-FF32-4434-88F9-0EE97AF7A3A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2E47DA63-B83C-46B9-8B20-A3DD749B43AD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78E3B8EB-66CE-433A-B996-8CBE03EA05C9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CB5CF48B-6760-4494-8057-EE6708CF0F73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037FB96A-E689-4F5C-AD71-41A17B55FDA6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02A91842-260D-4324-AE74-C0B2F9ECB164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D7899BC0-4079-406A-8965-447A404263D7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6728561A-679D-45D0-AD80-7E99D3C5A646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949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957</TotalTime>
  <Words>566</Words>
  <Application>Microsoft Office PowerPoint</Application>
  <PresentationFormat>Widescreen</PresentationFormat>
  <Paragraphs>92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Kudamono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Fruit salad</dc:title>
  <dc:creator>Pedro</dc:creator>
  <cp:lastModifiedBy>Pedro</cp:lastModifiedBy>
  <cp:revision>118</cp:revision>
  <dcterms:created xsi:type="dcterms:W3CDTF">2020-12-15T22:45:57Z</dcterms:created>
  <dcterms:modified xsi:type="dcterms:W3CDTF">2020-12-19T17:10:17Z</dcterms:modified>
</cp:coreProperties>
</file>