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1" r:id="rId3"/>
    <p:sldId id="258" r:id="rId4"/>
    <p:sldId id="272" r:id="rId5"/>
    <p:sldId id="273" r:id="rId6"/>
    <p:sldId id="270" r:id="rId7"/>
    <p:sldId id="259" r:id="rId8"/>
    <p:sldId id="261" r:id="rId9"/>
    <p:sldId id="256" r:id="rId10"/>
    <p:sldId id="262" r:id="rId11"/>
    <p:sldId id="263" r:id="rId12"/>
    <p:sldId id="260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425" userDrawn="1">
          <p15:clr>
            <a:srgbClr val="A4A3A4"/>
          </p15:clr>
        </p15:guide>
        <p15:guide id="3" orient="horz" pos="218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66"/>
    <a:srgbClr val="385723"/>
    <a:srgbClr val="C000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17" autoAdjust="0"/>
    <p:restoredTop sz="94660"/>
  </p:normalViewPr>
  <p:slideViewPr>
    <p:cSldViewPr snapToGrid="0" showGuides="1">
      <p:cViewPr>
        <p:scale>
          <a:sx n="33" d="100"/>
          <a:sy n="33" d="100"/>
        </p:scale>
        <p:origin x="2064" y="816"/>
      </p:cViewPr>
      <p:guideLst>
        <p:guide pos="6425"/>
        <p:guide orient="horz" pos="218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18/12/2020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800" y="1122363"/>
            <a:ext cx="10312400" cy="2387600"/>
          </a:xfrm>
        </p:spPr>
        <p:txBody>
          <a:bodyPr>
            <a:normAutofit/>
          </a:bodyPr>
          <a:lstStyle/>
          <a:p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</a:t>
            </a: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1059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Applicable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license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: CC-BY-NC-SA-3.0</a:t>
            </a:r>
          </a:p>
        </p:txBody>
      </p: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E9C123D-6DCB-4658-A179-211B50B09958}"/>
              </a:ext>
            </a:extLst>
          </p:cNvPr>
          <p:cNvGrpSpPr/>
          <p:nvPr/>
        </p:nvGrpSpPr>
        <p:grpSpPr>
          <a:xfrm>
            <a:off x="-919119" y="944082"/>
            <a:ext cx="15168519" cy="4969836"/>
            <a:chOff x="-919119" y="-1223336"/>
            <a:chExt cx="15168519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6250873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-1113043"/>
              <a:ext cx="14768749" cy="47694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1003185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-88037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330254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B37E8CC-6912-4719-8063-9C14D3326580}"/>
              </a:ext>
            </a:extLst>
          </p:cNvPr>
          <p:cNvGrpSpPr/>
          <p:nvPr/>
        </p:nvGrpSpPr>
        <p:grpSpPr>
          <a:xfrm>
            <a:off x="-1376418" y="-4013200"/>
            <a:ext cx="17768599" cy="16103604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911600"/>
              <a:ext cx="17514963" cy="159258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38B9A8-FB6D-484C-B087-5BA93D08120F}"/>
                </a:ext>
              </a:extLst>
            </p:cNvPr>
            <p:cNvSpPr/>
            <p:nvPr/>
          </p:nvSpPr>
          <p:spPr>
            <a:xfrm>
              <a:off x="10132109" y="5130299"/>
              <a:ext cx="5615890" cy="6641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936C729D-F85A-4957-B42D-DC8EDB6EE94E}"/>
                </a:ext>
              </a:extLst>
            </p:cNvPr>
            <p:cNvSpPr/>
            <p:nvPr/>
          </p:nvSpPr>
          <p:spPr>
            <a:xfrm>
              <a:off x="0" y="-3233073"/>
              <a:ext cx="1454757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issue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examples</a:t>
              </a:r>
              <a:endPara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3BA4272D-04A6-4FD0-9FE9-5CE3464ECEC9}"/>
                </a:ext>
              </a:extLst>
            </p:cNvPr>
            <p:cNvGrpSpPr/>
            <p:nvPr/>
          </p:nvGrpSpPr>
          <p:grpSpPr>
            <a:xfrm>
              <a:off x="-477130" y="-1107415"/>
              <a:ext cx="15493927" cy="12000059"/>
              <a:chOff x="-477130" y="-1107415"/>
              <a:chExt cx="15493927" cy="12000059"/>
            </a:xfrm>
          </p:grpSpPr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BD833651-2C3F-4FE6-B96F-2665EEA1A244}"/>
                  </a:ext>
                </a:extLst>
              </p:cNvPr>
              <p:cNvGrpSpPr/>
              <p:nvPr/>
            </p:nvGrpSpPr>
            <p:grpSpPr>
              <a:xfrm>
                <a:off x="-48660" y="-1107415"/>
                <a:ext cx="5144357" cy="5726843"/>
                <a:chOff x="-48660" y="-1107415"/>
                <a:chExt cx="5144357" cy="5726843"/>
              </a:xfrm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0A3A3BE7-1FB2-4654-8B4A-C9847E08B606}"/>
                    </a:ext>
                  </a:extLst>
                </p:cNvPr>
                <p:cNvGrpSpPr/>
                <p:nvPr/>
              </p:nvGrpSpPr>
              <p:grpSpPr>
                <a:xfrm>
                  <a:off x="259534" y="187664"/>
                  <a:ext cx="4242070" cy="4216805"/>
                  <a:chOff x="1831632" y="-207902"/>
                  <a:chExt cx="4242070" cy="4216805"/>
                </a:xfrm>
              </p:grpSpPr>
              <p:sp>
                <p:nvSpPr>
                  <p:cNvPr id="86" name="Rectangle 85">
                    <a:extLst>
                      <a:ext uri="{FF2B5EF4-FFF2-40B4-BE49-F238E27FC236}">
                        <a16:creationId xmlns:a16="http://schemas.microsoft.com/office/drawing/2014/main" id="{23B0F8FA-BBDF-4C00-836F-AAC91DEF1ED6}"/>
                      </a:ext>
                    </a:extLst>
                  </p:cNvPr>
                  <p:cNvSpPr/>
                  <p:nvPr/>
                </p:nvSpPr>
                <p:spPr>
                  <a:xfrm>
                    <a:off x="1831632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87" name="Rectangle 86">
                    <a:extLst>
                      <a:ext uri="{FF2B5EF4-FFF2-40B4-BE49-F238E27FC236}">
                        <a16:creationId xmlns:a16="http://schemas.microsoft.com/office/drawing/2014/main" id="{1B7D76AA-6749-4A48-BC3C-AE39832725FB}"/>
                      </a:ext>
                    </a:extLst>
                  </p:cNvPr>
                  <p:cNvSpPr/>
                  <p:nvPr/>
                </p:nvSpPr>
                <p:spPr>
                  <a:xfrm>
                    <a:off x="2680046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36EE6F30-682E-4AC1-B501-22B20ACFFAA3}"/>
                      </a:ext>
                    </a:extLst>
                  </p:cNvPr>
                  <p:cNvSpPr/>
                  <p:nvPr/>
                </p:nvSpPr>
                <p:spPr>
                  <a:xfrm>
                    <a:off x="1831632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564A4516-7D9C-497D-B10A-3C7A8937E5E3}"/>
                      </a:ext>
                    </a:extLst>
                  </p:cNvPr>
                  <p:cNvSpPr/>
                  <p:nvPr/>
                </p:nvSpPr>
                <p:spPr>
                  <a:xfrm>
                    <a:off x="2680046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0207A09A-CA1E-4E6A-A223-C14BC96CFAAE}"/>
                      </a:ext>
                    </a:extLst>
                  </p:cNvPr>
                  <p:cNvSpPr/>
                  <p:nvPr/>
                </p:nvSpPr>
                <p:spPr>
                  <a:xfrm>
                    <a:off x="3528460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36FB485B-2BD2-42E3-A818-6B3EF91780F9}"/>
                      </a:ext>
                    </a:extLst>
                  </p:cNvPr>
                  <p:cNvSpPr/>
                  <p:nvPr/>
                </p:nvSpPr>
                <p:spPr>
                  <a:xfrm>
                    <a:off x="4376874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2" name="Rectangle 91">
                    <a:extLst>
                      <a:ext uri="{FF2B5EF4-FFF2-40B4-BE49-F238E27FC236}">
                        <a16:creationId xmlns:a16="http://schemas.microsoft.com/office/drawing/2014/main" id="{BF958281-AB79-4A42-9D4F-84A2ADBC8927}"/>
                      </a:ext>
                    </a:extLst>
                  </p:cNvPr>
                  <p:cNvSpPr/>
                  <p:nvPr/>
                </p:nvSpPr>
                <p:spPr>
                  <a:xfrm>
                    <a:off x="3528460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3" name="Rectangle 92">
                    <a:extLst>
                      <a:ext uri="{FF2B5EF4-FFF2-40B4-BE49-F238E27FC236}">
                        <a16:creationId xmlns:a16="http://schemas.microsoft.com/office/drawing/2014/main" id="{9C23E05E-8A16-4B30-B9F7-5F7D1789C3CA}"/>
                      </a:ext>
                    </a:extLst>
                  </p:cNvPr>
                  <p:cNvSpPr/>
                  <p:nvPr/>
                </p:nvSpPr>
                <p:spPr>
                  <a:xfrm>
                    <a:off x="4376874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4" name="Rectangle 93">
                    <a:extLst>
                      <a:ext uri="{FF2B5EF4-FFF2-40B4-BE49-F238E27FC236}">
                        <a16:creationId xmlns:a16="http://schemas.microsoft.com/office/drawing/2014/main" id="{9DCE42C2-2B70-4683-9A88-4E612FF0F6E9}"/>
                      </a:ext>
                    </a:extLst>
                  </p:cNvPr>
                  <p:cNvSpPr/>
                  <p:nvPr/>
                </p:nvSpPr>
                <p:spPr>
                  <a:xfrm>
                    <a:off x="1831632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5" name="Rectangle 94">
                    <a:extLst>
                      <a:ext uri="{FF2B5EF4-FFF2-40B4-BE49-F238E27FC236}">
                        <a16:creationId xmlns:a16="http://schemas.microsoft.com/office/drawing/2014/main" id="{D1D3A54A-E47C-4FC5-91A8-B6834EEC8C77}"/>
                      </a:ext>
                    </a:extLst>
                  </p:cNvPr>
                  <p:cNvSpPr/>
                  <p:nvPr/>
                </p:nvSpPr>
                <p:spPr>
                  <a:xfrm>
                    <a:off x="2680046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6" name="Rectangle 95">
                    <a:extLst>
                      <a:ext uri="{FF2B5EF4-FFF2-40B4-BE49-F238E27FC236}">
                        <a16:creationId xmlns:a16="http://schemas.microsoft.com/office/drawing/2014/main" id="{6130478D-D2B1-4589-9580-781BBC4799DC}"/>
                      </a:ext>
                    </a:extLst>
                  </p:cNvPr>
                  <p:cNvSpPr/>
                  <p:nvPr/>
                </p:nvSpPr>
                <p:spPr>
                  <a:xfrm>
                    <a:off x="1831632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DC55EC37-0D67-446C-9118-F4C35F78D3CE}"/>
                      </a:ext>
                    </a:extLst>
                  </p:cNvPr>
                  <p:cNvSpPr/>
                  <p:nvPr/>
                </p:nvSpPr>
                <p:spPr>
                  <a:xfrm>
                    <a:off x="2680046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8" name="Rectangle 97">
                    <a:extLst>
                      <a:ext uri="{FF2B5EF4-FFF2-40B4-BE49-F238E27FC236}">
                        <a16:creationId xmlns:a16="http://schemas.microsoft.com/office/drawing/2014/main" id="{41A8E5C4-AC55-4823-8C53-B941A883D2CF}"/>
                      </a:ext>
                    </a:extLst>
                  </p:cNvPr>
                  <p:cNvSpPr/>
                  <p:nvPr/>
                </p:nvSpPr>
                <p:spPr>
                  <a:xfrm>
                    <a:off x="3528460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9" name="Rectangle 98">
                    <a:extLst>
                      <a:ext uri="{FF2B5EF4-FFF2-40B4-BE49-F238E27FC236}">
                        <a16:creationId xmlns:a16="http://schemas.microsoft.com/office/drawing/2014/main" id="{5C67D4C9-7AE6-4C9B-90D5-749769D1B965}"/>
                      </a:ext>
                    </a:extLst>
                  </p:cNvPr>
                  <p:cNvSpPr/>
                  <p:nvPr/>
                </p:nvSpPr>
                <p:spPr>
                  <a:xfrm>
                    <a:off x="4376874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0" name="Rectangle 99">
                    <a:extLst>
                      <a:ext uri="{FF2B5EF4-FFF2-40B4-BE49-F238E27FC236}">
                        <a16:creationId xmlns:a16="http://schemas.microsoft.com/office/drawing/2014/main" id="{190F77AB-DCAD-4E78-A8A3-4FE4E63AA42F}"/>
                      </a:ext>
                    </a:extLst>
                  </p:cNvPr>
                  <p:cNvSpPr/>
                  <p:nvPr/>
                </p:nvSpPr>
                <p:spPr>
                  <a:xfrm>
                    <a:off x="3528460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1" name="Rectangle 100">
                    <a:extLst>
                      <a:ext uri="{FF2B5EF4-FFF2-40B4-BE49-F238E27FC236}">
                        <a16:creationId xmlns:a16="http://schemas.microsoft.com/office/drawing/2014/main" id="{4091B173-D51E-466C-9567-B8A72055E2F0}"/>
                      </a:ext>
                    </a:extLst>
                  </p:cNvPr>
                  <p:cNvSpPr/>
                  <p:nvPr/>
                </p:nvSpPr>
                <p:spPr>
                  <a:xfrm>
                    <a:off x="4376874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2" name="Rectangle 101">
                    <a:extLst>
                      <a:ext uri="{FF2B5EF4-FFF2-40B4-BE49-F238E27FC236}">
                        <a16:creationId xmlns:a16="http://schemas.microsoft.com/office/drawing/2014/main" id="{E15EB669-1719-4E60-AE75-5AB98E0E2084}"/>
                      </a:ext>
                    </a:extLst>
                  </p:cNvPr>
                  <p:cNvSpPr/>
                  <p:nvPr/>
                </p:nvSpPr>
                <p:spPr>
                  <a:xfrm>
                    <a:off x="5225288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3" name="Rectangle 102">
                    <a:extLst>
                      <a:ext uri="{FF2B5EF4-FFF2-40B4-BE49-F238E27FC236}">
                        <a16:creationId xmlns:a16="http://schemas.microsoft.com/office/drawing/2014/main" id="{359728A2-C925-4AB3-A23C-F99E5EF36A32}"/>
                      </a:ext>
                    </a:extLst>
                  </p:cNvPr>
                  <p:cNvSpPr/>
                  <p:nvPr/>
                </p:nvSpPr>
                <p:spPr>
                  <a:xfrm>
                    <a:off x="5225288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4" name="Rectangle 103">
                    <a:extLst>
                      <a:ext uri="{FF2B5EF4-FFF2-40B4-BE49-F238E27FC236}">
                        <a16:creationId xmlns:a16="http://schemas.microsoft.com/office/drawing/2014/main" id="{C11B636E-D76E-48E3-B03B-49B0FBD8B14F}"/>
                      </a:ext>
                    </a:extLst>
                  </p:cNvPr>
                  <p:cNvSpPr/>
                  <p:nvPr/>
                </p:nvSpPr>
                <p:spPr>
                  <a:xfrm>
                    <a:off x="5225288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5" name="Rectangle 104">
                    <a:extLst>
                      <a:ext uri="{FF2B5EF4-FFF2-40B4-BE49-F238E27FC236}">
                        <a16:creationId xmlns:a16="http://schemas.microsoft.com/office/drawing/2014/main" id="{C6F1A3D6-8141-4DE1-95C0-E6AA43722606}"/>
                      </a:ext>
                    </a:extLst>
                  </p:cNvPr>
                  <p:cNvSpPr/>
                  <p:nvPr/>
                </p:nvSpPr>
                <p:spPr>
                  <a:xfrm>
                    <a:off x="5225288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6" name="Rectangle 105">
                    <a:extLst>
                      <a:ext uri="{FF2B5EF4-FFF2-40B4-BE49-F238E27FC236}">
                        <a16:creationId xmlns:a16="http://schemas.microsoft.com/office/drawing/2014/main" id="{5DCBC419-B908-4E85-B7A7-F6EB1DC627FC}"/>
                      </a:ext>
                    </a:extLst>
                  </p:cNvPr>
                  <p:cNvSpPr/>
                  <p:nvPr/>
                </p:nvSpPr>
                <p:spPr>
                  <a:xfrm>
                    <a:off x="1831632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7" name="Rectangle 106">
                    <a:extLst>
                      <a:ext uri="{FF2B5EF4-FFF2-40B4-BE49-F238E27FC236}">
                        <a16:creationId xmlns:a16="http://schemas.microsoft.com/office/drawing/2014/main" id="{EE1FA136-DF9B-4B6E-898F-48E47095413B}"/>
                      </a:ext>
                    </a:extLst>
                  </p:cNvPr>
                  <p:cNvSpPr/>
                  <p:nvPr/>
                </p:nvSpPr>
                <p:spPr>
                  <a:xfrm>
                    <a:off x="2680046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8" name="Rectangle 107">
                    <a:extLst>
                      <a:ext uri="{FF2B5EF4-FFF2-40B4-BE49-F238E27FC236}">
                        <a16:creationId xmlns:a16="http://schemas.microsoft.com/office/drawing/2014/main" id="{0D53D4A3-9EB7-471B-A5E3-A0A0C9503E03}"/>
                      </a:ext>
                    </a:extLst>
                  </p:cNvPr>
                  <p:cNvSpPr/>
                  <p:nvPr/>
                </p:nvSpPr>
                <p:spPr>
                  <a:xfrm>
                    <a:off x="3528460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9" name="Rectangle 108">
                    <a:extLst>
                      <a:ext uri="{FF2B5EF4-FFF2-40B4-BE49-F238E27FC236}">
                        <a16:creationId xmlns:a16="http://schemas.microsoft.com/office/drawing/2014/main" id="{981C8AEC-3CFB-4686-A5AF-9CCA27BF1283}"/>
                      </a:ext>
                    </a:extLst>
                  </p:cNvPr>
                  <p:cNvSpPr/>
                  <p:nvPr/>
                </p:nvSpPr>
                <p:spPr>
                  <a:xfrm>
                    <a:off x="4376874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10" name="Rectangle 109">
                    <a:extLst>
                      <a:ext uri="{FF2B5EF4-FFF2-40B4-BE49-F238E27FC236}">
                        <a16:creationId xmlns:a16="http://schemas.microsoft.com/office/drawing/2014/main" id="{47CBE527-BBDF-4AA7-A60C-65780E4846C7}"/>
                      </a:ext>
                    </a:extLst>
                  </p:cNvPr>
                  <p:cNvSpPr/>
                  <p:nvPr/>
                </p:nvSpPr>
                <p:spPr>
                  <a:xfrm>
                    <a:off x="5225288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6F46EFCD-D525-435A-91BA-CEE2F56B971A}"/>
                    </a:ext>
                  </a:extLst>
                </p:cNvPr>
                <p:cNvGrpSpPr/>
                <p:nvPr/>
              </p:nvGrpSpPr>
              <p:grpSpPr>
                <a:xfrm>
                  <a:off x="752095" y="-23159"/>
                  <a:ext cx="3325301" cy="4642587"/>
                  <a:chOff x="752095" y="-23159"/>
                  <a:chExt cx="3325301" cy="4642587"/>
                </a:xfrm>
              </p:grpSpPr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77BFB324-82A5-4EEC-869C-06B0A780D38C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8212" y="813820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28B5B18B-ED1C-4C5E-A0E0-52EAAFB29D23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1386" y="1585991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A2AA4BB3-1085-46EA-98F9-2DD18AD2935D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2629754" y="1617207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72A4DC65-DDD1-47B4-AC9B-FAF4757BE35B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3425043" y="3310853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49B27FF0-9FAA-4D5E-A94C-A2A9D093C911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745137" y="2490438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918A07BA-421A-4BD5-AAED-26A0118207E1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3392450" y="2460249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76E43C4D-5472-4D99-B079-77868285C98E}"/>
                      </a:ext>
                    </a:extLst>
                  </p:cNvPr>
                  <p:cNvSpPr/>
                  <p:nvPr/>
                </p:nvSpPr>
                <p:spPr>
                  <a:xfrm>
                    <a:off x="758756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742E698E-6E94-43AA-8DC1-3A5D9DB91A6F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1661254" y="796081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EF11A7B8-0BF4-4A60-B031-38C2B6E12352}"/>
                      </a:ext>
                    </a:extLst>
                  </p:cNvPr>
                  <p:cNvSpPr/>
                  <p:nvPr/>
                </p:nvSpPr>
                <p:spPr>
                  <a:xfrm>
                    <a:off x="3310067" y="-23159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2439A8DD-A58E-4C19-A3DD-19E330CAE2A7}"/>
                      </a:ext>
                    </a:extLst>
                  </p:cNvPr>
                  <p:cNvSpPr/>
                  <p:nvPr/>
                </p:nvSpPr>
                <p:spPr>
                  <a:xfrm rot="19185010">
                    <a:off x="752095" y="3315060"/>
                    <a:ext cx="728206" cy="490394"/>
                  </a:xfrm>
                  <a:custGeom>
                    <a:avLst/>
                    <a:gdLst>
                      <a:gd name="connsiteX0" fmla="*/ 3922602 w 3922602"/>
                      <a:gd name="connsiteY0" fmla="*/ 1025189 h 2641584"/>
                      <a:gd name="connsiteX1" fmla="*/ 3922602 w 3922602"/>
                      <a:gd name="connsiteY1" fmla="*/ 1270868 h 2641584"/>
                      <a:gd name="connsiteX2" fmla="*/ 3570130 w 3922602"/>
                      <a:gd name="connsiteY2" fmla="*/ 1270868 h 2641584"/>
                      <a:gd name="connsiteX3" fmla="*/ 3570042 w 3922602"/>
                      <a:gd name="connsiteY3" fmla="*/ 1293605 h 2641584"/>
                      <a:gd name="connsiteX4" fmla="*/ 3341106 w 3922602"/>
                      <a:gd name="connsiteY4" fmla="*/ 1762875 h 2641584"/>
                      <a:gd name="connsiteX5" fmla="*/ 3271845 w 3922602"/>
                      <a:gd name="connsiteY5" fmla="*/ 1830987 h 2641584"/>
                      <a:gd name="connsiteX6" fmla="*/ 3271612 w 3922602"/>
                      <a:gd name="connsiteY6" fmla="*/ 1831476 h 2641584"/>
                      <a:gd name="connsiteX7" fmla="*/ 1936347 w 3922602"/>
                      <a:gd name="connsiteY7" fmla="*/ 2634914 h 2641584"/>
                      <a:gd name="connsiteX8" fmla="*/ 674674 w 3922602"/>
                      <a:gd name="connsiteY8" fmla="*/ 2258234 h 2641584"/>
                      <a:gd name="connsiteX9" fmla="*/ 580813 w 3922602"/>
                      <a:gd name="connsiteY9" fmla="*/ 2170007 h 2641584"/>
                      <a:gd name="connsiteX10" fmla="*/ 464286 w 3922602"/>
                      <a:gd name="connsiteY10" fmla="*/ 2108513 h 2641584"/>
                      <a:gd name="connsiteX11" fmla="*/ 2113 w 3922602"/>
                      <a:gd name="connsiteY11" fmla="*/ 1483441 h 2641584"/>
                      <a:gd name="connsiteX12" fmla="*/ 354776 w 3922602"/>
                      <a:gd name="connsiteY12" fmla="*/ 790659 h 2641584"/>
                      <a:gd name="connsiteX13" fmla="*/ 429374 w 3922602"/>
                      <a:gd name="connsiteY13" fmla="*/ 733787 h 2641584"/>
                      <a:gd name="connsiteX14" fmla="*/ 452999 w 3922602"/>
                      <a:gd name="connsiteY14" fmla="*/ 695168 h 2641584"/>
                      <a:gd name="connsiteX15" fmla="*/ 1717949 w 3922602"/>
                      <a:gd name="connsiteY15" fmla="*/ 6670 h 2641584"/>
                      <a:gd name="connsiteX16" fmla="*/ 3167511 w 3922602"/>
                      <a:gd name="connsiteY16" fmla="*/ 578699 h 2641584"/>
                      <a:gd name="connsiteX17" fmla="*/ 3194785 w 3922602"/>
                      <a:gd name="connsiteY17" fmla="*/ 617817 h 2641584"/>
                      <a:gd name="connsiteX18" fmla="*/ 3267517 w 3922602"/>
                      <a:gd name="connsiteY18" fmla="*/ 671238 h 2641584"/>
                      <a:gd name="connsiteX19" fmla="*/ 3516857 w 3922602"/>
                      <a:gd name="connsiteY19" fmla="*/ 981168 h 2641584"/>
                      <a:gd name="connsiteX20" fmla="*/ 3532427 w 3922602"/>
                      <a:gd name="connsiteY20" fmla="*/ 1025189 h 2641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3922602" h="2641584">
                        <a:moveTo>
                          <a:pt x="3922602" y="1025189"/>
                        </a:moveTo>
                        <a:lnTo>
                          <a:pt x="3922602" y="1270868"/>
                        </a:lnTo>
                        <a:lnTo>
                          <a:pt x="3570130" y="1270868"/>
                        </a:lnTo>
                        <a:lnTo>
                          <a:pt x="3570042" y="1293605"/>
                        </a:lnTo>
                        <a:cubicBezTo>
                          <a:pt x="3555055" y="1459214"/>
                          <a:pt x="3473858" y="1619043"/>
                          <a:pt x="3341106" y="1762875"/>
                        </a:cubicBezTo>
                        <a:lnTo>
                          <a:pt x="3271845" y="1830987"/>
                        </a:lnTo>
                        <a:lnTo>
                          <a:pt x="3271612" y="1831476"/>
                        </a:lnTo>
                        <a:cubicBezTo>
                          <a:pt x="3037497" y="2263404"/>
                          <a:pt x="2537610" y="2584951"/>
                          <a:pt x="1936347" y="2634914"/>
                        </a:cubicBezTo>
                        <a:cubicBezTo>
                          <a:pt x="1444405" y="2675793"/>
                          <a:pt x="989387" y="2526159"/>
                          <a:pt x="674674" y="2258234"/>
                        </a:cubicBezTo>
                        <a:lnTo>
                          <a:pt x="580813" y="2170007"/>
                        </a:lnTo>
                        <a:lnTo>
                          <a:pt x="464286" y="2108513"/>
                        </a:lnTo>
                        <a:cubicBezTo>
                          <a:pt x="194884" y="1950599"/>
                          <a:pt x="22912" y="1733740"/>
                          <a:pt x="2113" y="1483441"/>
                        </a:cubicBezTo>
                        <a:cubicBezTo>
                          <a:pt x="-18686" y="1233143"/>
                          <a:pt x="115134" y="990874"/>
                          <a:pt x="354776" y="790659"/>
                        </a:cubicBezTo>
                        <a:lnTo>
                          <a:pt x="429374" y="733787"/>
                        </a:lnTo>
                        <a:lnTo>
                          <a:pt x="452999" y="695168"/>
                        </a:lnTo>
                        <a:cubicBezTo>
                          <a:pt x="708525" y="321962"/>
                          <a:pt x="1171347" y="52091"/>
                          <a:pt x="1717949" y="6670"/>
                        </a:cubicBezTo>
                        <a:cubicBezTo>
                          <a:pt x="2319212" y="-43292"/>
                          <a:pt x="2865316" y="191337"/>
                          <a:pt x="3167511" y="578699"/>
                        </a:cubicBezTo>
                        <a:lnTo>
                          <a:pt x="3194785" y="617817"/>
                        </a:lnTo>
                        <a:lnTo>
                          <a:pt x="3267517" y="671238"/>
                        </a:lnTo>
                        <a:cubicBezTo>
                          <a:pt x="3380106" y="762241"/>
                          <a:pt x="3465459" y="866614"/>
                          <a:pt x="3516857" y="981168"/>
                        </a:cubicBezTo>
                        <a:lnTo>
                          <a:pt x="3532427" y="1025189"/>
                        </a:lnTo>
                        <a:close/>
                      </a:path>
                    </a:pathLst>
                  </a:cu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77" name="Freeform: Shape 376">
                    <a:extLst>
                      <a:ext uri="{FF2B5EF4-FFF2-40B4-BE49-F238E27FC236}">
                        <a16:creationId xmlns:a16="http://schemas.microsoft.com/office/drawing/2014/main" id="{E13E405B-15C7-4995-805A-44DF3255B602}"/>
                      </a:ext>
                    </a:extLst>
                  </p:cNvPr>
                  <p:cNvSpPr/>
                  <p:nvPr/>
                </p:nvSpPr>
                <p:spPr>
                  <a:xfrm>
                    <a:off x="2422519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</p:grp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E3DE539-EA65-499D-B202-6012938D44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632477" y="1362258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3C35F97B-069D-4D04-8A9E-381EDE05A648}"/>
                    </a:ext>
                  </a:extLst>
                </p:cNvPr>
                <p:cNvSpPr/>
                <p:nvPr/>
              </p:nvSpPr>
              <p:spPr>
                <a:xfrm>
                  <a:off x="-48660" y="-1107415"/>
                  <a:ext cx="5144357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spcBef>
                      <a:spcPts val="600"/>
                    </a:spcBef>
                  </a:pP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Some </a:t>
                  </a:r>
                  <a:r>
                    <a:rPr lang="pt-PT" sz="2400" b="1" dirty="0" err="1">
                      <a:solidFill>
                        <a:srgbClr val="385723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Melons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are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not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part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of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loop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</a:t>
                  </a:r>
                </a:p>
              </p:txBody>
            </p: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D2742DFC-1724-4641-8437-CCC80FDEC4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042937" y="1499450"/>
                  <a:ext cx="2645493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27930DC1-48BB-4B79-8980-4B4E5B8D83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73157" y="187664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DE0533F7-C99D-42B3-ADA1-654F181FD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647396" y="635167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623C716E-6CA7-4FEC-9225-B638820A16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38617" y="3509343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669C422C-1C2A-4B4E-B9BF-6B533DF101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70299" y="198980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38098335-85BE-4825-A0A0-AC2A0CEB77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8785" y="280201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89429EDE-B6FA-4BFF-8BB1-92136CBE8E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82236" y="4404469"/>
                  <a:ext cx="1740460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4" name="Multiplication Sign 73">
                  <a:extLst>
                    <a:ext uri="{FF2B5EF4-FFF2-40B4-BE49-F238E27FC236}">
                      <a16:creationId xmlns:a16="http://schemas.microsoft.com/office/drawing/2014/main" id="{5F15D63F-37DF-40BB-969D-E16071E640D3}"/>
                    </a:ext>
                  </a:extLst>
                </p:cNvPr>
                <p:cNvSpPr/>
                <p:nvPr/>
              </p:nvSpPr>
              <p:spPr>
                <a:xfrm>
                  <a:off x="2723366" y="-79504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75" name="Multiplication Sign 74">
                  <a:extLst>
                    <a:ext uri="{FF2B5EF4-FFF2-40B4-BE49-F238E27FC236}">
                      <a16:creationId xmlns:a16="http://schemas.microsoft.com/office/drawing/2014/main" id="{5D11DCF3-2881-4550-B5CE-6FC19F10766A}"/>
                    </a:ext>
                  </a:extLst>
                </p:cNvPr>
                <p:cNvSpPr/>
                <p:nvPr/>
              </p:nvSpPr>
              <p:spPr>
                <a:xfrm>
                  <a:off x="1531219" y="3686994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1" name="Rectangle 380">
                  <a:extLst>
                    <a:ext uri="{FF2B5EF4-FFF2-40B4-BE49-F238E27FC236}">
                      <a16:creationId xmlns:a16="http://schemas.microsoft.com/office/drawing/2014/main" id="{49AF5D0B-D1BF-47E1-8825-72C305CAA3D8}"/>
                    </a:ext>
                  </a:extLst>
                </p:cNvPr>
                <p:cNvSpPr/>
                <p:nvPr/>
              </p:nvSpPr>
              <p:spPr>
                <a:xfrm>
                  <a:off x="-48660" y="-738528"/>
                  <a:ext cx="5128327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>
                    <a:spcBef>
                      <a:spcPts val="600"/>
                    </a:spcBef>
                  </a:pP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One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loop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has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less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than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two</a:t>
                  </a:r>
                  <a:r>
                    <a:rPr lang="pt-PT" sz="2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b="1" dirty="0" err="1">
                      <a:solidFill>
                        <a:srgbClr val="385723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Melons</a:t>
                  </a:r>
                  <a:r>
                    <a:rPr lang="pt-PT" sz="2400" b="1" dirty="0">
                      <a:solidFill>
                        <a:srgbClr val="385723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.</a:t>
                  </a:r>
                  <a:endParaRPr lang="pt-PT" sz="2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9ACBB3DF-7377-4567-A0C8-15AB7104F340}"/>
                  </a:ext>
                </a:extLst>
              </p:cNvPr>
              <p:cNvGrpSpPr/>
              <p:nvPr/>
            </p:nvGrpSpPr>
            <p:grpSpPr>
              <a:xfrm>
                <a:off x="3653526" y="-1107415"/>
                <a:ext cx="5931825" cy="5724969"/>
                <a:chOff x="-1346069" y="-1105541"/>
                <a:chExt cx="5931825" cy="5724969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BD949769-95D7-4D95-A73F-26483F668CFA}"/>
                    </a:ext>
                  </a:extLst>
                </p:cNvPr>
                <p:cNvGrpSpPr/>
                <p:nvPr/>
              </p:nvGrpSpPr>
              <p:grpSpPr>
                <a:xfrm>
                  <a:off x="259534" y="187664"/>
                  <a:ext cx="4242070" cy="4216805"/>
                  <a:chOff x="1831632" y="-207902"/>
                  <a:chExt cx="4242070" cy="4216805"/>
                </a:xfrm>
              </p:grpSpPr>
              <p:sp>
                <p:nvSpPr>
                  <p:cNvPr id="138" name="Rectangle 137">
                    <a:extLst>
                      <a:ext uri="{FF2B5EF4-FFF2-40B4-BE49-F238E27FC236}">
                        <a16:creationId xmlns:a16="http://schemas.microsoft.com/office/drawing/2014/main" id="{B6C41BCD-1F18-474E-8457-989C0F146EE6}"/>
                      </a:ext>
                    </a:extLst>
                  </p:cNvPr>
                  <p:cNvSpPr/>
                  <p:nvPr/>
                </p:nvSpPr>
                <p:spPr>
                  <a:xfrm>
                    <a:off x="1831632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39" name="Rectangle 138">
                    <a:extLst>
                      <a:ext uri="{FF2B5EF4-FFF2-40B4-BE49-F238E27FC236}">
                        <a16:creationId xmlns:a16="http://schemas.microsoft.com/office/drawing/2014/main" id="{D01B27FA-6B4C-4E46-92C4-53E356C812D6}"/>
                      </a:ext>
                    </a:extLst>
                  </p:cNvPr>
                  <p:cNvSpPr/>
                  <p:nvPr/>
                </p:nvSpPr>
                <p:spPr>
                  <a:xfrm>
                    <a:off x="2680046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ADAE39D0-C882-4779-86BF-F44FBC12A824}"/>
                      </a:ext>
                    </a:extLst>
                  </p:cNvPr>
                  <p:cNvSpPr/>
                  <p:nvPr/>
                </p:nvSpPr>
                <p:spPr>
                  <a:xfrm>
                    <a:off x="1831632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A3B79DB9-69F3-475A-AEAA-6F8E287268C3}"/>
                      </a:ext>
                    </a:extLst>
                  </p:cNvPr>
                  <p:cNvSpPr/>
                  <p:nvPr/>
                </p:nvSpPr>
                <p:spPr>
                  <a:xfrm>
                    <a:off x="2680046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0A585CAF-404E-41A3-81E4-B278B0ED7800}"/>
                      </a:ext>
                    </a:extLst>
                  </p:cNvPr>
                  <p:cNvSpPr/>
                  <p:nvPr/>
                </p:nvSpPr>
                <p:spPr>
                  <a:xfrm>
                    <a:off x="3528460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3" name="Rectangle 142">
                    <a:extLst>
                      <a:ext uri="{FF2B5EF4-FFF2-40B4-BE49-F238E27FC236}">
                        <a16:creationId xmlns:a16="http://schemas.microsoft.com/office/drawing/2014/main" id="{3B1FDCB9-0B7B-4BC0-8BD4-B2B7DF869ED8}"/>
                      </a:ext>
                    </a:extLst>
                  </p:cNvPr>
                  <p:cNvSpPr/>
                  <p:nvPr/>
                </p:nvSpPr>
                <p:spPr>
                  <a:xfrm>
                    <a:off x="4376874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4" name="Rectangle 143">
                    <a:extLst>
                      <a:ext uri="{FF2B5EF4-FFF2-40B4-BE49-F238E27FC236}">
                        <a16:creationId xmlns:a16="http://schemas.microsoft.com/office/drawing/2014/main" id="{22A1ED06-E3F8-4F45-89C5-F376D9C5BCFD}"/>
                      </a:ext>
                    </a:extLst>
                  </p:cNvPr>
                  <p:cNvSpPr/>
                  <p:nvPr/>
                </p:nvSpPr>
                <p:spPr>
                  <a:xfrm>
                    <a:off x="3528460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093B1C30-1556-443C-8DF1-5660AAB7E663}"/>
                      </a:ext>
                    </a:extLst>
                  </p:cNvPr>
                  <p:cNvSpPr/>
                  <p:nvPr/>
                </p:nvSpPr>
                <p:spPr>
                  <a:xfrm>
                    <a:off x="4376874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7F420A9B-3A33-49D2-A963-D5948A453FF6}"/>
                      </a:ext>
                    </a:extLst>
                  </p:cNvPr>
                  <p:cNvSpPr/>
                  <p:nvPr/>
                </p:nvSpPr>
                <p:spPr>
                  <a:xfrm>
                    <a:off x="1831632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7" name="Rectangle 146">
                    <a:extLst>
                      <a:ext uri="{FF2B5EF4-FFF2-40B4-BE49-F238E27FC236}">
                        <a16:creationId xmlns:a16="http://schemas.microsoft.com/office/drawing/2014/main" id="{CFB09E8C-6BDC-4390-AD03-928BF047DF3D}"/>
                      </a:ext>
                    </a:extLst>
                  </p:cNvPr>
                  <p:cNvSpPr/>
                  <p:nvPr/>
                </p:nvSpPr>
                <p:spPr>
                  <a:xfrm>
                    <a:off x="2680046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8" name="Rectangle 147">
                    <a:extLst>
                      <a:ext uri="{FF2B5EF4-FFF2-40B4-BE49-F238E27FC236}">
                        <a16:creationId xmlns:a16="http://schemas.microsoft.com/office/drawing/2014/main" id="{2F2DFCA2-F39F-4282-B19C-BEC57CAD2B6F}"/>
                      </a:ext>
                    </a:extLst>
                  </p:cNvPr>
                  <p:cNvSpPr/>
                  <p:nvPr/>
                </p:nvSpPr>
                <p:spPr>
                  <a:xfrm>
                    <a:off x="1831632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9" name="Rectangle 148">
                    <a:extLst>
                      <a:ext uri="{FF2B5EF4-FFF2-40B4-BE49-F238E27FC236}">
                        <a16:creationId xmlns:a16="http://schemas.microsoft.com/office/drawing/2014/main" id="{4C8627B3-661C-4F5B-BABA-61D8F2D609E0}"/>
                      </a:ext>
                    </a:extLst>
                  </p:cNvPr>
                  <p:cNvSpPr/>
                  <p:nvPr/>
                </p:nvSpPr>
                <p:spPr>
                  <a:xfrm>
                    <a:off x="2680046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0" name="Rectangle 149">
                    <a:extLst>
                      <a:ext uri="{FF2B5EF4-FFF2-40B4-BE49-F238E27FC236}">
                        <a16:creationId xmlns:a16="http://schemas.microsoft.com/office/drawing/2014/main" id="{E680C0CF-9546-43C0-81FF-D0FF2DCA9CE2}"/>
                      </a:ext>
                    </a:extLst>
                  </p:cNvPr>
                  <p:cNvSpPr/>
                  <p:nvPr/>
                </p:nvSpPr>
                <p:spPr>
                  <a:xfrm>
                    <a:off x="3528460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1" name="Rectangle 150">
                    <a:extLst>
                      <a:ext uri="{FF2B5EF4-FFF2-40B4-BE49-F238E27FC236}">
                        <a16:creationId xmlns:a16="http://schemas.microsoft.com/office/drawing/2014/main" id="{B3458A2F-D2CD-4CC7-8AA1-A68857626566}"/>
                      </a:ext>
                    </a:extLst>
                  </p:cNvPr>
                  <p:cNvSpPr/>
                  <p:nvPr/>
                </p:nvSpPr>
                <p:spPr>
                  <a:xfrm>
                    <a:off x="4376874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2" name="Rectangle 151">
                    <a:extLst>
                      <a:ext uri="{FF2B5EF4-FFF2-40B4-BE49-F238E27FC236}">
                        <a16:creationId xmlns:a16="http://schemas.microsoft.com/office/drawing/2014/main" id="{4440D093-9F0F-43A5-86F5-F9A3CB39AC69}"/>
                      </a:ext>
                    </a:extLst>
                  </p:cNvPr>
                  <p:cNvSpPr/>
                  <p:nvPr/>
                </p:nvSpPr>
                <p:spPr>
                  <a:xfrm>
                    <a:off x="3528460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3" name="Rectangle 152">
                    <a:extLst>
                      <a:ext uri="{FF2B5EF4-FFF2-40B4-BE49-F238E27FC236}">
                        <a16:creationId xmlns:a16="http://schemas.microsoft.com/office/drawing/2014/main" id="{23E8E6AA-A1B5-43F1-A052-2625B753D273}"/>
                      </a:ext>
                    </a:extLst>
                  </p:cNvPr>
                  <p:cNvSpPr/>
                  <p:nvPr/>
                </p:nvSpPr>
                <p:spPr>
                  <a:xfrm>
                    <a:off x="4376874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4" name="Rectangle 153">
                    <a:extLst>
                      <a:ext uri="{FF2B5EF4-FFF2-40B4-BE49-F238E27FC236}">
                        <a16:creationId xmlns:a16="http://schemas.microsoft.com/office/drawing/2014/main" id="{C79D3E7D-CF53-4746-A5C2-87B6AC4E8626}"/>
                      </a:ext>
                    </a:extLst>
                  </p:cNvPr>
                  <p:cNvSpPr/>
                  <p:nvPr/>
                </p:nvSpPr>
                <p:spPr>
                  <a:xfrm>
                    <a:off x="5225288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5" name="Rectangle 154">
                    <a:extLst>
                      <a:ext uri="{FF2B5EF4-FFF2-40B4-BE49-F238E27FC236}">
                        <a16:creationId xmlns:a16="http://schemas.microsoft.com/office/drawing/2014/main" id="{3FDCE589-C3F5-421D-9946-E315E8638F8B}"/>
                      </a:ext>
                    </a:extLst>
                  </p:cNvPr>
                  <p:cNvSpPr/>
                  <p:nvPr/>
                </p:nvSpPr>
                <p:spPr>
                  <a:xfrm>
                    <a:off x="5225288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6" name="Rectangle 155">
                    <a:extLst>
                      <a:ext uri="{FF2B5EF4-FFF2-40B4-BE49-F238E27FC236}">
                        <a16:creationId xmlns:a16="http://schemas.microsoft.com/office/drawing/2014/main" id="{82A5E265-A488-431A-91D5-792D0CA32A82}"/>
                      </a:ext>
                    </a:extLst>
                  </p:cNvPr>
                  <p:cNvSpPr/>
                  <p:nvPr/>
                </p:nvSpPr>
                <p:spPr>
                  <a:xfrm>
                    <a:off x="5225288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7" name="Rectangle 156">
                    <a:extLst>
                      <a:ext uri="{FF2B5EF4-FFF2-40B4-BE49-F238E27FC236}">
                        <a16:creationId xmlns:a16="http://schemas.microsoft.com/office/drawing/2014/main" id="{16E87B01-AFCA-4523-9BD7-61A855C8FF4E}"/>
                      </a:ext>
                    </a:extLst>
                  </p:cNvPr>
                  <p:cNvSpPr/>
                  <p:nvPr/>
                </p:nvSpPr>
                <p:spPr>
                  <a:xfrm>
                    <a:off x="5225288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8" name="Rectangle 157">
                    <a:extLst>
                      <a:ext uri="{FF2B5EF4-FFF2-40B4-BE49-F238E27FC236}">
                        <a16:creationId xmlns:a16="http://schemas.microsoft.com/office/drawing/2014/main" id="{EA0F7E77-27DA-4A50-ABCD-3AB42BB941ED}"/>
                      </a:ext>
                    </a:extLst>
                  </p:cNvPr>
                  <p:cNvSpPr/>
                  <p:nvPr/>
                </p:nvSpPr>
                <p:spPr>
                  <a:xfrm>
                    <a:off x="1831632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59" name="Rectangle 158">
                    <a:extLst>
                      <a:ext uri="{FF2B5EF4-FFF2-40B4-BE49-F238E27FC236}">
                        <a16:creationId xmlns:a16="http://schemas.microsoft.com/office/drawing/2014/main" id="{5AEAFD62-2070-4B22-95BD-5F9EF5AF9D6D}"/>
                      </a:ext>
                    </a:extLst>
                  </p:cNvPr>
                  <p:cNvSpPr/>
                  <p:nvPr/>
                </p:nvSpPr>
                <p:spPr>
                  <a:xfrm>
                    <a:off x="2680046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60" name="Rectangle 159">
                    <a:extLst>
                      <a:ext uri="{FF2B5EF4-FFF2-40B4-BE49-F238E27FC236}">
                        <a16:creationId xmlns:a16="http://schemas.microsoft.com/office/drawing/2014/main" id="{E69C1C7C-DA79-4A86-A467-6397E4FF8FEC}"/>
                      </a:ext>
                    </a:extLst>
                  </p:cNvPr>
                  <p:cNvSpPr/>
                  <p:nvPr/>
                </p:nvSpPr>
                <p:spPr>
                  <a:xfrm>
                    <a:off x="3528460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61" name="Rectangle 160">
                    <a:extLst>
                      <a:ext uri="{FF2B5EF4-FFF2-40B4-BE49-F238E27FC236}">
                        <a16:creationId xmlns:a16="http://schemas.microsoft.com/office/drawing/2014/main" id="{CA2B0188-0D17-4EC0-9E95-7547C58E03C6}"/>
                      </a:ext>
                    </a:extLst>
                  </p:cNvPr>
                  <p:cNvSpPr/>
                  <p:nvPr/>
                </p:nvSpPr>
                <p:spPr>
                  <a:xfrm>
                    <a:off x="4376874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62" name="Rectangle 161">
                    <a:extLst>
                      <a:ext uri="{FF2B5EF4-FFF2-40B4-BE49-F238E27FC236}">
                        <a16:creationId xmlns:a16="http://schemas.microsoft.com/office/drawing/2014/main" id="{02F8ABFA-4CD5-465A-A39E-A6F43FC7E2D0}"/>
                      </a:ext>
                    </a:extLst>
                  </p:cNvPr>
                  <p:cNvSpPr/>
                  <p:nvPr/>
                </p:nvSpPr>
                <p:spPr>
                  <a:xfrm>
                    <a:off x="5225288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D8005269-CDC5-4380-8477-1B32866D81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736669" y="2320584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AC9228E4-54D5-463B-9390-DAEA6B7612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1934" y="4437495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44706D90-808E-428A-99BE-E5EFCFA093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676454" y="143572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7226EA7C-17CB-4494-A36F-E20B164936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093919" y="190534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2B3D4549-5427-4B3B-BD84-FE9B800D02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972962" y="273648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E0AF50B9-DE9D-4F6C-97F7-E36058F464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04776" y="353061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308C38-BE36-4C94-8D82-09E45CED6F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3321" y="273630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958B5C6C-9D47-4834-B9DA-51B96C900D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804826" y="2732906"/>
                  <a:ext cx="3445081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72E44685-7BE5-4577-96DF-71059C2088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285062" y="248178"/>
                  <a:ext cx="3445081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2BB5AA7C-C434-4FB5-96AB-FDB3C5A077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3271137" y="663433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39E125F2-AC8B-4FDF-A73D-5209D60E99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693731" y="1065487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3E5E2C74-3308-4552-A0A3-8B1EC47C1880}"/>
                    </a:ext>
                  </a:extLst>
                </p:cNvPr>
                <p:cNvSpPr/>
                <p:nvPr/>
              </p:nvSpPr>
              <p:spPr>
                <a:xfrm>
                  <a:off x="249066" y="-1105541"/>
                  <a:ext cx="4326826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>
                    <a:lnSpc>
                      <a:spcPct val="100000"/>
                    </a:lnSpc>
                    <a:spcBef>
                      <a:spcPts val="600"/>
                    </a:spcBef>
                  </a:pP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Not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all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b="1" i="1" dirty="0" err="1">
                      <a:solidFill>
                        <a:srgbClr val="660066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Grapes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are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connected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</a:t>
                  </a:r>
                </a:p>
              </p:txBody>
            </p:sp>
            <p:sp>
              <p:nvSpPr>
                <p:cNvPr id="125" name="Multiplication Sign 124">
                  <a:extLst>
                    <a:ext uri="{FF2B5EF4-FFF2-40B4-BE49-F238E27FC236}">
                      <a16:creationId xmlns:a16="http://schemas.microsoft.com/office/drawing/2014/main" id="{F4744DCF-EA20-43A9-938F-52306ACABC5B}"/>
                    </a:ext>
                  </a:extLst>
                </p:cNvPr>
                <p:cNvSpPr/>
                <p:nvPr/>
              </p:nvSpPr>
              <p:spPr>
                <a:xfrm>
                  <a:off x="3381709" y="1757268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grpSp>
              <p:nvGrpSpPr>
                <p:cNvPr id="126" name="Group 125">
                  <a:extLst>
                    <a:ext uri="{FF2B5EF4-FFF2-40B4-BE49-F238E27FC236}">
                      <a16:creationId xmlns:a16="http://schemas.microsoft.com/office/drawing/2014/main" id="{4C709DA4-A285-4AD7-BE2A-89C8C7426618}"/>
                    </a:ext>
                  </a:extLst>
                </p:cNvPr>
                <p:cNvGrpSpPr/>
                <p:nvPr/>
              </p:nvGrpSpPr>
              <p:grpSpPr>
                <a:xfrm>
                  <a:off x="752095" y="-23159"/>
                  <a:ext cx="3325301" cy="4642587"/>
                  <a:chOff x="752095" y="-23159"/>
                  <a:chExt cx="3325301" cy="4642587"/>
                </a:xfrm>
              </p:grpSpPr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A6546F8E-9573-419E-9CE3-D9C236ABD5EB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8212" y="813820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986E2D20-D5A2-49B3-8DC0-11CA38AC612A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1386" y="1585991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1B61A4AB-5D13-46DD-861C-C904A6A62936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2629754" y="1617207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5660BB48-6FC4-4E64-8B5E-93F02249225D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3425043" y="3310853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B3C2C6FC-1201-4A1A-AE41-2F9A3D3065E7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745137" y="2490438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1DAF02E8-7B25-4DCF-B5B6-18C798632C56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3392450" y="2460249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E43D6F11-06DF-4407-8715-446046131822}"/>
                      </a:ext>
                    </a:extLst>
                  </p:cNvPr>
                  <p:cNvSpPr/>
                  <p:nvPr/>
                </p:nvSpPr>
                <p:spPr>
                  <a:xfrm>
                    <a:off x="758756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7962317E-70A5-48F4-8085-EC515A6D6E64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1661254" y="796081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3E64EB7E-A17A-4AF0-A75E-4858C82557AF}"/>
                      </a:ext>
                    </a:extLst>
                  </p:cNvPr>
                  <p:cNvSpPr/>
                  <p:nvPr/>
                </p:nvSpPr>
                <p:spPr>
                  <a:xfrm>
                    <a:off x="3310067" y="-23159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3235931-4563-4189-A85D-77E919EECD1A}"/>
                      </a:ext>
                    </a:extLst>
                  </p:cNvPr>
                  <p:cNvSpPr/>
                  <p:nvPr/>
                </p:nvSpPr>
                <p:spPr>
                  <a:xfrm rot="19185010">
                    <a:off x="752095" y="3315060"/>
                    <a:ext cx="728206" cy="490394"/>
                  </a:xfrm>
                  <a:custGeom>
                    <a:avLst/>
                    <a:gdLst>
                      <a:gd name="connsiteX0" fmla="*/ 3922602 w 3922602"/>
                      <a:gd name="connsiteY0" fmla="*/ 1025189 h 2641584"/>
                      <a:gd name="connsiteX1" fmla="*/ 3922602 w 3922602"/>
                      <a:gd name="connsiteY1" fmla="*/ 1270868 h 2641584"/>
                      <a:gd name="connsiteX2" fmla="*/ 3570130 w 3922602"/>
                      <a:gd name="connsiteY2" fmla="*/ 1270868 h 2641584"/>
                      <a:gd name="connsiteX3" fmla="*/ 3570042 w 3922602"/>
                      <a:gd name="connsiteY3" fmla="*/ 1293605 h 2641584"/>
                      <a:gd name="connsiteX4" fmla="*/ 3341106 w 3922602"/>
                      <a:gd name="connsiteY4" fmla="*/ 1762875 h 2641584"/>
                      <a:gd name="connsiteX5" fmla="*/ 3271845 w 3922602"/>
                      <a:gd name="connsiteY5" fmla="*/ 1830987 h 2641584"/>
                      <a:gd name="connsiteX6" fmla="*/ 3271612 w 3922602"/>
                      <a:gd name="connsiteY6" fmla="*/ 1831476 h 2641584"/>
                      <a:gd name="connsiteX7" fmla="*/ 1936347 w 3922602"/>
                      <a:gd name="connsiteY7" fmla="*/ 2634914 h 2641584"/>
                      <a:gd name="connsiteX8" fmla="*/ 674674 w 3922602"/>
                      <a:gd name="connsiteY8" fmla="*/ 2258234 h 2641584"/>
                      <a:gd name="connsiteX9" fmla="*/ 580813 w 3922602"/>
                      <a:gd name="connsiteY9" fmla="*/ 2170007 h 2641584"/>
                      <a:gd name="connsiteX10" fmla="*/ 464286 w 3922602"/>
                      <a:gd name="connsiteY10" fmla="*/ 2108513 h 2641584"/>
                      <a:gd name="connsiteX11" fmla="*/ 2113 w 3922602"/>
                      <a:gd name="connsiteY11" fmla="*/ 1483441 h 2641584"/>
                      <a:gd name="connsiteX12" fmla="*/ 354776 w 3922602"/>
                      <a:gd name="connsiteY12" fmla="*/ 790659 h 2641584"/>
                      <a:gd name="connsiteX13" fmla="*/ 429374 w 3922602"/>
                      <a:gd name="connsiteY13" fmla="*/ 733787 h 2641584"/>
                      <a:gd name="connsiteX14" fmla="*/ 452999 w 3922602"/>
                      <a:gd name="connsiteY14" fmla="*/ 695168 h 2641584"/>
                      <a:gd name="connsiteX15" fmla="*/ 1717949 w 3922602"/>
                      <a:gd name="connsiteY15" fmla="*/ 6670 h 2641584"/>
                      <a:gd name="connsiteX16" fmla="*/ 3167511 w 3922602"/>
                      <a:gd name="connsiteY16" fmla="*/ 578699 h 2641584"/>
                      <a:gd name="connsiteX17" fmla="*/ 3194785 w 3922602"/>
                      <a:gd name="connsiteY17" fmla="*/ 617817 h 2641584"/>
                      <a:gd name="connsiteX18" fmla="*/ 3267517 w 3922602"/>
                      <a:gd name="connsiteY18" fmla="*/ 671238 h 2641584"/>
                      <a:gd name="connsiteX19" fmla="*/ 3516857 w 3922602"/>
                      <a:gd name="connsiteY19" fmla="*/ 981168 h 2641584"/>
                      <a:gd name="connsiteX20" fmla="*/ 3532427 w 3922602"/>
                      <a:gd name="connsiteY20" fmla="*/ 1025189 h 2641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3922602" h="2641584">
                        <a:moveTo>
                          <a:pt x="3922602" y="1025189"/>
                        </a:moveTo>
                        <a:lnTo>
                          <a:pt x="3922602" y="1270868"/>
                        </a:lnTo>
                        <a:lnTo>
                          <a:pt x="3570130" y="1270868"/>
                        </a:lnTo>
                        <a:lnTo>
                          <a:pt x="3570042" y="1293605"/>
                        </a:lnTo>
                        <a:cubicBezTo>
                          <a:pt x="3555055" y="1459214"/>
                          <a:pt x="3473858" y="1619043"/>
                          <a:pt x="3341106" y="1762875"/>
                        </a:cubicBezTo>
                        <a:lnTo>
                          <a:pt x="3271845" y="1830987"/>
                        </a:lnTo>
                        <a:lnTo>
                          <a:pt x="3271612" y="1831476"/>
                        </a:lnTo>
                        <a:cubicBezTo>
                          <a:pt x="3037497" y="2263404"/>
                          <a:pt x="2537610" y="2584951"/>
                          <a:pt x="1936347" y="2634914"/>
                        </a:cubicBezTo>
                        <a:cubicBezTo>
                          <a:pt x="1444405" y="2675793"/>
                          <a:pt x="989387" y="2526159"/>
                          <a:pt x="674674" y="2258234"/>
                        </a:cubicBezTo>
                        <a:lnTo>
                          <a:pt x="580813" y="2170007"/>
                        </a:lnTo>
                        <a:lnTo>
                          <a:pt x="464286" y="2108513"/>
                        </a:lnTo>
                        <a:cubicBezTo>
                          <a:pt x="194884" y="1950599"/>
                          <a:pt x="22912" y="1733740"/>
                          <a:pt x="2113" y="1483441"/>
                        </a:cubicBezTo>
                        <a:cubicBezTo>
                          <a:pt x="-18686" y="1233143"/>
                          <a:pt x="115134" y="990874"/>
                          <a:pt x="354776" y="790659"/>
                        </a:cubicBezTo>
                        <a:lnTo>
                          <a:pt x="429374" y="733787"/>
                        </a:lnTo>
                        <a:lnTo>
                          <a:pt x="452999" y="695168"/>
                        </a:lnTo>
                        <a:cubicBezTo>
                          <a:pt x="708525" y="321962"/>
                          <a:pt x="1171347" y="52091"/>
                          <a:pt x="1717949" y="6670"/>
                        </a:cubicBezTo>
                        <a:cubicBezTo>
                          <a:pt x="2319212" y="-43292"/>
                          <a:pt x="2865316" y="191337"/>
                          <a:pt x="3167511" y="578699"/>
                        </a:cubicBezTo>
                        <a:lnTo>
                          <a:pt x="3194785" y="617817"/>
                        </a:lnTo>
                        <a:lnTo>
                          <a:pt x="3267517" y="671238"/>
                        </a:lnTo>
                        <a:cubicBezTo>
                          <a:pt x="3380106" y="762241"/>
                          <a:pt x="3465459" y="866614"/>
                          <a:pt x="3516857" y="981168"/>
                        </a:cubicBezTo>
                        <a:lnTo>
                          <a:pt x="3532427" y="1025189"/>
                        </a:lnTo>
                        <a:close/>
                      </a:path>
                    </a:pathLst>
                  </a:cu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4" name="Freeform: Shape 393">
                    <a:extLst>
                      <a:ext uri="{FF2B5EF4-FFF2-40B4-BE49-F238E27FC236}">
                        <a16:creationId xmlns:a16="http://schemas.microsoft.com/office/drawing/2014/main" id="{DD404E3B-81CE-48FE-8E7C-890B82A21D55}"/>
                      </a:ext>
                    </a:extLst>
                  </p:cNvPr>
                  <p:cNvSpPr/>
                  <p:nvPr/>
                </p:nvSpPr>
                <p:spPr>
                  <a:xfrm>
                    <a:off x="2435573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</p:grpSp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0D0B6FC-458A-4053-BAE0-4BDBDAD95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-1346069" y="1065487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9" name="Straight Connector 378">
                  <a:extLst>
                    <a:ext uri="{FF2B5EF4-FFF2-40B4-BE49-F238E27FC236}">
                      <a16:creationId xmlns:a16="http://schemas.microsoft.com/office/drawing/2014/main" id="{81F0C705-6C69-45AC-AAC2-009274DC3E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950218" y="66343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B40CE125-A496-419C-B958-D23FA2FD06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767205" y="663435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3" name="Straight Connector 382">
                  <a:extLst>
                    <a:ext uri="{FF2B5EF4-FFF2-40B4-BE49-F238E27FC236}">
                      <a16:creationId xmlns:a16="http://schemas.microsoft.com/office/drawing/2014/main" id="{31E238A7-3497-49F5-AD51-B7DF9A1EE5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387988" y="273648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7FEE190C-17C9-455B-BB1B-A53F2CD53DFD}"/>
                  </a:ext>
                </a:extLst>
              </p:cNvPr>
              <p:cNvGrpSpPr/>
              <p:nvPr/>
            </p:nvGrpSpPr>
            <p:grpSpPr>
              <a:xfrm>
                <a:off x="-477130" y="5146489"/>
                <a:ext cx="5078699" cy="5746155"/>
                <a:chOff x="-352236" y="-1126727"/>
                <a:chExt cx="5078699" cy="5746155"/>
              </a:xfrm>
            </p:grpSpPr>
            <p:grpSp>
              <p:nvGrpSpPr>
                <p:cNvPr id="164" name="Group 163">
                  <a:extLst>
                    <a:ext uri="{FF2B5EF4-FFF2-40B4-BE49-F238E27FC236}">
                      <a16:creationId xmlns:a16="http://schemas.microsoft.com/office/drawing/2014/main" id="{56E837F0-7DED-4E3D-9F40-F46983C6C284}"/>
                    </a:ext>
                  </a:extLst>
                </p:cNvPr>
                <p:cNvGrpSpPr/>
                <p:nvPr/>
              </p:nvGrpSpPr>
              <p:grpSpPr>
                <a:xfrm>
                  <a:off x="259534" y="187664"/>
                  <a:ext cx="4242070" cy="4216805"/>
                  <a:chOff x="1831632" y="-207902"/>
                  <a:chExt cx="4242070" cy="4216805"/>
                </a:xfrm>
              </p:grpSpPr>
              <p:sp>
                <p:nvSpPr>
                  <p:cNvPr id="188" name="Rectangle 187">
                    <a:extLst>
                      <a:ext uri="{FF2B5EF4-FFF2-40B4-BE49-F238E27FC236}">
                        <a16:creationId xmlns:a16="http://schemas.microsoft.com/office/drawing/2014/main" id="{8FD46CEE-2352-4550-B756-37547C1105A3}"/>
                      </a:ext>
                    </a:extLst>
                  </p:cNvPr>
                  <p:cNvSpPr/>
                  <p:nvPr/>
                </p:nvSpPr>
                <p:spPr>
                  <a:xfrm>
                    <a:off x="1831632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89" name="Rectangle 188">
                    <a:extLst>
                      <a:ext uri="{FF2B5EF4-FFF2-40B4-BE49-F238E27FC236}">
                        <a16:creationId xmlns:a16="http://schemas.microsoft.com/office/drawing/2014/main" id="{7A005508-1AE2-4EDF-A934-95AC6F2D85DA}"/>
                      </a:ext>
                    </a:extLst>
                  </p:cNvPr>
                  <p:cNvSpPr/>
                  <p:nvPr/>
                </p:nvSpPr>
                <p:spPr>
                  <a:xfrm>
                    <a:off x="2680046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0" name="Rectangle 189">
                    <a:extLst>
                      <a:ext uri="{FF2B5EF4-FFF2-40B4-BE49-F238E27FC236}">
                        <a16:creationId xmlns:a16="http://schemas.microsoft.com/office/drawing/2014/main" id="{CD204317-49EC-4F77-9581-F6F2C4AACD2C}"/>
                      </a:ext>
                    </a:extLst>
                  </p:cNvPr>
                  <p:cNvSpPr/>
                  <p:nvPr/>
                </p:nvSpPr>
                <p:spPr>
                  <a:xfrm>
                    <a:off x="1831632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1" name="Rectangle 190">
                    <a:extLst>
                      <a:ext uri="{FF2B5EF4-FFF2-40B4-BE49-F238E27FC236}">
                        <a16:creationId xmlns:a16="http://schemas.microsoft.com/office/drawing/2014/main" id="{858A74F9-4409-4540-BA89-13BF6A362741}"/>
                      </a:ext>
                    </a:extLst>
                  </p:cNvPr>
                  <p:cNvSpPr/>
                  <p:nvPr/>
                </p:nvSpPr>
                <p:spPr>
                  <a:xfrm>
                    <a:off x="2680046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2" name="Rectangle 191">
                    <a:extLst>
                      <a:ext uri="{FF2B5EF4-FFF2-40B4-BE49-F238E27FC236}">
                        <a16:creationId xmlns:a16="http://schemas.microsoft.com/office/drawing/2014/main" id="{BA2948AD-3176-4E8E-93EC-493E74C2B2DE}"/>
                      </a:ext>
                    </a:extLst>
                  </p:cNvPr>
                  <p:cNvSpPr/>
                  <p:nvPr/>
                </p:nvSpPr>
                <p:spPr>
                  <a:xfrm>
                    <a:off x="3528460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3" name="Rectangle 192">
                    <a:extLst>
                      <a:ext uri="{FF2B5EF4-FFF2-40B4-BE49-F238E27FC236}">
                        <a16:creationId xmlns:a16="http://schemas.microsoft.com/office/drawing/2014/main" id="{B387A3D9-8257-440E-BBA4-17F3B0A3C50C}"/>
                      </a:ext>
                    </a:extLst>
                  </p:cNvPr>
                  <p:cNvSpPr/>
                  <p:nvPr/>
                </p:nvSpPr>
                <p:spPr>
                  <a:xfrm>
                    <a:off x="4376874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4" name="Rectangle 193">
                    <a:extLst>
                      <a:ext uri="{FF2B5EF4-FFF2-40B4-BE49-F238E27FC236}">
                        <a16:creationId xmlns:a16="http://schemas.microsoft.com/office/drawing/2014/main" id="{93925C2F-40CD-440E-8A69-BA712D15F32E}"/>
                      </a:ext>
                    </a:extLst>
                  </p:cNvPr>
                  <p:cNvSpPr/>
                  <p:nvPr/>
                </p:nvSpPr>
                <p:spPr>
                  <a:xfrm>
                    <a:off x="3528460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50D0949A-D773-48FA-A543-4678158B1611}"/>
                      </a:ext>
                    </a:extLst>
                  </p:cNvPr>
                  <p:cNvSpPr/>
                  <p:nvPr/>
                </p:nvSpPr>
                <p:spPr>
                  <a:xfrm>
                    <a:off x="4376874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6" name="Rectangle 195">
                    <a:extLst>
                      <a:ext uri="{FF2B5EF4-FFF2-40B4-BE49-F238E27FC236}">
                        <a16:creationId xmlns:a16="http://schemas.microsoft.com/office/drawing/2014/main" id="{F09256BE-DDA1-413C-8DC3-FBDB85ECCFD0}"/>
                      </a:ext>
                    </a:extLst>
                  </p:cNvPr>
                  <p:cNvSpPr/>
                  <p:nvPr/>
                </p:nvSpPr>
                <p:spPr>
                  <a:xfrm>
                    <a:off x="1831632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C5371DAB-AB9E-4E61-96A4-A8F45720FA42}"/>
                      </a:ext>
                    </a:extLst>
                  </p:cNvPr>
                  <p:cNvSpPr/>
                  <p:nvPr/>
                </p:nvSpPr>
                <p:spPr>
                  <a:xfrm>
                    <a:off x="2680046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8" name="Rectangle 197">
                    <a:extLst>
                      <a:ext uri="{FF2B5EF4-FFF2-40B4-BE49-F238E27FC236}">
                        <a16:creationId xmlns:a16="http://schemas.microsoft.com/office/drawing/2014/main" id="{E175FF63-F17E-4730-B195-883F6533FA5D}"/>
                      </a:ext>
                    </a:extLst>
                  </p:cNvPr>
                  <p:cNvSpPr/>
                  <p:nvPr/>
                </p:nvSpPr>
                <p:spPr>
                  <a:xfrm>
                    <a:off x="1831632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E880A708-1D30-4BAE-B013-21EB8E287D77}"/>
                      </a:ext>
                    </a:extLst>
                  </p:cNvPr>
                  <p:cNvSpPr/>
                  <p:nvPr/>
                </p:nvSpPr>
                <p:spPr>
                  <a:xfrm>
                    <a:off x="2680046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0" name="Rectangle 199">
                    <a:extLst>
                      <a:ext uri="{FF2B5EF4-FFF2-40B4-BE49-F238E27FC236}">
                        <a16:creationId xmlns:a16="http://schemas.microsoft.com/office/drawing/2014/main" id="{60FFE462-42AF-4953-8BA8-9DA1BB455D76}"/>
                      </a:ext>
                    </a:extLst>
                  </p:cNvPr>
                  <p:cNvSpPr/>
                  <p:nvPr/>
                </p:nvSpPr>
                <p:spPr>
                  <a:xfrm>
                    <a:off x="3528460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D5222C33-C188-47DC-B45C-82F68BC5F9EB}"/>
                      </a:ext>
                    </a:extLst>
                  </p:cNvPr>
                  <p:cNvSpPr/>
                  <p:nvPr/>
                </p:nvSpPr>
                <p:spPr>
                  <a:xfrm>
                    <a:off x="4376874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2" name="Rectangle 201">
                    <a:extLst>
                      <a:ext uri="{FF2B5EF4-FFF2-40B4-BE49-F238E27FC236}">
                        <a16:creationId xmlns:a16="http://schemas.microsoft.com/office/drawing/2014/main" id="{908D0471-B268-4D2E-8DD1-5C3569FBEEC6}"/>
                      </a:ext>
                    </a:extLst>
                  </p:cNvPr>
                  <p:cNvSpPr/>
                  <p:nvPr/>
                </p:nvSpPr>
                <p:spPr>
                  <a:xfrm>
                    <a:off x="3528460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3" name="Rectangle 202">
                    <a:extLst>
                      <a:ext uri="{FF2B5EF4-FFF2-40B4-BE49-F238E27FC236}">
                        <a16:creationId xmlns:a16="http://schemas.microsoft.com/office/drawing/2014/main" id="{31807DE4-4A2A-45F1-8CAA-F074DC9B0A22}"/>
                      </a:ext>
                    </a:extLst>
                  </p:cNvPr>
                  <p:cNvSpPr/>
                  <p:nvPr/>
                </p:nvSpPr>
                <p:spPr>
                  <a:xfrm>
                    <a:off x="4376874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4" name="Rectangle 203">
                    <a:extLst>
                      <a:ext uri="{FF2B5EF4-FFF2-40B4-BE49-F238E27FC236}">
                        <a16:creationId xmlns:a16="http://schemas.microsoft.com/office/drawing/2014/main" id="{8C8A9A86-5F50-4B2E-A11B-FA013893B078}"/>
                      </a:ext>
                    </a:extLst>
                  </p:cNvPr>
                  <p:cNvSpPr/>
                  <p:nvPr/>
                </p:nvSpPr>
                <p:spPr>
                  <a:xfrm>
                    <a:off x="5225288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5" name="Rectangle 204">
                    <a:extLst>
                      <a:ext uri="{FF2B5EF4-FFF2-40B4-BE49-F238E27FC236}">
                        <a16:creationId xmlns:a16="http://schemas.microsoft.com/office/drawing/2014/main" id="{FD561E9F-F3CE-4982-84CD-BB986B0C0727}"/>
                      </a:ext>
                    </a:extLst>
                  </p:cNvPr>
                  <p:cNvSpPr/>
                  <p:nvPr/>
                </p:nvSpPr>
                <p:spPr>
                  <a:xfrm>
                    <a:off x="5225288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14FA2022-E0B2-4D19-B6F8-41A87FC312F3}"/>
                      </a:ext>
                    </a:extLst>
                  </p:cNvPr>
                  <p:cNvSpPr/>
                  <p:nvPr/>
                </p:nvSpPr>
                <p:spPr>
                  <a:xfrm>
                    <a:off x="5225288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7" name="Rectangle 206">
                    <a:extLst>
                      <a:ext uri="{FF2B5EF4-FFF2-40B4-BE49-F238E27FC236}">
                        <a16:creationId xmlns:a16="http://schemas.microsoft.com/office/drawing/2014/main" id="{694C2257-1707-433D-855D-6244BA4A0D93}"/>
                      </a:ext>
                    </a:extLst>
                  </p:cNvPr>
                  <p:cNvSpPr/>
                  <p:nvPr/>
                </p:nvSpPr>
                <p:spPr>
                  <a:xfrm>
                    <a:off x="5225288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FBFDDC68-5ACA-4490-952B-04FA0D6647BD}"/>
                      </a:ext>
                    </a:extLst>
                  </p:cNvPr>
                  <p:cNvSpPr/>
                  <p:nvPr/>
                </p:nvSpPr>
                <p:spPr>
                  <a:xfrm>
                    <a:off x="1831632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09" name="Rectangle 208">
                    <a:extLst>
                      <a:ext uri="{FF2B5EF4-FFF2-40B4-BE49-F238E27FC236}">
                        <a16:creationId xmlns:a16="http://schemas.microsoft.com/office/drawing/2014/main" id="{A11DAF25-085A-4643-8909-14FB74431706}"/>
                      </a:ext>
                    </a:extLst>
                  </p:cNvPr>
                  <p:cNvSpPr/>
                  <p:nvPr/>
                </p:nvSpPr>
                <p:spPr>
                  <a:xfrm>
                    <a:off x="2680046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10" name="Rectangle 209">
                    <a:extLst>
                      <a:ext uri="{FF2B5EF4-FFF2-40B4-BE49-F238E27FC236}">
                        <a16:creationId xmlns:a16="http://schemas.microsoft.com/office/drawing/2014/main" id="{353D93E8-DB72-4A1C-A114-143381859741}"/>
                      </a:ext>
                    </a:extLst>
                  </p:cNvPr>
                  <p:cNvSpPr/>
                  <p:nvPr/>
                </p:nvSpPr>
                <p:spPr>
                  <a:xfrm>
                    <a:off x="3528460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11" name="Rectangle 210">
                    <a:extLst>
                      <a:ext uri="{FF2B5EF4-FFF2-40B4-BE49-F238E27FC236}">
                        <a16:creationId xmlns:a16="http://schemas.microsoft.com/office/drawing/2014/main" id="{1E2CE447-3FA4-4FC4-B4FC-F56BD28907CC}"/>
                      </a:ext>
                    </a:extLst>
                  </p:cNvPr>
                  <p:cNvSpPr/>
                  <p:nvPr/>
                </p:nvSpPr>
                <p:spPr>
                  <a:xfrm>
                    <a:off x="4376874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12" name="Rectangle 211">
                    <a:extLst>
                      <a:ext uri="{FF2B5EF4-FFF2-40B4-BE49-F238E27FC236}">
                        <a16:creationId xmlns:a16="http://schemas.microsoft.com/office/drawing/2014/main" id="{C22F28E4-E9B4-4C53-BDB0-7ADB18BDB4BE}"/>
                      </a:ext>
                    </a:extLst>
                  </p:cNvPr>
                  <p:cNvSpPr/>
                  <p:nvPr/>
                </p:nvSpPr>
                <p:spPr>
                  <a:xfrm>
                    <a:off x="5225288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165" name="Rectangle 164">
                  <a:extLst>
                    <a:ext uri="{FF2B5EF4-FFF2-40B4-BE49-F238E27FC236}">
                      <a16:creationId xmlns:a16="http://schemas.microsoft.com/office/drawing/2014/main" id="{F204ACAA-611E-4AE1-AA27-445C6A01254F}"/>
                    </a:ext>
                  </a:extLst>
                </p:cNvPr>
                <p:cNvSpPr/>
                <p:nvPr/>
              </p:nvSpPr>
              <p:spPr>
                <a:xfrm>
                  <a:off x="-352236" y="-1126727"/>
                  <a:ext cx="5078699" cy="135421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>
                    <a:lnSpc>
                      <a:spcPct val="100000"/>
                    </a:lnSpc>
                    <a:spcBef>
                      <a:spcPts val="600"/>
                    </a:spcBef>
                  </a:pP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One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b="1" i="1" dirty="0">
                      <a:solidFill>
                        <a:srgbClr val="C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Cherry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is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disconnected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</a:t>
                  </a:r>
                </a:p>
                <a:p>
                  <a:pPr algn="r">
                    <a:spcBef>
                      <a:spcPts val="600"/>
                    </a:spcBef>
                  </a:pP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More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than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2 </a:t>
                  </a:r>
                  <a:r>
                    <a:rPr lang="pt-PT" sz="2400" b="1" i="1" dirty="0" err="1">
                      <a:solidFill>
                        <a:srgbClr val="C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Cherries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form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group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</a:t>
                  </a:r>
                </a:p>
                <a:p>
                  <a:pPr algn="r">
                    <a:lnSpc>
                      <a:spcPct val="100000"/>
                    </a:lnSpc>
                    <a:spcBef>
                      <a:spcPts val="600"/>
                    </a:spcBef>
                  </a:pPr>
                  <a:endParaRPr lang="pt-PT" sz="2400" i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" name="Multiplication Sign 165">
                  <a:extLst>
                    <a:ext uri="{FF2B5EF4-FFF2-40B4-BE49-F238E27FC236}">
                      <a16:creationId xmlns:a16="http://schemas.microsoft.com/office/drawing/2014/main" id="{278BF2E2-5143-4499-B668-9518BF623346}"/>
                    </a:ext>
                  </a:extLst>
                </p:cNvPr>
                <p:cNvSpPr/>
                <p:nvPr/>
              </p:nvSpPr>
              <p:spPr>
                <a:xfrm>
                  <a:off x="1125982" y="1157554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D74BE7F1-B8E6-40E9-8BC6-5A48B1E00A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736669" y="2320584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F55626FF-B4E8-4B80-A5D4-AB0ADB0CED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1934" y="4437495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565B72A8-9C0D-41D2-9612-690CB2DFA6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676454" y="143572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8C825447-E554-40FB-8C49-767370ACAC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462513" y="2320584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CDCBB52F-0CE5-439F-81C1-F16CC1CF4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1934" y="193927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D98A7A15-A962-44C4-B828-196D5E0A67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774892" y="190534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D2D8B2A6-90F3-4436-89A1-560A7E81EF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05596" y="2732906"/>
                  <a:ext cx="2645493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BC7B2A9D-B456-4588-ABC6-A2948E45C8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4716" y="1016315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05DA50C1-60DA-4B1B-852B-797FA066A5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2420" y="188118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6" name="Multiplication Sign 175">
                  <a:extLst>
                    <a:ext uri="{FF2B5EF4-FFF2-40B4-BE49-F238E27FC236}">
                      <a16:creationId xmlns:a16="http://schemas.microsoft.com/office/drawing/2014/main" id="{93E638AD-4FAF-481E-832A-1A9BC65B10A6}"/>
                    </a:ext>
                  </a:extLst>
                </p:cNvPr>
                <p:cNvSpPr/>
                <p:nvPr/>
              </p:nvSpPr>
              <p:spPr>
                <a:xfrm>
                  <a:off x="2842225" y="3244918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grpSp>
              <p:nvGrpSpPr>
                <p:cNvPr id="177" name="Group 176">
                  <a:extLst>
                    <a:ext uri="{FF2B5EF4-FFF2-40B4-BE49-F238E27FC236}">
                      <a16:creationId xmlns:a16="http://schemas.microsoft.com/office/drawing/2014/main" id="{C8D7E48F-97BD-4895-968E-BF0ED38BAF3D}"/>
                    </a:ext>
                  </a:extLst>
                </p:cNvPr>
                <p:cNvGrpSpPr/>
                <p:nvPr/>
              </p:nvGrpSpPr>
              <p:grpSpPr>
                <a:xfrm>
                  <a:off x="752095" y="-23159"/>
                  <a:ext cx="3325301" cy="4642587"/>
                  <a:chOff x="752095" y="-23159"/>
                  <a:chExt cx="3325301" cy="4642587"/>
                </a:xfrm>
              </p:grpSpPr>
              <p:sp>
                <p:nvSpPr>
                  <p:cNvPr id="178" name="Freeform: Shape 177">
                    <a:extLst>
                      <a:ext uri="{FF2B5EF4-FFF2-40B4-BE49-F238E27FC236}">
                        <a16:creationId xmlns:a16="http://schemas.microsoft.com/office/drawing/2014/main" id="{B44D2E90-E8AA-4F34-A679-B57D653347D0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8212" y="813820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9" name="Freeform: Shape 178">
                    <a:extLst>
                      <a:ext uri="{FF2B5EF4-FFF2-40B4-BE49-F238E27FC236}">
                        <a16:creationId xmlns:a16="http://schemas.microsoft.com/office/drawing/2014/main" id="{70D8CF50-F39B-49D2-9124-05A93079D2B2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1386" y="1585991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0" name="Freeform: Shape 179">
                    <a:extLst>
                      <a:ext uri="{FF2B5EF4-FFF2-40B4-BE49-F238E27FC236}">
                        <a16:creationId xmlns:a16="http://schemas.microsoft.com/office/drawing/2014/main" id="{56B4F5E9-CEBD-41F7-9B03-F5F8FF84261B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2629754" y="1617207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1" name="Freeform: Shape 180">
                    <a:extLst>
                      <a:ext uri="{FF2B5EF4-FFF2-40B4-BE49-F238E27FC236}">
                        <a16:creationId xmlns:a16="http://schemas.microsoft.com/office/drawing/2014/main" id="{4CF52E4F-1BA1-4234-8183-07BBA2EDA528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3425043" y="3310853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2" name="Freeform: Shape 181">
                    <a:extLst>
                      <a:ext uri="{FF2B5EF4-FFF2-40B4-BE49-F238E27FC236}">
                        <a16:creationId xmlns:a16="http://schemas.microsoft.com/office/drawing/2014/main" id="{A076CA6B-B9EE-403C-99DC-A176645773B2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745137" y="2490438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83" name="Freeform: Shape 182">
                    <a:extLst>
                      <a:ext uri="{FF2B5EF4-FFF2-40B4-BE49-F238E27FC236}">
                        <a16:creationId xmlns:a16="http://schemas.microsoft.com/office/drawing/2014/main" id="{51BEFF9B-6436-4A99-9B6F-AAD82A34C859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3392450" y="2460249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184" name="Freeform: Shape 183">
                    <a:extLst>
                      <a:ext uri="{FF2B5EF4-FFF2-40B4-BE49-F238E27FC236}">
                        <a16:creationId xmlns:a16="http://schemas.microsoft.com/office/drawing/2014/main" id="{543E957E-C1FF-4BB5-B97A-79E804DD120B}"/>
                      </a:ext>
                    </a:extLst>
                  </p:cNvPr>
                  <p:cNvSpPr/>
                  <p:nvPr/>
                </p:nvSpPr>
                <p:spPr>
                  <a:xfrm>
                    <a:off x="758756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5" name="Freeform: Shape 184">
                    <a:extLst>
                      <a:ext uri="{FF2B5EF4-FFF2-40B4-BE49-F238E27FC236}">
                        <a16:creationId xmlns:a16="http://schemas.microsoft.com/office/drawing/2014/main" id="{FA6CE652-379A-49A4-BEA6-8764C3D44F18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1661254" y="796081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86" name="Freeform: Shape 185">
                    <a:extLst>
                      <a:ext uri="{FF2B5EF4-FFF2-40B4-BE49-F238E27FC236}">
                        <a16:creationId xmlns:a16="http://schemas.microsoft.com/office/drawing/2014/main" id="{C76B140E-E7D9-4CEC-9D8C-D10655A574A3}"/>
                      </a:ext>
                    </a:extLst>
                  </p:cNvPr>
                  <p:cNvSpPr/>
                  <p:nvPr/>
                </p:nvSpPr>
                <p:spPr>
                  <a:xfrm>
                    <a:off x="3310067" y="-23159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7" name="Freeform: Shape 186">
                    <a:extLst>
                      <a:ext uri="{FF2B5EF4-FFF2-40B4-BE49-F238E27FC236}">
                        <a16:creationId xmlns:a16="http://schemas.microsoft.com/office/drawing/2014/main" id="{DB452B35-E2CE-43E9-8417-33EE6DF92D70}"/>
                      </a:ext>
                    </a:extLst>
                  </p:cNvPr>
                  <p:cNvSpPr/>
                  <p:nvPr/>
                </p:nvSpPr>
                <p:spPr>
                  <a:xfrm rot="19185010">
                    <a:off x="752095" y="3315060"/>
                    <a:ext cx="728206" cy="490394"/>
                  </a:xfrm>
                  <a:custGeom>
                    <a:avLst/>
                    <a:gdLst>
                      <a:gd name="connsiteX0" fmla="*/ 3922602 w 3922602"/>
                      <a:gd name="connsiteY0" fmla="*/ 1025189 h 2641584"/>
                      <a:gd name="connsiteX1" fmla="*/ 3922602 w 3922602"/>
                      <a:gd name="connsiteY1" fmla="*/ 1270868 h 2641584"/>
                      <a:gd name="connsiteX2" fmla="*/ 3570130 w 3922602"/>
                      <a:gd name="connsiteY2" fmla="*/ 1270868 h 2641584"/>
                      <a:gd name="connsiteX3" fmla="*/ 3570042 w 3922602"/>
                      <a:gd name="connsiteY3" fmla="*/ 1293605 h 2641584"/>
                      <a:gd name="connsiteX4" fmla="*/ 3341106 w 3922602"/>
                      <a:gd name="connsiteY4" fmla="*/ 1762875 h 2641584"/>
                      <a:gd name="connsiteX5" fmla="*/ 3271845 w 3922602"/>
                      <a:gd name="connsiteY5" fmla="*/ 1830987 h 2641584"/>
                      <a:gd name="connsiteX6" fmla="*/ 3271612 w 3922602"/>
                      <a:gd name="connsiteY6" fmla="*/ 1831476 h 2641584"/>
                      <a:gd name="connsiteX7" fmla="*/ 1936347 w 3922602"/>
                      <a:gd name="connsiteY7" fmla="*/ 2634914 h 2641584"/>
                      <a:gd name="connsiteX8" fmla="*/ 674674 w 3922602"/>
                      <a:gd name="connsiteY8" fmla="*/ 2258234 h 2641584"/>
                      <a:gd name="connsiteX9" fmla="*/ 580813 w 3922602"/>
                      <a:gd name="connsiteY9" fmla="*/ 2170007 h 2641584"/>
                      <a:gd name="connsiteX10" fmla="*/ 464286 w 3922602"/>
                      <a:gd name="connsiteY10" fmla="*/ 2108513 h 2641584"/>
                      <a:gd name="connsiteX11" fmla="*/ 2113 w 3922602"/>
                      <a:gd name="connsiteY11" fmla="*/ 1483441 h 2641584"/>
                      <a:gd name="connsiteX12" fmla="*/ 354776 w 3922602"/>
                      <a:gd name="connsiteY12" fmla="*/ 790659 h 2641584"/>
                      <a:gd name="connsiteX13" fmla="*/ 429374 w 3922602"/>
                      <a:gd name="connsiteY13" fmla="*/ 733787 h 2641584"/>
                      <a:gd name="connsiteX14" fmla="*/ 452999 w 3922602"/>
                      <a:gd name="connsiteY14" fmla="*/ 695168 h 2641584"/>
                      <a:gd name="connsiteX15" fmla="*/ 1717949 w 3922602"/>
                      <a:gd name="connsiteY15" fmla="*/ 6670 h 2641584"/>
                      <a:gd name="connsiteX16" fmla="*/ 3167511 w 3922602"/>
                      <a:gd name="connsiteY16" fmla="*/ 578699 h 2641584"/>
                      <a:gd name="connsiteX17" fmla="*/ 3194785 w 3922602"/>
                      <a:gd name="connsiteY17" fmla="*/ 617817 h 2641584"/>
                      <a:gd name="connsiteX18" fmla="*/ 3267517 w 3922602"/>
                      <a:gd name="connsiteY18" fmla="*/ 671238 h 2641584"/>
                      <a:gd name="connsiteX19" fmla="*/ 3516857 w 3922602"/>
                      <a:gd name="connsiteY19" fmla="*/ 981168 h 2641584"/>
                      <a:gd name="connsiteX20" fmla="*/ 3532427 w 3922602"/>
                      <a:gd name="connsiteY20" fmla="*/ 1025189 h 2641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3922602" h="2641584">
                        <a:moveTo>
                          <a:pt x="3922602" y="1025189"/>
                        </a:moveTo>
                        <a:lnTo>
                          <a:pt x="3922602" y="1270868"/>
                        </a:lnTo>
                        <a:lnTo>
                          <a:pt x="3570130" y="1270868"/>
                        </a:lnTo>
                        <a:lnTo>
                          <a:pt x="3570042" y="1293605"/>
                        </a:lnTo>
                        <a:cubicBezTo>
                          <a:pt x="3555055" y="1459214"/>
                          <a:pt x="3473858" y="1619043"/>
                          <a:pt x="3341106" y="1762875"/>
                        </a:cubicBezTo>
                        <a:lnTo>
                          <a:pt x="3271845" y="1830987"/>
                        </a:lnTo>
                        <a:lnTo>
                          <a:pt x="3271612" y="1831476"/>
                        </a:lnTo>
                        <a:cubicBezTo>
                          <a:pt x="3037497" y="2263404"/>
                          <a:pt x="2537610" y="2584951"/>
                          <a:pt x="1936347" y="2634914"/>
                        </a:cubicBezTo>
                        <a:cubicBezTo>
                          <a:pt x="1444405" y="2675793"/>
                          <a:pt x="989387" y="2526159"/>
                          <a:pt x="674674" y="2258234"/>
                        </a:cubicBezTo>
                        <a:lnTo>
                          <a:pt x="580813" y="2170007"/>
                        </a:lnTo>
                        <a:lnTo>
                          <a:pt x="464286" y="2108513"/>
                        </a:lnTo>
                        <a:cubicBezTo>
                          <a:pt x="194884" y="1950599"/>
                          <a:pt x="22912" y="1733740"/>
                          <a:pt x="2113" y="1483441"/>
                        </a:cubicBezTo>
                        <a:cubicBezTo>
                          <a:pt x="-18686" y="1233143"/>
                          <a:pt x="115134" y="990874"/>
                          <a:pt x="354776" y="790659"/>
                        </a:cubicBezTo>
                        <a:lnTo>
                          <a:pt x="429374" y="733787"/>
                        </a:lnTo>
                        <a:lnTo>
                          <a:pt x="452999" y="695168"/>
                        </a:lnTo>
                        <a:cubicBezTo>
                          <a:pt x="708525" y="321962"/>
                          <a:pt x="1171347" y="52091"/>
                          <a:pt x="1717949" y="6670"/>
                        </a:cubicBezTo>
                        <a:cubicBezTo>
                          <a:pt x="2319212" y="-43292"/>
                          <a:pt x="2865316" y="191337"/>
                          <a:pt x="3167511" y="578699"/>
                        </a:cubicBezTo>
                        <a:lnTo>
                          <a:pt x="3194785" y="617817"/>
                        </a:lnTo>
                        <a:lnTo>
                          <a:pt x="3267517" y="671238"/>
                        </a:lnTo>
                        <a:cubicBezTo>
                          <a:pt x="3380106" y="762241"/>
                          <a:pt x="3465459" y="866614"/>
                          <a:pt x="3516857" y="981168"/>
                        </a:cubicBezTo>
                        <a:lnTo>
                          <a:pt x="3532427" y="1025189"/>
                        </a:lnTo>
                        <a:close/>
                      </a:path>
                    </a:pathLst>
                  </a:cu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8" name="Freeform: Shape 397">
                    <a:extLst>
                      <a:ext uri="{FF2B5EF4-FFF2-40B4-BE49-F238E27FC236}">
                        <a16:creationId xmlns:a16="http://schemas.microsoft.com/office/drawing/2014/main" id="{43989F16-8040-400D-A667-316687EE61FF}"/>
                      </a:ext>
                    </a:extLst>
                  </p:cNvPr>
                  <p:cNvSpPr/>
                  <p:nvPr/>
                </p:nvSpPr>
                <p:spPr>
                  <a:xfrm>
                    <a:off x="2460526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BB3A30E5-B874-4BED-97C2-D33C9F40873A}"/>
                  </a:ext>
                </a:extLst>
              </p:cNvPr>
              <p:cNvGrpSpPr/>
              <p:nvPr/>
            </p:nvGrpSpPr>
            <p:grpSpPr>
              <a:xfrm>
                <a:off x="1195900" y="-1107415"/>
                <a:ext cx="13720947" cy="5752610"/>
                <a:chOff x="-9135191" y="-1133182"/>
                <a:chExt cx="13720947" cy="5752610"/>
              </a:xfrm>
            </p:grpSpPr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76BBC544-16DB-4919-B713-B21DA52369BB}"/>
                    </a:ext>
                  </a:extLst>
                </p:cNvPr>
                <p:cNvGrpSpPr/>
                <p:nvPr/>
              </p:nvGrpSpPr>
              <p:grpSpPr>
                <a:xfrm>
                  <a:off x="259534" y="187664"/>
                  <a:ext cx="4242070" cy="4216805"/>
                  <a:chOff x="1831632" y="-207902"/>
                  <a:chExt cx="4242070" cy="4216805"/>
                </a:xfrm>
              </p:grpSpPr>
              <p:sp>
                <p:nvSpPr>
                  <p:cNvPr id="241" name="Rectangle 240">
                    <a:extLst>
                      <a:ext uri="{FF2B5EF4-FFF2-40B4-BE49-F238E27FC236}">
                        <a16:creationId xmlns:a16="http://schemas.microsoft.com/office/drawing/2014/main" id="{22FBC3AD-ADC6-4392-BCD2-B6DB0910D4A5}"/>
                      </a:ext>
                    </a:extLst>
                  </p:cNvPr>
                  <p:cNvSpPr/>
                  <p:nvPr/>
                </p:nvSpPr>
                <p:spPr>
                  <a:xfrm>
                    <a:off x="1831632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2" name="Rectangle 241">
                    <a:extLst>
                      <a:ext uri="{FF2B5EF4-FFF2-40B4-BE49-F238E27FC236}">
                        <a16:creationId xmlns:a16="http://schemas.microsoft.com/office/drawing/2014/main" id="{8894EF17-8A1B-460D-AF25-0F2DE04F886D}"/>
                      </a:ext>
                    </a:extLst>
                  </p:cNvPr>
                  <p:cNvSpPr/>
                  <p:nvPr/>
                </p:nvSpPr>
                <p:spPr>
                  <a:xfrm>
                    <a:off x="2680046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3" name="Rectangle 242">
                    <a:extLst>
                      <a:ext uri="{FF2B5EF4-FFF2-40B4-BE49-F238E27FC236}">
                        <a16:creationId xmlns:a16="http://schemas.microsoft.com/office/drawing/2014/main" id="{FF147CD9-5E44-4ABE-8169-16EF2372614F}"/>
                      </a:ext>
                    </a:extLst>
                  </p:cNvPr>
                  <p:cNvSpPr/>
                  <p:nvPr/>
                </p:nvSpPr>
                <p:spPr>
                  <a:xfrm>
                    <a:off x="1831632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4" name="Rectangle 243">
                    <a:extLst>
                      <a:ext uri="{FF2B5EF4-FFF2-40B4-BE49-F238E27FC236}">
                        <a16:creationId xmlns:a16="http://schemas.microsoft.com/office/drawing/2014/main" id="{0955A85B-4539-488D-BCBA-5738DA7D3AD3}"/>
                      </a:ext>
                    </a:extLst>
                  </p:cNvPr>
                  <p:cNvSpPr/>
                  <p:nvPr/>
                </p:nvSpPr>
                <p:spPr>
                  <a:xfrm>
                    <a:off x="2680046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5" name="Rectangle 244">
                    <a:extLst>
                      <a:ext uri="{FF2B5EF4-FFF2-40B4-BE49-F238E27FC236}">
                        <a16:creationId xmlns:a16="http://schemas.microsoft.com/office/drawing/2014/main" id="{EC0E0534-EE25-4124-9B5C-08531ACECB51}"/>
                      </a:ext>
                    </a:extLst>
                  </p:cNvPr>
                  <p:cNvSpPr/>
                  <p:nvPr/>
                </p:nvSpPr>
                <p:spPr>
                  <a:xfrm>
                    <a:off x="3528460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6" name="Rectangle 245">
                    <a:extLst>
                      <a:ext uri="{FF2B5EF4-FFF2-40B4-BE49-F238E27FC236}">
                        <a16:creationId xmlns:a16="http://schemas.microsoft.com/office/drawing/2014/main" id="{B2D1BBD5-9E7D-4116-8F28-A52F35BC6E8D}"/>
                      </a:ext>
                    </a:extLst>
                  </p:cNvPr>
                  <p:cNvSpPr/>
                  <p:nvPr/>
                </p:nvSpPr>
                <p:spPr>
                  <a:xfrm>
                    <a:off x="4376874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7" name="Rectangle 246">
                    <a:extLst>
                      <a:ext uri="{FF2B5EF4-FFF2-40B4-BE49-F238E27FC236}">
                        <a16:creationId xmlns:a16="http://schemas.microsoft.com/office/drawing/2014/main" id="{0D855D91-ABCF-4F5C-9C74-2BC226FCCCEF}"/>
                      </a:ext>
                    </a:extLst>
                  </p:cNvPr>
                  <p:cNvSpPr/>
                  <p:nvPr/>
                </p:nvSpPr>
                <p:spPr>
                  <a:xfrm>
                    <a:off x="3528460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8" name="Rectangle 247">
                    <a:extLst>
                      <a:ext uri="{FF2B5EF4-FFF2-40B4-BE49-F238E27FC236}">
                        <a16:creationId xmlns:a16="http://schemas.microsoft.com/office/drawing/2014/main" id="{B1D8A813-E1E4-45EE-8BE0-27D3364BA098}"/>
                      </a:ext>
                    </a:extLst>
                  </p:cNvPr>
                  <p:cNvSpPr/>
                  <p:nvPr/>
                </p:nvSpPr>
                <p:spPr>
                  <a:xfrm>
                    <a:off x="4376874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9" name="Rectangle 248">
                    <a:extLst>
                      <a:ext uri="{FF2B5EF4-FFF2-40B4-BE49-F238E27FC236}">
                        <a16:creationId xmlns:a16="http://schemas.microsoft.com/office/drawing/2014/main" id="{9942E273-80C2-4294-9A79-328F176333F4}"/>
                      </a:ext>
                    </a:extLst>
                  </p:cNvPr>
                  <p:cNvSpPr/>
                  <p:nvPr/>
                </p:nvSpPr>
                <p:spPr>
                  <a:xfrm>
                    <a:off x="1831632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0" name="Rectangle 249">
                    <a:extLst>
                      <a:ext uri="{FF2B5EF4-FFF2-40B4-BE49-F238E27FC236}">
                        <a16:creationId xmlns:a16="http://schemas.microsoft.com/office/drawing/2014/main" id="{F114E2DF-6DE9-413E-98EE-03FDA65CE051}"/>
                      </a:ext>
                    </a:extLst>
                  </p:cNvPr>
                  <p:cNvSpPr/>
                  <p:nvPr/>
                </p:nvSpPr>
                <p:spPr>
                  <a:xfrm>
                    <a:off x="2680046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1" name="Rectangle 250">
                    <a:extLst>
                      <a:ext uri="{FF2B5EF4-FFF2-40B4-BE49-F238E27FC236}">
                        <a16:creationId xmlns:a16="http://schemas.microsoft.com/office/drawing/2014/main" id="{56F5460A-66C3-452B-A788-39681631E1EA}"/>
                      </a:ext>
                    </a:extLst>
                  </p:cNvPr>
                  <p:cNvSpPr/>
                  <p:nvPr/>
                </p:nvSpPr>
                <p:spPr>
                  <a:xfrm>
                    <a:off x="1831632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2" name="Rectangle 251">
                    <a:extLst>
                      <a:ext uri="{FF2B5EF4-FFF2-40B4-BE49-F238E27FC236}">
                        <a16:creationId xmlns:a16="http://schemas.microsoft.com/office/drawing/2014/main" id="{2126FF82-4A2C-49F7-8403-CE9A0BF1C637}"/>
                      </a:ext>
                    </a:extLst>
                  </p:cNvPr>
                  <p:cNvSpPr/>
                  <p:nvPr/>
                </p:nvSpPr>
                <p:spPr>
                  <a:xfrm>
                    <a:off x="2680046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3" name="Rectangle 252">
                    <a:extLst>
                      <a:ext uri="{FF2B5EF4-FFF2-40B4-BE49-F238E27FC236}">
                        <a16:creationId xmlns:a16="http://schemas.microsoft.com/office/drawing/2014/main" id="{B2208733-57A0-476B-B521-CF74612E53AB}"/>
                      </a:ext>
                    </a:extLst>
                  </p:cNvPr>
                  <p:cNvSpPr/>
                  <p:nvPr/>
                </p:nvSpPr>
                <p:spPr>
                  <a:xfrm>
                    <a:off x="3528460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4" name="Rectangle 253">
                    <a:extLst>
                      <a:ext uri="{FF2B5EF4-FFF2-40B4-BE49-F238E27FC236}">
                        <a16:creationId xmlns:a16="http://schemas.microsoft.com/office/drawing/2014/main" id="{A60128D1-9BCE-47BD-8674-403DE4F16694}"/>
                      </a:ext>
                    </a:extLst>
                  </p:cNvPr>
                  <p:cNvSpPr/>
                  <p:nvPr/>
                </p:nvSpPr>
                <p:spPr>
                  <a:xfrm>
                    <a:off x="4376874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5" name="Rectangle 254">
                    <a:extLst>
                      <a:ext uri="{FF2B5EF4-FFF2-40B4-BE49-F238E27FC236}">
                        <a16:creationId xmlns:a16="http://schemas.microsoft.com/office/drawing/2014/main" id="{AA9BCD49-C045-4008-977B-70CE52D4FC8D}"/>
                      </a:ext>
                    </a:extLst>
                  </p:cNvPr>
                  <p:cNvSpPr/>
                  <p:nvPr/>
                </p:nvSpPr>
                <p:spPr>
                  <a:xfrm>
                    <a:off x="3528460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6" name="Rectangle 255">
                    <a:extLst>
                      <a:ext uri="{FF2B5EF4-FFF2-40B4-BE49-F238E27FC236}">
                        <a16:creationId xmlns:a16="http://schemas.microsoft.com/office/drawing/2014/main" id="{BA0AFE27-ABF1-4A30-80F6-8C6341917872}"/>
                      </a:ext>
                    </a:extLst>
                  </p:cNvPr>
                  <p:cNvSpPr/>
                  <p:nvPr/>
                </p:nvSpPr>
                <p:spPr>
                  <a:xfrm>
                    <a:off x="4376874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7" name="Rectangle 256">
                    <a:extLst>
                      <a:ext uri="{FF2B5EF4-FFF2-40B4-BE49-F238E27FC236}">
                        <a16:creationId xmlns:a16="http://schemas.microsoft.com/office/drawing/2014/main" id="{D4626E04-8787-48A7-8958-E66761211ADE}"/>
                      </a:ext>
                    </a:extLst>
                  </p:cNvPr>
                  <p:cNvSpPr/>
                  <p:nvPr/>
                </p:nvSpPr>
                <p:spPr>
                  <a:xfrm>
                    <a:off x="5225288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8" name="Rectangle 257">
                    <a:extLst>
                      <a:ext uri="{FF2B5EF4-FFF2-40B4-BE49-F238E27FC236}">
                        <a16:creationId xmlns:a16="http://schemas.microsoft.com/office/drawing/2014/main" id="{01B18779-377A-4A55-9384-2D55DC09E999}"/>
                      </a:ext>
                    </a:extLst>
                  </p:cNvPr>
                  <p:cNvSpPr/>
                  <p:nvPr/>
                </p:nvSpPr>
                <p:spPr>
                  <a:xfrm>
                    <a:off x="5225288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59" name="Rectangle 258">
                    <a:extLst>
                      <a:ext uri="{FF2B5EF4-FFF2-40B4-BE49-F238E27FC236}">
                        <a16:creationId xmlns:a16="http://schemas.microsoft.com/office/drawing/2014/main" id="{6D4E000F-47FB-4681-9EB2-067F4A0D5C48}"/>
                      </a:ext>
                    </a:extLst>
                  </p:cNvPr>
                  <p:cNvSpPr/>
                  <p:nvPr/>
                </p:nvSpPr>
                <p:spPr>
                  <a:xfrm>
                    <a:off x="5225288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60" name="Rectangle 259">
                    <a:extLst>
                      <a:ext uri="{FF2B5EF4-FFF2-40B4-BE49-F238E27FC236}">
                        <a16:creationId xmlns:a16="http://schemas.microsoft.com/office/drawing/2014/main" id="{A6F01E33-A4D2-4504-842B-FCD226908AA7}"/>
                      </a:ext>
                    </a:extLst>
                  </p:cNvPr>
                  <p:cNvSpPr/>
                  <p:nvPr/>
                </p:nvSpPr>
                <p:spPr>
                  <a:xfrm>
                    <a:off x="5225288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61" name="Rectangle 260">
                    <a:extLst>
                      <a:ext uri="{FF2B5EF4-FFF2-40B4-BE49-F238E27FC236}">
                        <a16:creationId xmlns:a16="http://schemas.microsoft.com/office/drawing/2014/main" id="{37DEB927-F8B7-4DD6-869D-A0C0EBEA560A}"/>
                      </a:ext>
                    </a:extLst>
                  </p:cNvPr>
                  <p:cNvSpPr/>
                  <p:nvPr/>
                </p:nvSpPr>
                <p:spPr>
                  <a:xfrm>
                    <a:off x="1831632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62" name="Rectangle 261">
                    <a:extLst>
                      <a:ext uri="{FF2B5EF4-FFF2-40B4-BE49-F238E27FC236}">
                        <a16:creationId xmlns:a16="http://schemas.microsoft.com/office/drawing/2014/main" id="{B4B2C9B1-17CE-4F04-B8A0-2213B6C29831}"/>
                      </a:ext>
                    </a:extLst>
                  </p:cNvPr>
                  <p:cNvSpPr/>
                  <p:nvPr/>
                </p:nvSpPr>
                <p:spPr>
                  <a:xfrm>
                    <a:off x="2680046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63" name="Rectangle 262">
                    <a:extLst>
                      <a:ext uri="{FF2B5EF4-FFF2-40B4-BE49-F238E27FC236}">
                        <a16:creationId xmlns:a16="http://schemas.microsoft.com/office/drawing/2014/main" id="{C4B8395C-C0F8-491D-9655-A6A6E87C9EF0}"/>
                      </a:ext>
                    </a:extLst>
                  </p:cNvPr>
                  <p:cNvSpPr/>
                  <p:nvPr/>
                </p:nvSpPr>
                <p:spPr>
                  <a:xfrm>
                    <a:off x="3528460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64" name="Rectangle 263">
                    <a:extLst>
                      <a:ext uri="{FF2B5EF4-FFF2-40B4-BE49-F238E27FC236}">
                        <a16:creationId xmlns:a16="http://schemas.microsoft.com/office/drawing/2014/main" id="{2B6D3CAC-9FEF-4DB4-BB03-93AD3B8B3102}"/>
                      </a:ext>
                    </a:extLst>
                  </p:cNvPr>
                  <p:cNvSpPr/>
                  <p:nvPr/>
                </p:nvSpPr>
                <p:spPr>
                  <a:xfrm>
                    <a:off x="4376874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65" name="Rectangle 264">
                    <a:extLst>
                      <a:ext uri="{FF2B5EF4-FFF2-40B4-BE49-F238E27FC236}">
                        <a16:creationId xmlns:a16="http://schemas.microsoft.com/office/drawing/2014/main" id="{5AFF4FAD-2546-4745-BB5B-7396D7CE5AC2}"/>
                      </a:ext>
                    </a:extLst>
                  </p:cNvPr>
                  <p:cNvSpPr/>
                  <p:nvPr/>
                </p:nvSpPr>
                <p:spPr>
                  <a:xfrm>
                    <a:off x="5225288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cxnSp>
              <p:nvCxnSpPr>
                <p:cNvPr id="215" name="Straight Connector 214">
                  <a:extLst>
                    <a:ext uri="{FF2B5EF4-FFF2-40B4-BE49-F238E27FC236}">
                      <a16:creationId xmlns:a16="http://schemas.microsoft.com/office/drawing/2014/main" id="{638873DF-CB67-4231-8CCC-6BB3149638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736669" y="2320584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EC7D14BF-3C01-45F4-8E2B-580D4B45F5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1934" y="4437495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Straight Connector 216">
                  <a:extLst>
                    <a:ext uri="{FF2B5EF4-FFF2-40B4-BE49-F238E27FC236}">
                      <a16:creationId xmlns:a16="http://schemas.microsoft.com/office/drawing/2014/main" id="{BE3D0650-A727-4916-A8A1-66121ED614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676454" y="143572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Straight Connector 217">
                  <a:extLst>
                    <a:ext uri="{FF2B5EF4-FFF2-40B4-BE49-F238E27FC236}">
                      <a16:creationId xmlns:a16="http://schemas.microsoft.com/office/drawing/2014/main" id="{F7D1AA31-E0F4-429A-A34B-DB3408227D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972962" y="273648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Straight Connector 218">
                  <a:extLst>
                    <a:ext uri="{FF2B5EF4-FFF2-40B4-BE49-F238E27FC236}">
                      <a16:creationId xmlns:a16="http://schemas.microsoft.com/office/drawing/2014/main" id="{F8D53929-2FB5-48AC-B822-DBEBF33340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04776" y="353061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Rectangle 219">
                  <a:extLst>
                    <a:ext uri="{FF2B5EF4-FFF2-40B4-BE49-F238E27FC236}">
                      <a16:creationId xmlns:a16="http://schemas.microsoft.com/office/drawing/2014/main" id="{9ECD125E-70C6-435C-9F2F-22A7BFA9DA40}"/>
                    </a:ext>
                  </a:extLst>
                </p:cNvPr>
                <p:cNvSpPr/>
                <p:nvPr/>
              </p:nvSpPr>
              <p:spPr>
                <a:xfrm>
                  <a:off x="479795" y="-1133182"/>
                  <a:ext cx="3764172" cy="90794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>
                    <a:lnSpc>
                      <a:spcPct val="100000"/>
                    </a:lnSpc>
                    <a:spcBef>
                      <a:spcPts val="600"/>
                    </a:spcBef>
                  </a:pP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Some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lines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are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branching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</a:t>
                  </a:r>
                </a:p>
                <a:p>
                  <a:pPr algn="r">
                    <a:lnSpc>
                      <a:spcPct val="100000"/>
                    </a:lnSpc>
                    <a:spcBef>
                      <a:spcPts val="600"/>
                    </a:spcBef>
                  </a:pP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Some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lines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are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crossing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..</a:t>
                  </a:r>
                  <a:endPara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21" name="Group 220">
                  <a:extLst>
                    <a:ext uri="{FF2B5EF4-FFF2-40B4-BE49-F238E27FC236}">
                      <a16:creationId xmlns:a16="http://schemas.microsoft.com/office/drawing/2014/main" id="{F11D8B29-113F-4674-ACC1-A5E00B287314}"/>
                    </a:ext>
                  </a:extLst>
                </p:cNvPr>
                <p:cNvGrpSpPr/>
                <p:nvPr/>
              </p:nvGrpSpPr>
              <p:grpSpPr>
                <a:xfrm>
                  <a:off x="752095" y="-23159"/>
                  <a:ext cx="3325301" cy="4642587"/>
                  <a:chOff x="752095" y="-23159"/>
                  <a:chExt cx="3325301" cy="4642587"/>
                </a:xfrm>
              </p:grpSpPr>
              <p:sp>
                <p:nvSpPr>
                  <p:cNvPr id="231" name="Freeform: Shape 230">
                    <a:extLst>
                      <a:ext uri="{FF2B5EF4-FFF2-40B4-BE49-F238E27FC236}">
                        <a16:creationId xmlns:a16="http://schemas.microsoft.com/office/drawing/2014/main" id="{3F2E9054-8D7B-40E2-9E0C-4645540CC11D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8212" y="813820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2" name="Freeform: Shape 231">
                    <a:extLst>
                      <a:ext uri="{FF2B5EF4-FFF2-40B4-BE49-F238E27FC236}">
                        <a16:creationId xmlns:a16="http://schemas.microsoft.com/office/drawing/2014/main" id="{2B85857F-6BB8-4BAA-92B4-BD7CE6A1FC58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1386" y="1585991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3" name="Freeform: Shape 232">
                    <a:extLst>
                      <a:ext uri="{FF2B5EF4-FFF2-40B4-BE49-F238E27FC236}">
                        <a16:creationId xmlns:a16="http://schemas.microsoft.com/office/drawing/2014/main" id="{EFF33F7E-4368-4D58-8B3B-8263B5DCEDF6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2629754" y="1617207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4" name="Freeform: Shape 233">
                    <a:extLst>
                      <a:ext uri="{FF2B5EF4-FFF2-40B4-BE49-F238E27FC236}">
                        <a16:creationId xmlns:a16="http://schemas.microsoft.com/office/drawing/2014/main" id="{5AE9BB1C-15B8-4984-A207-61BB4BEF108F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3425043" y="3310853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5" name="Freeform: Shape 234">
                    <a:extLst>
                      <a:ext uri="{FF2B5EF4-FFF2-40B4-BE49-F238E27FC236}">
                        <a16:creationId xmlns:a16="http://schemas.microsoft.com/office/drawing/2014/main" id="{0198C1BC-6BB8-444A-9EF8-9D3768F0E5DD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745137" y="2490438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36" name="Freeform: Shape 235">
                    <a:extLst>
                      <a:ext uri="{FF2B5EF4-FFF2-40B4-BE49-F238E27FC236}">
                        <a16:creationId xmlns:a16="http://schemas.microsoft.com/office/drawing/2014/main" id="{46E072D6-8F19-4623-8F2C-CA47191C2F33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3392450" y="2460249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237" name="Freeform: Shape 236">
                    <a:extLst>
                      <a:ext uri="{FF2B5EF4-FFF2-40B4-BE49-F238E27FC236}">
                        <a16:creationId xmlns:a16="http://schemas.microsoft.com/office/drawing/2014/main" id="{C9DB2586-945C-4654-A042-C5D3448FF6A2}"/>
                      </a:ext>
                    </a:extLst>
                  </p:cNvPr>
                  <p:cNvSpPr/>
                  <p:nvPr/>
                </p:nvSpPr>
                <p:spPr>
                  <a:xfrm>
                    <a:off x="758756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8" name="Freeform: Shape 237">
                    <a:extLst>
                      <a:ext uri="{FF2B5EF4-FFF2-40B4-BE49-F238E27FC236}">
                        <a16:creationId xmlns:a16="http://schemas.microsoft.com/office/drawing/2014/main" id="{384D5B34-2186-4311-931F-243E5EFDE5E4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1661254" y="796081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39" name="Freeform: Shape 238">
                    <a:extLst>
                      <a:ext uri="{FF2B5EF4-FFF2-40B4-BE49-F238E27FC236}">
                        <a16:creationId xmlns:a16="http://schemas.microsoft.com/office/drawing/2014/main" id="{E693E4F5-D58C-4F77-BC40-A8F344B2D177}"/>
                      </a:ext>
                    </a:extLst>
                  </p:cNvPr>
                  <p:cNvSpPr/>
                  <p:nvPr/>
                </p:nvSpPr>
                <p:spPr>
                  <a:xfrm>
                    <a:off x="3310067" y="-23159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0" name="Freeform: Shape 239">
                    <a:extLst>
                      <a:ext uri="{FF2B5EF4-FFF2-40B4-BE49-F238E27FC236}">
                        <a16:creationId xmlns:a16="http://schemas.microsoft.com/office/drawing/2014/main" id="{B8A539B1-8075-4FCF-9CA6-3655781406FE}"/>
                      </a:ext>
                    </a:extLst>
                  </p:cNvPr>
                  <p:cNvSpPr/>
                  <p:nvPr/>
                </p:nvSpPr>
                <p:spPr>
                  <a:xfrm rot="19185010">
                    <a:off x="752095" y="3315060"/>
                    <a:ext cx="728206" cy="490394"/>
                  </a:xfrm>
                  <a:custGeom>
                    <a:avLst/>
                    <a:gdLst>
                      <a:gd name="connsiteX0" fmla="*/ 3922602 w 3922602"/>
                      <a:gd name="connsiteY0" fmla="*/ 1025189 h 2641584"/>
                      <a:gd name="connsiteX1" fmla="*/ 3922602 w 3922602"/>
                      <a:gd name="connsiteY1" fmla="*/ 1270868 h 2641584"/>
                      <a:gd name="connsiteX2" fmla="*/ 3570130 w 3922602"/>
                      <a:gd name="connsiteY2" fmla="*/ 1270868 h 2641584"/>
                      <a:gd name="connsiteX3" fmla="*/ 3570042 w 3922602"/>
                      <a:gd name="connsiteY3" fmla="*/ 1293605 h 2641584"/>
                      <a:gd name="connsiteX4" fmla="*/ 3341106 w 3922602"/>
                      <a:gd name="connsiteY4" fmla="*/ 1762875 h 2641584"/>
                      <a:gd name="connsiteX5" fmla="*/ 3271845 w 3922602"/>
                      <a:gd name="connsiteY5" fmla="*/ 1830987 h 2641584"/>
                      <a:gd name="connsiteX6" fmla="*/ 3271612 w 3922602"/>
                      <a:gd name="connsiteY6" fmla="*/ 1831476 h 2641584"/>
                      <a:gd name="connsiteX7" fmla="*/ 1936347 w 3922602"/>
                      <a:gd name="connsiteY7" fmla="*/ 2634914 h 2641584"/>
                      <a:gd name="connsiteX8" fmla="*/ 674674 w 3922602"/>
                      <a:gd name="connsiteY8" fmla="*/ 2258234 h 2641584"/>
                      <a:gd name="connsiteX9" fmla="*/ 580813 w 3922602"/>
                      <a:gd name="connsiteY9" fmla="*/ 2170007 h 2641584"/>
                      <a:gd name="connsiteX10" fmla="*/ 464286 w 3922602"/>
                      <a:gd name="connsiteY10" fmla="*/ 2108513 h 2641584"/>
                      <a:gd name="connsiteX11" fmla="*/ 2113 w 3922602"/>
                      <a:gd name="connsiteY11" fmla="*/ 1483441 h 2641584"/>
                      <a:gd name="connsiteX12" fmla="*/ 354776 w 3922602"/>
                      <a:gd name="connsiteY12" fmla="*/ 790659 h 2641584"/>
                      <a:gd name="connsiteX13" fmla="*/ 429374 w 3922602"/>
                      <a:gd name="connsiteY13" fmla="*/ 733787 h 2641584"/>
                      <a:gd name="connsiteX14" fmla="*/ 452999 w 3922602"/>
                      <a:gd name="connsiteY14" fmla="*/ 695168 h 2641584"/>
                      <a:gd name="connsiteX15" fmla="*/ 1717949 w 3922602"/>
                      <a:gd name="connsiteY15" fmla="*/ 6670 h 2641584"/>
                      <a:gd name="connsiteX16" fmla="*/ 3167511 w 3922602"/>
                      <a:gd name="connsiteY16" fmla="*/ 578699 h 2641584"/>
                      <a:gd name="connsiteX17" fmla="*/ 3194785 w 3922602"/>
                      <a:gd name="connsiteY17" fmla="*/ 617817 h 2641584"/>
                      <a:gd name="connsiteX18" fmla="*/ 3267517 w 3922602"/>
                      <a:gd name="connsiteY18" fmla="*/ 671238 h 2641584"/>
                      <a:gd name="connsiteX19" fmla="*/ 3516857 w 3922602"/>
                      <a:gd name="connsiteY19" fmla="*/ 981168 h 2641584"/>
                      <a:gd name="connsiteX20" fmla="*/ 3532427 w 3922602"/>
                      <a:gd name="connsiteY20" fmla="*/ 1025189 h 2641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3922602" h="2641584">
                        <a:moveTo>
                          <a:pt x="3922602" y="1025189"/>
                        </a:moveTo>
                        <a:lnTo>
                          <a:pt x="3922602" y="1270868"/>
                        </a:lnTo>
                        <a:lnTo>
                          <a:pt x="3570130" y="1270868"/>
                        </a:lnTo>
                        <a:lnTo>
                          <a:pt x="3570042" y="1293605"/>
                        </a:lnTo>
                        <a:cubicBezTo>
                          <a:pt x="3555055" y="1459214"/>
                          <a:pt x="3473858" y="1619043"/>
                          <a:pt x="3341106" y="1762875"/>
                        </a:cubicBezTo>
                        <a:lnTo>
                          <a:pt x="3271845" y="1830987"/>
                        </a:lnTo>
                        <a:lnTo>
                          <a:pt x="3271612" y="1831476"/>
                        </a:lnTo>
                        <a:cubicBezTo>
                          <a:pt x="3037497" y="2263404"/>
                          <a:pt x="2537610" y="2584951"/>
                          <a:pt x="1936347" y="2634914"/>
                        </a:cubicBezTo>
                        <a:cubicBezTo>
                          <a:pt x="1444405" y="2675793"/>
                          <a:pt x="989387" y="2526159"/>
                          <a:pt x="674674" y="2258234"/>
                        </a:cubicBezTo>
                        <a:lnTo>
                          <a:pt x="580813" y="2170007"/>
                        </a:lnTo>
                        <a:lnTo>
                          <a:pt x="464286" y="2108513"/>
                        </a:lnTo>
                        <a:cubicBezTo>
                          <a:pt x="194884" y="1950599"/>
                          <a:pt x="22912" y="1733740"/>
                          <a:pt x="2113" y="1483441"/>
                        </a:cubicBezTo>
                        <a:cubicBezTo>
                          <a:pt x="-18686" y="1233143"/>
                          <a:pt x="115134" y="990874"/>
                          <a:pt x="354776" y="790659"/>
                        </a:cubicBezTo>
                        <a:lnTo>
                          <a:pt x="429374" y="733787"/>
                        </a:lnTo>
                        <a:lnTo>
                          <a:pt x="452999" y="695168"/>
                        </a:lnTo>
                        <a:cubicBezTo>
                          <a:pt x="708525" y="321962"/>
                          <a:pt x="1171347" y="52091"/>
                          <a:pt x="1717949" y="6670"/>
                        </a:cubicBezTo>
                        <a:cubicBezTo>
                          <a:pt x="2319212" y="-43292"/>
                          <a:pt x="2865316" y="191337"/>
                          <a:pt x="3167511" y="578699"/>
                        </a:cubicBezTo>
                        <a:lnTo>
                          <a:pt x="3194785" y="617817"/>
                        </a:lnTo>
                        <a:lnTo>
                          <a:pt x="3267517" y="671238"/>
                        </a:lnTo>
                        <a:cubicBezTo>
                          <a:pt x="3380106" y="762241"/>
                          <a:pt x="3465459" y="866614"/>
                          <a:pt x="3516857" y="981168"/>
                        </a:cubicBezTo>
                        <a:lnTo>
                          <a:pt x="3532427" y="1025189"/>
                        </a:lnTo>
                        <a:close/>
                      </a:path>
                    </a:pathLst>
                  </a:cu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5" name="Freeform: Shape 394">
                    <a:extLst>
                      <a:ext uri="{FF2B5EF4-FFF2-40B4-BE49-F238E27FC236}">
                        <a16:creationId xmlns:a16="http://schemas.microsoft.com/office/drawing/2014/main" id="{F3C89D9F-5E37-4440-BCF8-0E67234D4A31}"/>
                      </a:ext>
                    </a:extLst>
                  </p:cNvPr>
                  <p:cNvSpPr/>
                  <p:nvPr/>
                </p:nvSpPr>
                <p:spPr>
                  <a:xfrm>
                    <a:off x="2409563" y="4024589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</p:grpSp>
            <p:cxnSp>
              <p:nvCxnSpPr>
                <p:cNvPr id="222" name="Straight Connector 221">
                  <a:extLst>
                    <a:ext uri="{FF2B5EF4-FFF2-40B4-BE49-F238E27FC236}">
                      <a16:creationId xmlns:a16="http://schemas.microsoft.com/office/drawing/2014/main" id="{E2DEA01A-7687-4808-8BC0-5026EAED1B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087099" y="190534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21A8BF88-AF82-4751-8E5B-1665829040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5900" y="2774604"/>
                  <a:ext cx="2645493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4" name="Multiplication Sign 223">
                  <a:extLst>
                    <a:ext uri="{FF2B5EF4-FFF2-40B4-BE49-F238E27FC236}">
                      <a16:creationId xmlns:a16="http://schemas.microsoft.com/office/drawing/2014/main" id="{A7F19D71-B0D0-45C5-9F01-6CA1DFFFF2EC}"/>
                    </a:ext>
                  </a:extLst>
                </p:cNvPr>
                <p:cNvSpPr/>
                <p:nvPr/>
              </p:nvSpPr>
              <p:spPr>
                <a:xfrm>
                  <a:off x="1260975" y="2065868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25" name="Multiplication Sign 224">
                  <a:extLst>
                    <a:ext uri="{FF2B5EF4-FFF2-40B4-BE49-F238E27FC236}">
                      <a16:creationId xmlns:a16="http://schemas.microsoft.com/office/drawing/2014/main" id="{9FE3259A-AFB0-4F22-8F12-601CE49B8E32}"/>
                    </a:ext>
                  </a:extLst>
                </p:cNvPr>
                <p:cNvSpPr/>
                <p:nvPr/>
              </p:nvSpPr>
              <p:spPr>
                <a:xfrm>
                  <a:off x="2912937" y="2053445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cxnSp>
              <p:nvCxnSpPr>
                <p:cNvPr id="227" name="Straight Connector 226">
                  <a:extLst>
                    <a:ext uri="{FF2B5EF4-FFF2-40B4-BE49-F238E27FC236}">
                      <a16:creationId xmlns:a16="http://schemas.microsoft.com/office/drawing/2014/main" id="{2A1946DF-7097-4315-AB19-EE46083D8C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779063" y="2726771"/>
                  <a:ext cx="3445081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Straight Connector 227">
                  <a:extLst>
                    <a:ext uri="{FF2B5EF4-FFF2-40B4-BE49-F238E27FC236}">
                      <a16:creationId xmlns:a16="http://schemas.microsoft.com/office/drawing/2014/main" id="{A1A5C1D4-B596-4EF7-9569-9B02302D1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422577" y="279527"/>
                  <a:ext cx="3445081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Straight Connector 228">
                  <a:extLst>
                    <a:ext uri="{FF2B5EF4-FFF2-40B4-BE49-F238E27FC236}">
                      <a16:creationId xmlns:a16="http://schemas.microsoft.com/office/drawing/2014/main" id="{DD3058F1-F337-44FC-BF93-6A096C6AC4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3236269" y="61959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Connector 229">
                  <a:extLst>
                    <a:ext uri="{FF2B5EF4-FFF2-40B4-BE49-F238E27FC236}">
                      <a16:creationId xmlns:a16="http://schemas.microsoft.com/office/drawing/2014/main" id="{88429956-7D95-45E2-9178-52059E76A4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653190" y="1051090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4" name="Straight Connector 383">
                  <a:extLst>
                    <a:ext uri="{FF2B5EF4-FFF2-40B4-BE49-F238E27FC236}">
                      <a16:creationId xmlns:a16="http://schemas.microsoft.com/office/drawing/2014/main" id="{50D09B77-83AF-41C9-82EE-9A21AE3FAB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-9135191" y="2774604"/>
                  <a:ext cx="2645493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6" name="Group 265">
                <a:extLst>
                  <a:ext uri="{FF2B5EF4-FFF2-40B4-BE49-F238E27FC236}">
                    <a16:creationId xmlns:a16="http://schemas.microsoft.com/office/drawing/2014/main" id="{82DF9CF6-13AA-40F7-B8C5-8EAD58F67598}"/>
                  </a:ext>
                </a:extLst>
              </p:cNvPr>
              <p:cNvGrpSpPr/>
              <p:nvPr/>
            </p:nvGrpSpPr>
            <p:grpSpPr>
              <a:xfrm>
                <a:off x="5256044" y="5350357"/>
                <a:ext cx="4345824" cy="5504010"/>
                <a:chOff x="259534" y="-884582"/>
                <a:chExt cx="4345824" cy="5504010"/>
              </a:xfrm>
            </p:grpSpPr>
            <p:grpSp>
              <p:nvGrpSpPr>
                <p:cNvPr id="267" name="Group 266">
                  <a:extLst>
                    <a:ext uri="{FF2B5EF4-FFF2-40B4-BE49-F238E27FC236}">
                      <a16:creationId xmlns:a16="http://schemas.microsoft.com/office/drawing/2014/main" id="{09A56912-75FB-4098-97B4-AADB125429D1}"/>
                    </a:ext>
                  </a:extLst>
                </p:cNvPr>
                <p:cNvGrpSpPr/>
                <p:nvPr/>
              </p:nvGrpSpPr>
              <p:grpSpPr>
                <a:xfrm>
                  <a:off x="259534" y="187664"/>
                  <a:ext cx="4242070" cy="4216805"/>
                  <a:chOff x="1831632" y="-207902"/>
                  <a:chExt cx="4242070" cy="4216805"/>
                </a:xfrm>
              </p:grpSpPr>
              <p:sp>
                <p:nvSpPr>
                  <p:cNvPr id="294" name="Rectangle 293">
                    <a:extLst>
                      <a:ext uri="{FF2B5EF4-FFF2-40B4-BE49-F238E27FC236}">
                        <a16:creationId xmlns:a16="http://schemas.microsoft.com/office/drawing/2014/main" id="{AEF0B6C9-7DCC-4340-9939-131D2A11A427}"/>
                      </a:ext>
                    </a:extLst>
                  </p:cNvPr>
                  <p:cNvSpPr/>
                  <p:nvPr/>
                </p:nvSpPr>
                <p:spPr>
                  <a:xfrm>
                    <a:off x="1831632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95" name="Rectangle 294">
                    <a:extLst>
                      <a:ext uri="{FF2B5EF4-FFF2-40B4-BE49-F238E27FC236}">
                        <a16:creationId xmlns:a16="http://schemas.microsoft.com/office/drawing/2014/main" id="{8FA4DE5A-217B-40F9-9FFC-B9FD80889488}"/>
                      </a:ext>
                    </a:extLst>
                  </p:cNvPr>
                  <p:cNvSpPr/>
                  <p:nvPr/>
                </p:nvSpPr>
                <p:spPr>
                  <a:xfrm>
                    <a:off x="2680046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96" name="Rectangle 295">
                    <a:extLst>
                      <a:ext uri="{FF2B5EF4-FFF2-40B4-BE49-F238E27FC236}">
                        <a16:creationId xmlns:a16="http://schemas.microsoft.com/office/drawing/2014/main" id="{542D9964-F71C-471C-B6FD-87843C27C00F}"/>
                      </a:ext>
                    </a:extLst>
                  </p:cNvPr>
                  <p:cNvSpPr/>
                  <p:nvPr/>
                </p:nvSpPr>
                <p:spPr>
                  <a:xfrm>
                    <a:off x="1831632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97" name="Rectangle 296">
                    <a:extLst>
                      <a:ext uri="{FF2B5EF4-FFF2-40B4-BE49-F238E27FC236}">
                        <a16:creationId xmlns:a16="http://schemas.microsoft.com/office/drawing/2014/main" id="{FCEAC4CA-E4A1-4A3A-BDBB-63D1A7D80475}"/>
                      </a:ext>
                    </a:extLst>
                  </p:cNvPr>
                  <p:cNvSpPr/>
                  <p:nvPr/>
                </p:nvSpPr>
                <p:spPr>
                  <a:xfrm>
                    <a:off x="2680046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98" name="Rectangle 297">
                    <a:extLst>
                      <a:ext uri="{FF2B5EF4-FFF2-40B4-BE49-F238E27FC236}">
                        <a16:creationId xmlns:a16="http://schemas.microsoft.com/office/drawing/2014/main" id="{C8EA2AE8-E35B-4B49-B947-C9E93A300821}"/>
                      </a:ext>
                    </a:extLst>
                  </p:cNvPr>
                  <p:cNvSpPr/>
                  <p:nvPr/>
                </p:nvSpPr>
                <p:spPr>
                  <a:xfrm>
                    <a:off x="3528460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99" name="Rectangle 298">
                    <a:extLst>
                      <a:ext uri="{FF2B5EF4-FFF2-40B4-BE49-F238E27FC236}">
                        <a16:creationId xmlns:a16="http://schemas.microsoft.com/office/drawing/2014/main" id="{DAFBBAC6-C6D3-4625-976B-02FEA80B2255}"/>
                      </a:ext>
                    </a:extLst>
                  </p:cNvPr>
                  <p:cNvSpPr/>
                  <p:nvPr/>
                </p:nvSpPr>
                <p:spPr>
                  <a:xfrm>
                    <a:off x="4376874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0" name="Rectangle 299">
                    <a:extLst>
                      <a:ext uri="{FF2B5EF4-FFF2-40B4-BE49-F238E27FC236}">
                        <a16:creationId xmlns:a16="http://schemas.microsoft.com/office/drawing/2014/main" id="{A0565192-8D88-428D-B266-25286005BB0E}"/>
                      </a:ext>
                    </a:extLst>
                  </p:cNvPr>
                  <p:cNvSpPr/>
                  <p:nvPr/>
                </p:nvSpPr>
                <p:spPr>
                  <a:xfrm>
                    <a:off x="3528460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1" name="Rectangle 300">
                    <a:extLst>
                      <a:ext uri="{FF2B5EF4-FFF2-40B4-BE49-F238E27FC236}">
                        <a16:creationId xmlns:a16="http://schemas.microsoft.com/office/drawing/2014/main" id="{3C227476-B384-488D-9A5F-1765E3F864BA}"/>
                      </a:ext>
                    </a:extLst>
                  </p:cNvPr>
                  <p:cNvSpPr/>
                  <p:nvPr/>
                </p:nvSpPr>
                <p:spPr>
                  <a:xfrm>
                    <a:off x="4376874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2" name="Rectangle 301">
                    <a:extLst>
                      <a:ext uri="{FF2B5EF4-FFF2-40B4-BE49-F238E27FC236}">
                        <a16:creationId xmlns:a16="http://schemas.microsoft.com/office/drawing/2014/main" id="{877BC67D-9018-49DE-98C4-1E53EED5B09F}"/>
                      </a:ext>
                    </a:extLst>
                  </p:cNvPr>
                  <p:cNvSpPr/>
                  <p:nvPr/>
                </p:nvSpPr>
                <p:spPr>
                  <a:xfrm>
                    <a:off x="1831632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3" name="Rectangle 302">
                    <a:extLst>
                      <a:ext uri="{FF2B5EF4-FFF2-40B4-BE49-F238E27FC236}">
                        <a16:creationId xmlns:a16="http://schemas.microsoft.com/office/drawing/2014/main" id="{154672F5-C773-41E9-A9C9-DC596FC012BA}"/>
                      </a:ext>
                    </a:extLst>
                  </p:cNvPr>
                  <p:cNvSpPr/>
                  <p:nvPr/>
                </p:nvSpPr>
                <p:spPr>
                  <a:xfrm>
                    <a:off x="2680046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4" name="Rectangle 303">
                    <a:extLst>
                      <a:ext uri="{FF2B5EF4-FFF2-40B4-BE49-F238E27FC236}">
                        <a16:creationId xmlns:a16="http://schemas.microsoft.com/office/drawing/2014/main" id="{9321F6FE-C8FF-4059-B8AD-22909ACE67B0}"/>
                      </a:ext>
                    </a:extLst>
                  </p:cNvPr>
                  <p:cNvSpPr/>
                  <p:nvPr/>
                </p:nvSpPr>
                <p:spPr>
                  <a:xfrm>
                    <a:off x="1831632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5" name="Rectangle 304">
                    <a:extLst>
                      <a:ext uri="{FF2B5EF4-FFF2-40B4-BE49-F238E27FC236}">
                        <a16:creationId xmlns:a16="http://schemas.microsoft.com/office/drawing/2014/main" id="{BFB61BAB-5A1B-48F9-B5CB-8EA8EB1C683C}"/>
                      </a:ext>
                    </a:extLst>
                  </p:cNvPr>
                  <p:cNvSpPr/>
                  <p:nvPr/>
                </p:nvSpPr>
                <p:spPr>
                  <a:xfrm>
                    <a:off x="2680046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6" name="Rectangle 305">
                    <a:extLst>
                      <a:ext uri="{FF2B5EF4-FFF2-40B4-BE49-F238E27FC236}">
                        <a16:creationId xmlns:a16="http://schemas.microsoft.com/office/drawing/2014/main" id="{8B8B6E02-D022-49CB-83A3-7DBB0B3EF9E3}"/>
                      </a:ext>
                    </a:extLst>
                  </p:cNvPr>
                  <p:cNvSpPr/>
                  <p:nvPr/>
                </p:nvSpPr>
                <p:spPr>
                  <a:xfrm>
                    <a:off x="3528460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7" name="Rectangle 306">
                    <a:extLst>
                      <a:ext uri="{FF2B5EF4-FFF2-40B4-BE49-F238E27FC236}">
                        <a16:creationId xmlns:a16="http://schemas.microsoft.com/office/drawing/2014/main" id="{3F524523-A2B0-4FCA-A2F2-1DFDE172F24F}"/>
                      </a:ext>
                    </a:extLst>
                  </p:cNvPr>
                  <p:cNvSpPr/>
                  <p:nvPr/>
                </p:nvSpPr>
                <p:spPr>
                  <a:xfrm>
                    <a:off x="4376874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8" name="Rectangle 307">
                    <a:extLst>
                      <a:ext uri="{FF2B5EF4-FFF2-40B4-BE49-F238E27FC236}">
                        <a16:creationId xmlns:a16="http://schemas.microsoft.com/office/drawing/2014/main" id="{2F3852E9-A2B9-43F9-81D6-D2949CFCAAAD}"/>
                      </a:ext>
                    </a:extLst>
                  </p:cNvPr>
                  <p:cNvSpPr/>
                  <p:nvPr/>
                </p:nvSpPr>
                <p:spPr>
                  <a:xfrm>
                    <a:off x="3528460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09" name="Rectangle 308">
                    <a:extLst>
                      <a:ext uri="{FF2B5EF4-FFF2-40B4-BE49-F238E27FC236}">
                        <a16:creationId xmlns:a16="http://schemas.microsoft.com/office/drawing/2014/main" id="{AB3C712F-A163-48AE-A9A3-ECD5C98CF503}"/>
                      </a:ext>
                    </a:extLst>
                  </p:cNvPr>
                  <p:cNvSpPr/>
                  <p:nvPr/>
                </p:nvSpPr>
                <p:spPr>
                  <a:xfrm>
                    <a:off x="4376874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0" name="Rectangle 309">
                    <a:extLst>
                      <a:ext uri="{FF2B5EF4-FFF2-40B4-BE49-F238E27FC236}">
                        <a16:creationId xmlns:a16="http://schemas.microsoft.com/office/drawing/2014/main" id="{683A54C8-1D34-4D6C-9864-91049013AB54}"/>
                      </a:ext>
                    </a:extLst>
                  </p:cNvPr>
                  <p:cNvSpPr/>
                  <p:nvPr/>
                </p:nvSpPr>
                <p:spPr>
                  <a:xfrm>
                    <a:off x="5225288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1" name="Rectangle 310">
                    <a:extLst>
                      <a:ext uri="{FF2B5EF4-FFF2-40B4-BE49-F238E27FC236}">
                        <a16:creationId xmlns:a16="http://schemas.microsoft.com/office/drawing/2014/main" id="{5CBBDD29-7FDA-46B5-B07E-F1EB2EFD4F8B}"/>
                      </a:ext>
                    </a:extLst>
                  </p:cNvPr>
                  <p:cNvSpPr/>
                  <p:nvPr/>
                </p:nvSpPr>
                <p:spPr>
                  <a:xfrm>
                    <a:off x="5225288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2" name="Rectangle 311">
                    <a:extLst>
                      <a:ext uri="{FF2B5EF4-FFF2-40B4-BE49-F238E27FC236}">
                        <a16:creationId xmlns:a16="http://schemas.microsoft.com/office/drawing/2014/main" id="{2FA6332F-C926-4B30-A773-4D9AD952585D}"/>
                      </a:ext>
                    </a:extLst>
                  </p:cNvPr>
                  <p:cNvSpPr/>
                  <p:nvPr/>
                </p:nvSpPr>
                <p:spPr>
                  <a:xfrm>
                    <a:off x="5225288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3" name="Rectangle 312">
                    <a:extLst>
                      <a:ext uri="{FF2B5EF4-FFF2-40B4-BE49-F238E27FC236}">
                        <a16:creationId xmlns:a16="http://schemas.microsoft.com/office/drawing/2014/main" id="{5CF099ED-0082-448E-900B-728CE8CCEBC9}"/>
                      </a:ext>
                    </a:extLst>
                  </p:cNvPr>
                  <p:cNvSpPr/>
                  <p:nvPr/>
                </p:nvSpPr>
                <p:spPr>
                  <a:xfrm>
                    <a:off x="5225288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4" name="Rectangle 313">
                    <a:extLst>
                      <a:ext uri="{FF2B5EF4-FFF2-40B4-BE49-F238E27FC236}">
                        <a16:creationId xmlns:a16="http://schemas.microsoft.com/office/drawing/2014/main" id="{5C00EAB6-43B8-4F1A-A4F9-EB861E88547D}"/>
                      </a:ext>
                    </a:extLst>
                  </p:cNvPr>
                  <p:cNvSpPr/>
                  <p:nvPr/>
                </p:nvSpPr>
                <p:spPr>
                  <a:xfrm>
                    <a:off x="1831632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5" name="Rectangle 314">
                    <a:extLst>
                      <a:ext uri="{FF2B5EF4-FFF2-40B4-BE49-F238E27FC236}">
                        <a16:creationId xmlns:a16="http://schemas.microsoft.com/office/drawing/2014/main" id="{003E1669-2059-4B51-8FB1-DB56D82BF66A}"/>
                      </a:ext>
                    </a:extLst>
                  </p:cNvPr>
                  <p:cNvSpPr/>
                  <p:nvPr/>
                </p:nvSpPr>
                <p:spPr>
                  <a:xfrm>
                    <a:off x="2680046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6" name="Rectangle 315">
                    <a:extLst>
                      <a:ext uri="{FF2B5EF4-FFF2-40B4-BE49-F238E27FC236}">
                        <a16:creationId xmlns:a16="http://schemas.microsoft.com/office/drawing/2014/main" id="{99D0FCF4-2BBB-404E-8074-731DED5FCEFC}"/>
                      </a:ext>
                    </a:extLst>
                  </p:cNvPr>
                  <p:cNvSpPr/>
                  <p:nvPr/>
                </p:nvSpPr>
                <p:spPr>
                  <a:xfrm>
                    <a:off x="3528460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7" name="Rectangle 316">
                    <a:extLst>
                      <a:ext uri="{FF2B5EF4-FFF2-40B4-BE49-F238E27FC236}">
                        <a16:creationId xmlns:a16="http://schemas.microsoft.com/office/drawing/2014/main" id="{2D1F570C-77AA-4689-883E-3C815592D990}"/>
                      </a:ext>
                    </a:extLst>
                  </p:cNvPr>
                  <p:cNvSpPr/>
                  <p:nvPr/>
                </p:nvSpPr>
                <p:spPr>
                  <a:xfrm>
                    <a:off x="4376874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18" name="Rectangle 317">
                    <a:extLst>
                      <a:ext uri="{FF2B5EF4-FFF2-40B4-BE49-F238E27FC236}">
                        <a16:creationId xmlns:a16="http://schemas.microsoft.com/office/drawing/2014/main" id="{6B47A4B2-8A04-4573-9E22-52BB303FA1A0}"/>
                      </a:ext>
                    </a:extLst>
                  </p:cNvPr>
                  <p:cNvSpPr/>
                  <p:nvPr/>
                </p:nvSpPr>
                <p:spPr>
                  <a:xfrm>
                    <a:off x="5225288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cxnSp>
              <p:nvCxnSpPr>
                <p:cNvPr id="268" name="Straight Connector 267">
                  <a:extLst>
                    <a:ext uri="{FF2B5EF4-FFF2-40B4-BE49-F238E27FC236}">
                      <a16:creationId xmlns:a16="http://schemas.microsoft.com/office/drawing/2014/main" id="{A9864B8C-451C-4804-8765-D3AB555F29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676454" y="143572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131923DB-8143-4307-8CAE-860E1F2BEC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462513" y="2320584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91E1E217-6E83-41E6-B806-A06BA1426B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1934" y="193927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1" name="Straight Connector 270">
                  <a:extLst>
                    <a:ext uri="{FF2B5EF4-FFF2-40B4-BE49-F238E27FC236}">
                      <a16:creationId xmlns:a16="http://schemas.microsoft.com/office/drawing/2014/main" id="{57F725F1-DB93-46A0-81E9-9CF96F0787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774892" y="190534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Straight Connector 271">
                  <a:extLst>
                    <a:ext uri="{FF2B5EF4-FFF2-40B4-BE49-F238E27FC236}">
                      <a16:creationId xmlns:a16="http://schemas.microsoft.com/office/drawing/2014/main" id="{CC12B31D-332A-4744-986D-A9E10030AC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4716" y="1016315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Straight Connector 272">
                  <a:extLst>
                    <a:ext uri="{FF2B5EF4-FFF2-40B4-BE49-F238E27FC236}">
                      <a16:creationId xmlns:a16="http://schemas.microsoft.com/office/drawing/2014/main" id="{1BA270A2-32EC-4963-8F3D-5A702DFE5B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972962" y="273648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Straight Connector 273">
                  <a:extLst>
                    <a:ext uri="{FF2B5EF4-FFF2-40B4-BE49-F238E27FC236}">
                      <a16:creationId xmlns:a16="http://schemas.microsoft.com/office/drawing/2014/main" id="{AC2932B0-6AA9-4C0E-8D02-21A43EBF14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04776" y="353061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Straight Connector 274">
                  <a:extLst>
                    <a:ext uri="{FF2B5EF4-FFF2-40B4-BE49-F238E27FC236}">
                      <a16:creationId xmlns:a16="http://schemas.microsoft.com/office/drawing/2014/main" id="{6260AC0C-482F-472C-BD64-F92523046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3321" y="273630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6" name="Rectangle 275">
                  <a:extLst>
                    <a:ext uri="{FF2B5EF4-FFF2-40B4-BE49-F238E27FC236}">
                      <a16:creationId xmlns:a16="http://schemas.microsoft.com/office/drawing/2014/main" id="{A23F7E5D-8940-4EA6-9144-064862500730}"/>
                    </a:ext>
                  </a:extLst>
                </p:cNvPr>
                <p:cNvSpPr/>
                <p:nvPr/>
              </p:nvSpPr>
              <p:spPr>
                <a:xfrm>
                  <a:off x="371166" y="-884582"/>
                  <a:ext cx="4004430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>
                    <a:lnSpc>
                      <a:spcPct val="100000"/>
                    </a:lnSpc>
                    <a:spcBef>
                      <a:spcPts val="600"/>
                    </a:spcBef>
                  </a:pP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line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is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pt-PT" sz="2400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crossing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 </a:t>
                  </a:r>
                  <a:r>
                    <a:rPr lang="pt-PT" sz="2400" b="1" i="1" dirty="0">
                      <a:solidFill>
                        <a:srgbClr val="FFC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Lemon</a:t>
                  </a:r>
                  <a:r>
                    <a:rPr lang="pt-PT" sz="24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</a:t>
                  </a:r>
                  <a:endPara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77" name="Straight Connector 276">
                  <a:extLst>
                    <a:ext uri="{FF2B5EF4-FFF2-40B4-BE49-F238E27FC236}">
                      <a16:creationId xmlns:a16="http://schemas.microsoft.com/office/drawing/2014/main" id="{70645B12-3BB7-4463-9DDC-61107C5F0C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087099" y="190534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A8254C50-9105-4014-9FA3-7B2429397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370608" y="1926214"/>
                  <a:ext cx="3445081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Straight Connector 278">
                  <a:extLst>
                    <a:ext uri="{FF2B5EF4-FFF2-40B4-BE49-F238E27FC236}">
                      <a16:creationId xmlns:a16="http://schemas.microsoft.com/office/drawing/2014/main" id="{8F3D398C-2595-4F96-99A6-691E31E5A8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1160277" y="4438726"/>
                  <a:ext cx="3445081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Straight Connector 279">
                  <a:extLst>
                    <a:ext uri="{FF2B5EF4-FFF2-40B4-BE49-F238E27FC236}">
                      <a16:creationId xmlns:a16="http://schemas.microsoft.com/office/drawing/2014/main" id="{6951F437-6B6F-4EED-8CF0-4728FEBCE6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676453" y="401281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773EC927-F35E-449F-BACE-B28CA55119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08785" y="3581320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2" name="Multiplication Sign 281">
                  <a:extLst>
                    <a:ext uri="{FF2B5EF4-FFF2-40B4-BE49-F238E27FC236}">
                      <a16:creationId xmlns:a16="http://schemas.microsoft.com/office/drawing/2014/main" id="{1241E7E5-75C4-4DB5-9FE9-4F6C35C68B47}"/>
                    </a:ext>
                  </a:extLst>
                </p:cNvPr>
                <p:cNvSpPr/>
                <p:nvPr/>
              </p:nvSpPr>
              <p:spPr>
                <a:xfrm>
                  <a:off x="1273173" y="3199748"/>
                  <a:ext cx="696868" cy="696868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grpSp>
              <p:nvGrpSpPr>
                <p:cNvPr id="283" name="Group 282">
                  <a:extLst>
                    <a:ext uri="{FF2B5EF4-FFF2-40B4-BE49-F238E27FC236}">
                      <a16:creationId xmlns:a16="http://schemas.microsoft.com/office/drawing/2014/main" id="{D030A282-D167-416C-B754-49DD15ED5485}"/>
                    </a:ext>
                  </a:extLst>
                </p:cNvPr>
                <p:cNvGrpSpPr/>
                <p:nvPr/>
              </p:nvGrpSpPr>
              <p:grpSpPr>
                <a:xfrm>
                  <a:off x="752095" y="-23159"/>
                  <a:ext cx="3325301" cy="4642587"/>
                  <a:chOff x="752095" y="-23159"/>
                  <a:chExt cx="3325301" cy="4642587"/>
                </a:xfrm>
              </p:grpSpPr>
              <p:sp>
                <p:nvSpPr>
                  <p:cNvPr id="284" name="Freeform: Shape 283">
                    <a:extLst>
                      <a:ext uri="{FF2B5EF4-FFF2-40B4-BE49-F238E27FC236}">
                        <a16:creationId xmlns:a16="http://schemas.microsoft.com/office/drawing/2014/main" id="{3EC47FAC-2794-46E2-85C8-C28E6ED6F1E1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8212" y="813820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5" name="Freeform: Shape 284">
                    <a:extLst>
                      <a:ext uri="{FF2B5EF4-FFF2-40B4-BE49-F238E27FC236}">
                        <a16:creationId xmlns:a16="http://schemas.microsoft.com/office/drawing/2014/main" id="{E0544038-0003-49BB-8854-095DCC937046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1386" y="1585991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6" name="Freeform: Shape 285">
                    <a:extLst>
                      <a:ext uri="{FF2B5EF4-FFF2-40B4-BE49-F238E27FC236}">
                        <a16:creationId xmlns:a16="http://schemas.microsoft.com/office/drawing/2014/main" id="{B356D988-EC34-4163-978E-08D7A742C603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2629754" y="1617207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7" name="Freeform: Shape 286">
                    <a:extLst>
                      <a:ext uri="{FF2B5EF4-FFF2-40B4-BE49-F238E27FC236}">
                        <a16:creationId xmlns:a16="http://schemas.microsoft.com/office/drawing/2014/main" id="{44637B19-4007-4B7B-805B-56E2B0A0AC35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3425043" y="3310853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8" name="Freeform: Shape 287">
                    <a:extLst>
                      <a:ext uri="{FF2B5EF4-FFF2-40B4-BE49-F238E27FC236}">
                        <a16:creationId xmlns:a16="http://schemas.microsoft.com/office/drawing/2014/main" id="{DDD513DF-77B5-4298-976D-0776BC12FEF0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745137" y="2490438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89" name="Freeform: Shape 288">
                    <a:extLst>
                      <a:ext uri="{FF2B5EF4-FFF2-40B4-BE49-F238E27FC236}">
                        <a16:creationId xmlns:a16="http://schemas.microsoft.com/office/drawing/2014/main" id="{32E64176-9A9C-407D-98E9-14F38DDD8C39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3392450" y="2460249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290" name="Freeform: Shape 289">
                    <a:extLst>
                      <a:ext uri="{FF2B5EF4-FFF2-40B4-BE49-F238E27FC236}">
                        <a16:creationId xmlns:a16="http://schemas.microsoft.com/office/drawing/2014/main" id="{5A8B791A-B258-415C-B29E-1CA0AC83A230}"/>
                      </a:ext>
                    </a:extLst>
                  </p:cNvPr>
                  <p:cNvSpPr/>
                  <p:nvPr/>
                </p:nvSpPr>
                <p:spPr>
                  <a:xfrm>
                    <a:off x="758756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1" name="Freeform: Shape 290">
                    <a:extLst>
                      <a:ext uri="{FF2B5EF4-FFF2-40B4-BE49-F238E27FC236}">
                        <a16:creationId xmlns:a16="http://schemas.microsoft.com/office/drawing/2014/main" id="{3AFCA5C6-8319-4298-8A94-9DFAAF0D0316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1661254" y="796081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92" name="Freeform: Shape 291">
                    <a:extLst>
                      <a:ext uri="{FF2B5EF4-FFF2-40B4-BE49-F238E27FC236}">
                        <a16:creationId xmlns:a16="http://schemas.microsoft.com/office/drawing/2014/main" id="{255848A2-01C8-491B-8F01-94137B614BD3}"/>
                      </a:ext>
                    </a:extLst>
                  </p:cNvPr>
                  <p:cNvSpPr/>
                  <p:nvPr/>
                </p:nvSpPr>
                <p:spPr>
                  <a:xfrm>
                    <a:off x="3310067" y="-23159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3" name="Freeform: Shape 292">
                    <a:extLst>
                      <a:ext uri="{FF2B5EF4-FFF2-40B4-BE49-F238E27FC236}">
                        <a16:creationId xmlns:a16="http://schemas.microsoft.com/office/drawing/2014/main" id="{D303F6CA-B86C-4A20-9ED3-52EBFAF56D01}"/>
                      </a:ext>
                    </a:extLst>
                  </p:cNvPr>
                  <p:cNvSpPr/>
                  <p:nvPr/>
                </p:nvSpPr>
                <p:spPr>
                  <a:xfrm rot="19185010">
                    <a:off x="752095" y="3315060"/>
                    <a:ext cx="728206" cy="490394"/>
                  </a:xfrm>
                  <a:custGeom>
                    <a:avLst/>
                    <a:gdLst>
                      <a:gd name="connsiteX0" fmla="*/ 3922602 w 3922602"/>
                      <a:gd name="connsiteY0" fmla="*/ 1025189 h 2641584"/>
                      <a:gd name="connsiteX1" fmla="*/ 3922602 w 3922602"/>
                      <a:gd name="connsiteY1" fmla="*/ 1270868 h 2641584"/>
                      <a:gd name="connsiteX2" fmla="*/ 3570130 w 3922602"/>
                      <a:gd name="connsiteY2" fmla="*/ 1270868 h 2641584"/>
                      <a:gd name="connsiteX3" fmla="*/ 3570042 w 3922602"/>
                      <a:gd name="connsiteY3" fmla="*/ 1293605 h 2641584"/>
                      <a:gd name="connsiteX4" fmla="*/ 3341106 w 3922602"/>
                      <a:gd name="connsiteY4" fmla="*/ 1762875 h 2641584"/>
                      <a:gd name="connsiteX5" fmla="*/ 3271845 w 3922602"/>
                      <a:gd name="connsiteY5" fmla="*/ 1830987 h 2641584"/>
                      <a:gd name="connsiteX6" fmla="*/ 3271612 w 3922602"/>
                      <a:gd name="connsiteY6" fmla="*/ 1831476 h 2641584"/>
                      <a:gd name="connsiteX7" fmla="*/ 1936347 w 3922602"/>
                      <a:gd name="connsiteY7" fmla="*/ 2634914 h 2641584"/>
                      <a:gd name="connsiteX8" fmla="*/ 674674 w 3922602"/>
                      <a:gd name="connsiteY8" fmla="*/ 2258234 h 2641584"/>
                      <a:gd name="connsiteX9" fmla="*/ 580813 w 3922602"/>
                      <a:gd name="connsiteY9" fmla="*/ 2170007 h 2641584"/>
                      <a:gd name="connsiteX10" fmla="*/ 464286 w 3922602"/>
                      <a:gd name="connsiteY10" fmla="*/ 2108513 h 2641584"/>
                      <a:gd name="connsiteX11" fmla="*/ 2113 w 3922602"/>
                      <a:gd name="connsiteY11" fmla="*/ 1483441 h 2641584"/>
                      <a:gd name="connsiteX12" fmla="*/ 354776 w 3922602"/>
                      <a:gd name="connsiteY12" fmla="*/ 790659 h 2641584"/>
                      <a:gd name="connsiteX13" fmla="*/ 429374 w 3922602"/>
                      <a:gd name="connsiteY13" fmla="*/ 733787 h 2641584"/>
                      <a:gd name="connsiteX14" fmla="*/ 452999 w 3922602"/>
                      <a:gd name="connsiteY14" fmla="*/ 695168 h 2641584"/>
                      <a:gd name="connsiteX15" fmla="*/ 1717949 w 3922602"/>
                      <a:gd name="connsiteY15" fmla="*/ 6670 h 2641584"/>
                      <a:gd name="connsiteX16" fmla="*/ 3167511 w 3922602"/>
                      <a:gd name="connsiteY16" fmla="*/ 578699 h 2641584"/>
                      <a:gd name="connsiteX17" fmla="*/ 3194785 w 3922602"/>
                      <a:gd name="connsiteY17" fmla="*/ 617817 h 2641584"/>
                      <a:gd name="connsiteX18" fmla="*/ 3267517 w 3922602"/>
                      <a:gd name="connsiteY18" fmla="*/ 671238 h 2641584"/>
                      <a:gd name="connsiteX19" fmla="*/ 3516857 w 3922602"/>
                      <a:gd name="connsiteY19" fmla="*/ 981168 h 2641584"/>
                      <a:gd name="connsiteX20" fmla="*/ 3532427 w 3922602"/>
                      <a:gd name="connsiteY20" fmla="*/ 1025189 h 2641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3922602" h="2641584">
                        <a:moveTo>
                          <a:pt x="3922602" y="1025189"/>
                        </a:moveTo>
                        <a:lnTo>
                          <a:pt x="3922602" y="1270868"/>
                        </a:lnTo>
                        <a:lnTo>
                          <a:pt x="3570130" y="1270868"/>
                        </a:lnTo>
                        <a:lnTo>
                          <a:pt x="3570042" y="1293605"/>
                        </a:lnTo>
                        <a:cubicBezTo>
                          <a:pt x="3555055" y="1459214"/>
                          <a:pt x="3473858" y="1619043"/>
                          <a:pt x="3341106" y="1762875"/>
                        </a:cubicBezTo>
                        <a:lnTo>
                          <a:pt x="3271845" y="1830987"/>
                        </a:lnTo>
                        <a:lnTo>
                          <a:pt x="3271612" y="1831476"/>
                        </a:lnTo>
                        <a:cubicBezTo>
                          <a:pt x="3037497" y="2263404"/>
                          <a:pt x="2537610" y="2584951"/>
                          <a:pt x="1936347" y="2634914"/>
                        </a:cubicBezTo>
                        <a:cubicBezTo>
                          <a:pt x="1444405" y="2675793"/>
                          <a:pt x="989387" y="2526159"/>
                          <a:pt x="674674" y="2258234"/>
                        </a:cubicBezTo>
                        <a:lnTo>
                          <a:pt x="580813" y="2170007"/>
                        </a:lnTo>
                        <a:lnTo>
                          <a:pt x="464286" y="2108513"/>
                        </a:lnTo>
                        <a:cubicBezTo>
                          <a:pt x="194884" y="1950599"/>
                          <a:pt x="22912" y="1733740"/>
                          <a:pt x="2113" y="1483441"/>
                        </a:cubicBezTo>
                        <a:cubicBezTo>
                          <a:pt x="-18686" y="1233143"/>
                          <a:pt x="115134" y="990874"/>
                          <a:pt x="354776" y="790659"/>
                        </a:cubicBezTo>
                        <a:lnTo>
                          <a:pt x="429374" y="733787"/>
                        </a:lnTo>
                        <a:lnTo>
                          <a:pt x="452999" y="695168"/>
                        </a:lnTo>
                        <a:cubicBezTo>
                          <a:pt x="708525" y="321962"/>
                          <a:pt x="1171347" y="52091"/>
                          <a:pt x="1717949" y="6670"/>
                        </a:cubicBezTo>
                        <a:cubicBezTo>
                          <a:pt x="2319212" y="-43292"/>
                          <a:pt x="2865316" y="191337"/>
                          <a:pt x="3167511" y="578699"/>
                        </a:cubicBezTo>
                        <a:lnTo>
                          <a:pt x="3194785" y="617817"/>
                        </a:lnTo>
                        <a:lnTo>
                          <a:pt x="3267517" y="671238"/>
                        </a:lnTo>
                        <a:cubicBezTo>
                          <a:pt x="3380106" y="762241"/>
                          <a:pt x="3465459" y="866614"/>
                          <a:pt x="3516857" y="981168"/>
                        </a:cubicBezTo>
                        <a:lnTo>
                          <a:pt x="3532427" y="1025189"/>
                        </a:lnTo>
                        <a:close/>
                      </a:path>
                    </a:pathLst>
                  </a:cu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7" name="Freeform: Shape 396">
                    <a:extLst>
                      <a:ext uri="{FF2B5EF4-FFF2-40B4-BE49-F238E27FC236}">
                        <a16:creationId xmlns:a16="http://schemas.microsoft.com/office/drawing/2014/main" id="{E52D9911-28E3-4695-AE61-C0A0C34D3D7E}"/>
                      </a:ext>
                    </a:extLst>
                  </p:cNvPr>
                  <p:cNvSpPr/>
                  <p:nvPr/>
                </p:nvSpPr>
                <p:spPr>
                  <a:xfrm>
                    <a:off x="2435411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319" name="Group 318">
                <a:extLst>
                  <a:ext uri="{FF2B5EF4-FFF2-40B4-BE49-F238E27FC236}">
                    <a16:creationId xmlns:a16="http://schemas.microsoft.com/office/drawing/2014/main" id="{46B7DCDF-075B-4E61-8548-4D6C1242F2BC}"/>
                  </a:ext>
                </a:extLst>
              </p:cNvPr>
              <p:cNvGrpSpPr/>
              <p:nvPr/>
            </p:nvGrpSpPr>
            <p:grpSpPr>
              <a:xfrm>
                <a:off x="10599075" y="5350357"/>
                <a:ext cx="4417722" cy="5417180"/>
                <a:chOff x="259534" y="-797752"/>
                <a:chExt cx="4417722" cy="5417180"/>
              </a:xfrm>
            </p:grpSpPr>
            <p:grpSp>
              <p:nvGrpSpPr>
                <p:cNvPr id="320" name="Group 319">
                  <a:extLst>
                    <a:ext uri="{FF2B5EF4-FFF2-40B4-BE49-F238E27FC236}">
                      <a16:creationId xmlns:a16="http://schemas.microsoft.com/office/drawing/2014/main" id="{C05D8B8E-B31B-4B15-BC6B-BBD2BAE9E8A1}"/>
                    </a:ext>
                  </a:extLst>
                </p:cNvPr>
                <p:cNvGrpSpPr/>
                <p:nvPr/>
              </p:nvGrpSpPr>
              <p:grpSpPr>
                <a:xfrm>
                  <a:off x="259534" y="187664"/>
                  <a:ext cx="4242070" cy="4216805"/>
                  <a:chOff x="1831632" y="-207902"/>
                  <a:chExt cx="4242070" cy="4216805"/>
                </a:xfrm>
              </p:grpSpPr>
              <p:sp>
                <p:nvSpPr>
                  <p:cNvPr id="344" name="Rectangle 343">
                    <a:extLst>
                      <a:ext uri="{FF2B5EF4-FFF2-40B4-BE49-F238E27FC236}">
                        <a16:creationId xmlns:a16="http://schemas.microsoft.com/office/drawing/2014/main" id="{BC57E84B-CD22-4F46-9C28-AF8385854957}"/>
                      </a:ext>
                    </a:extLst>
                  </p:cNvPr>
                  <p:cNvSpPr/>
                  <p:nvPr/>
                </p:nvSpPr>
                <p:spPr>
                  <a:xfrm>
                    <a:off x="1831632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45" name="Rectangle 344">
                    <a:extLst>
                      <a:ext uri="{FF2B5EF4-FFF2-40B4-BE49-F238E27FC236}">
                        <a16:creationId xmlns:a16="http://schemas.microsoft.com/office/drawing/2014/main" id="{46CAC1CA-BBF0-4474-A301-F584A53BDAE7}"/>
                      </a:ext>
                    </a:extLst>
                  </p:cNvPr>
                  <p:cNvSpPr/>
                  <p:nvPr/>
                </p:nvSpPr>
                <p:spPr>
                  <a:xfrm>
                    <a:off x="2680046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46" name="Rectangle 345">
                    <a:extLst>
                      <a:ext uri="{FF2B5EF4-FFF2-40B4-BE49-F238E27FC236}">
                        <a16:creationId xmlns:a16="http://schemas.microsoft.com/office/drawing/2014/main" id="{19567C43-7E58-48EC-8FE3-2D6582F2AE01}"/>
                      </a:ext>
                    </a:extLst>
                  </p:cNvPr>
                  <p:cNvSpPr/>
                  <p:nvPr/>
                </p:nvSpPr>
                <p:spPr>
                  <a:xfrm>
                    <a:off x="1831632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47" name="Rectangle 346">
                    <a:extLst>
                      <a:ext uri="{FF2B5EF4-FFF2-40B4-BE49-F238E27FC236}">
                        <a16:creationId xmlns:a16="http://schemas.microsoft.com/office/drawing/2014/main" id="{848638ED-EF94-4A60-8D4C-67CF463BB2FD}"/>
                      </a:ext>
                    </a:extLst>
                  </p:cNvPr>
                  <p:cNvSpPr/>
                  <p:nvPr/>
                </p:nvSpPr>
                <p:spPr>
                  <a:xfrm>
                    <a:off x="2680046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48" name="Rectangle 347">
                    <a:extLst>
                      <a:ext uri="{FF2B5EF4-FFF2-40B4-BE49-F238E27FC236}">
                        <a16:creationId xmlns:a16="http://schemas.microsoft.com/office/drawing/2014/main" id="{352C3D11-688D-4EA6-B68F-5C569E683FB1}"/>
                      </a:ext>
                    </a:extLst>
                  </p:cNvPr>
                  <p:cNvSpPr/>
                  <p:nvPr/>
                </p:nvSpPr>
                <p:spPr>
                  <a:xfrm>
                    <a:off x="3528460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49" name="Rectangle 348">
                    <a:extLst>
                      <a:ext uri="{FF2B5EF4-FFF2-40B4-BE49-F238E27FC236}">
                        <a16:creationId xmlns:a16="http://schemas.microsoft.com/office/drawing/2014/main" id="{8B11E2DC-D477-41C2-8E4A-68FDF7759611}"/>
                      </a:ext>
                    </a:extLst>
                  </p:cNvPr>
                  <p:cNvSpPr/>
                  <p:nvPr/>
                </p:nvSpPr>
                <p:spPr>
                  <a:xfrm>
                    <a:off x="4376874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0" name="Rectangle 349">
                    <a:extLst>
                      <a:ext uri="{FF2B5EF4-FFF2-40B4-BE49-F238E27FC236}">
                        <a16:creationId xmlns:a16="http://schemas.microsoft.com/office/drawing/2014/main" id="{437A8F71-15E7-4C74-8DD6-9B646E6E2C99}"/>
                      </a:ext>
                    </a:extLst>
                  </p:cNvPr>
                  <p:cNvSpPr/>
                  <p:nvPr/>
                </p:nvSpPr>
                <p:spPr>
                  <a:xfrm>
                    <a:off x="3528460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1" name="Rectangle 350">
                    <a:extLst>
                      <a:ext uri="{FF2B5EF4-FFF2-40B4-BE49-F238E27FC236}">
                        <a16:creationId xmlns:a16="http://schemas.microsoft.com/office/drawing/2014/main" id="{86BA778C-FE7D-40F3-9247-2C76557ECB78}"/>
                      </a:ext>
                    </a:extLst>
                  </p:cNvPr>
                  <p:cNvSpPr/>
                  <p:nvPr/>
                </p:nvSpPr>
                <p:spPr>
                  <a:xfrm>
                    <a:off x="4376874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2" name="Rectangle 351">
                    <a:extLst>
                      <a:ext uri="{FF2B5EF4-FFF2-40B4-BE49-F238E27FC236}">
                        <a16:creationId xmlns:a16="http://schemas.microsoft.com/office/drawing/2014/main" id="{5DEEE8CE-05B1-47D1-A742-38E080ADC038}"/>
                      </a:ext>
                    </a:extLst>
                  </p:cNvPr>
                  <p:cNvSpPr/>
                  <p:nvPr/>
                </p:nvSpPr>
                <p:spPr>
                  <a:xfrm>
                    <a:off x="1831632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3" name="Rectangle 352">
                    <a:extLst>
                      <a:ext uri="{FF2B5EF4-FFF2-40B4-BE49-F238E27FC236}">
                        <a16:creationId xmlns:a16="http://schemas.microsoft.com/office/drawing/2014/main" id="{DA849226-5E9C-4B43-B6AD-BCF2D015EA09}"/>
                      </a:ext>
                    </a:extLst>
                  </p:cNvPr>
                  <p:cNvSpPr/>
                  <p:nvPr/>
                </p:nvSpPr>
                <p:spPr>
                  <a:xfrm>
                    <a:off x="2680046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4" name="Rectangle 353">
                    <a:extLst>
                      <a:ext uri="{FF2B5EF4-FFF2-40B4-BE49-F238E27FC236}">
                        <a16:creationId xmlns:a16="http://schemas.microsoft.com/office/drawing/2014/main" id="{C8D055A0-3FFF-4A74-A44D-D5E864FDED7D}"/>
                      </a:ext>
                    </a:extLst>
                  </p:cNvPr>
                  <p:cNvSpPr/>
                  <p:nvPr/>
                </p:nvSpPr>
                <p:spPr>
                  <a:xfrm>
                    <a:off x="1831632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5" name="Rectangle 354">
                    <a:extLst>
                      <a:ext uri="{FF2B5EF4-FFF2-40B4-BE49-F238E27FC236}">
                        <a16:creationId xmlns:a16="http://schemas.microsoft.com/office/drawing/2014/main" id="{2E830725-29E9-4B30-8A46-E9CAE619A8DE}"/>
                      </a:ext>
                    </a:extLst>
                  </p:cNvPr>
                  <p:cNvSpPr/>
                  <p:nvPr/>
                </p:nvSpPr>
                <p:spPr>
                  <a:xfrm>
                    <a:off x="2680046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6" name="Rectangle 355">
                    <a:extLst>
                      <a:ext uri="{FF2B5EF4-FFF2-40B4-BE49-F238E27FC236}">
                        <a16:creationId xmlns:a16="http://schemas.microsoft.com/office/drawing/2014/main" id="{1AB85F12-D932-440C-A6BD-27FE4B5E56C3}"/>
                      </a:ext>
                    </a:extLst>
                  </p:cNvPr>
                  <p:cNvSpPr/>
                  <p:nvPr/>
                </p:nvSpPr>
                <p:spPr>
                  <a:xfrm>
                    <a:off x="3528460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7" name="Rectangle 356">
                    <a:extLst>
                      <a:ext uri="{FF2B5EF4-FFF2-40B4-BE49-F238E27FC236}">
                        <a16:creationId xmlns:a16="http://schemas.microsoft.com/office/drawing/2014/main" id="{4DCD42C5-D100-47AC-8E12-EF4C2054BD54}"/>
                      </a:ext>
                    </a:extLst>
                  </p:cNvPr>
                  <p:cNvSpPr/>
                  <p:nvPr/>
                </p:nvSpPr>
                <p:spPr>
                  <a:xfrm>
                    <a:off x="4376874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8" name="Rectangle 357">
                    <a:extLst>
                      <a:ext uri="{FF2B5EF4-FFF2-40B4-BE49-F238E27FC236}">
                        <a16:creationId xmlns:a16="http://schemas.microsoft.com/office/drawing/2014/main" id="{C18AB329-1365-43B7-80C2-42555F97F87C}"/>
                      </a:ext>
                    </a:extLst>
                  </p:cNvPr>
                  <p:cNvSpPr/>
                  <p:nvPr/>
                </p:nvSpPr>
                <p:spPr>
                  <a:xfrm>
                    <a:off x="3528460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59" name="Rectangle 358">
                    <a:extLst>
                      <a:ext uri="{FF2B5EF4-FFF2-40B4-BE49-F238E27FC236}">
                        <a16:creationId xmlns:a16="http://schemas.microsoft.com/office/drawing/2014/main" id="{067A464D-D872-4E32-854D-7518A3224433}"/>
                      </a:ext>
                    </a:extLst>
                  </p:cNvPr>
                  <p:cNvSpPr/>
                  <p:nvPr/>
                </p:nvSpPr>
                <p:spPr>
                  <a:xfrm>
                    <a:off x="4376874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0" name="Rectangle 359">
                    <a:extLst>
                      <a:ext uri="{FF2B5EF4-FFF2-40B4-BE49-F238E27FC236}">
                        <a16:creationId xmlns:a16="http://schemas.microsoft.com/office/drawing/2014/main" id="{6892BB1E-1274-4431-BA40-F31A2E1B2B78}"/>
                      </a:ext>
                    </a:extLst>
                  </p:cNvPr>
                  <p:cNvSpPr/>
                  <p:nvPr/>
                </p:nvSpPr>
                <p:spPr>
                  <a:xfrm>
                    <a:off x="5225288" y="-20790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1" name="Rectangle 360">
                    <a:extLst>
                      <a:ext uri="{FF2B5EF4-FFF2-40B4-BE49-F238E27FC236}">
                        <a16:creationId xmlns:a16="http://schemas.microsoft.com/office/drawing/2014/main" id="{5013EDE0-3887-4F24-A96B-DE591808E55D}"/>
                      </a:ext>
                    </a:extLst>
                  </p:cNvPr>
                  <p:cNvSpPr/>
                  <p:nvPr/>
                </p:nvSpPr>
                <p:spPr>
                  <a:xfrm>
                    <a:off x="5225288" y="640512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2" name="Rectangle 361">
                    <a:extLst>
                      <a:ext uri="{FF2B5EF4-FFF2-40B4-BE49-F238E27FC236}">
                        <a16:creationId xmlns:a16="http://schemas.microsoft.com/office/drawing/2014/main" id="{1F069750-0111-4D6C-A811-D4189E2004F5}"/>
                      </a:ext>
                    </a:extLst>
                  </p:cNvPr>
                  <p:cNvSpPr/>
                  <p:nvPr/>
                </p:nvSpPr>
                <p:spPr>
                  <a:xfrm>
                    <a:off x="5225288" y="1488926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3" name="Rectangle 362">
                    <a:extLst>
                      <a:ext uri="{FF2B5EF4-FFF2-40B4-BE49-F238E27FC236}">
                        <a16:creationId xmlns:a16="http://schemas.microsoft.com/office/drawing/2014/main" id="{58A90B30-4AF2-4560-BE4D-23EF9C069426}"/>
                      </a:ext>
                    </a:extLst>
                  </p:cNvPr>
                  <p:cNvSpPr/>
                  <p:nvPr/>
                </p:nvSpPr>
                <p:spPr>
                  <a:xfrm>
                    <a:off x="5225288" y="2337340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4" name="Rectangle 363">
                    <a:extLst>
                      <a:ext uri="{FF2B5EF4-FFF2-40B4-BE49-F238E27FC236}">
                        <a16:creationId xmlns:a16="http://schemas.microsoft.com/office/drawing/2014/main" id="{7F6A9541-25D0-4D22-936D-591DB9655582}"/>
                      </a:ext>
                    </a:extLst>
                  </p:cNvPr>
                  <p:cNvSpPr/>
                  <p:nvPr/>
                </p:nvSpPr>
                <p:spPr>
                  <a:xfrm>
                    <a:off x="1831632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5" name="Rectangle 364">
                    <a:extLst>
                      <a:ext uri="{FF2B5EF4-FFF2-40B4-BE49-F238E27FC236}">
                        <a16:creationId xmlns:a16="http://schemas.microsoft.com/office/drawing/2014/main" id="{909A9CF5-46C2-4CED-90F5-8F7178D43FC2}"/>
                      </a:ext>
                    </a:extLst>
                  </p:cNvPr>
                  <p:cNvSpPr/>
                  <p:nvPr/>
                </p:nvSpPr>
                <p:spPr>
                  <a:xfrm>
                    <a:off x="2680046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6" name="Rectangle 365">
                    <a:extLst>
                      <a:ext uri="{FF2B5EF4-FFF2-40B4-BE49-F238E27FC236}">
                        <a16:creationId xmlns:a16="http://schemas.microsoft.com/office/drawing/2014/main" id="{FF2CE635-FA51-4702-808C-76D60B308942}"/>
                      </a:ext>
                    </a:extLst>
                  </p:cNvPr>
                  <p:cNvSpPr/>
                  <p:nvPr/>
                </p:nvSpPr>
                <p:spPr>
                  <a:xfrm>
                    <a:off x="3528460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7" name="Rectangle 366">
                    <a:extLst>
                      <a:ext uri="{FF2B5EF4-FFF2-40B4-BE49-F238E27FC236}">
                        <a16:creationId xmlns:a16="http://schemas.microsoft.com/office/drawing/2014/main" id="{9E5F5704-EA6F-412E-9F8D-990BF3968F7F}"/>
                      </a:ext>
                    </a:extLst>
                  </p:cNvPr>
                  <p:cNvSpPr/>
                  <p:nvPr/>
                </p:nvSpPr>
                <p:spPr>
                  <a:xfrm>
                    <a:off x="4376874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68" name="Rectangle 367">
                    <a:extLst>
                      <a:ext uri="{FF2B5EF4-FFF2-40B4-BE49-F238E27FC236}">
                        <a16:creationId xmlns:a16="http://schemas.microsoft.com/office/drawing/2014/main" id="{15998EC5-8FE3-4A27-BA37-2CCBBEBAF9B1}"/>
                      </a:ext>
                    </a:extLst>
                  </p:cNvPr>
                  <p:cNvSpPr/>
                  <p:nvPr/>
                </p:nvSpPr>
                <p:spPr>
                  <a:xfrm>
                    <a:off x="5225288" y="3160489"/>
                    <a:ext cx="848414" cy="848414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cxnSp>
              <p:nvCxnSpPr>
                <p:cNvPr id="321" name="Straight Connector 320">
                  <a:extLst>
                    <a:ext uri="{FF2B5EF4-FFF2-40B4-BE49-F238E27FC236}">
                      <a16:creationId xmlns:a16="http://schemas.microsoft.com/office/drawing/2014/main" id="{42385D25-5529-4E71-8674-E453ACDDA7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-1736669" y="2320584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2" name="Straight Connector 321">
                  <a:extLst>
                    <a:ext uri="{FF2B5EF4-FFF2-40B4-BE49-F238E27FC236}">
                      <a16:creationId xmlns:a16="http://schemas.microsoft.com/office/drawing/2014/main" id="{E3688CB6-44BA-4B37-B32F-E2D8F5C922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1934" y="4437495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3" name="Straight Connector 322">
                  <a:extLst>
                    <a:ext uri="{FF2B5EF4-FFF2-40B4-BE49-F238E27FC236}">
                      <a16:creationId xmlns:a16="http://schemas.microsoft.com/office/drawing/2014/main" id="{A28FE54D-F939-4E58-815B-28F64BAA0D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676454" y="143572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Connector 323">
                  <a:extLst>
                    <a:ext uri="{FF2B5EF4-FFF2-40B4-BE49-F238E27FC236}">
                      <a16:creationId xmlns:a16="http://schemas.microsoft.com/office/drawing/2014/main" id="{A7077B9F-E3F3-48B3-93B0-7F8EFFD18B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443058" y="2320584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" name="Straight Connector 324">
                  <a:extLst>
                    <a:ext uri="{FF2B5EF4-FFF2-40B4-BE49-F238E27FC236}">
                      <a16:creationId xmlns:a16="http://schemas.microsoft.com/office/drawing/2014/main" id="{D5509F5B-EF06-41C7-BC8D-C3A9F05A3F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351934" y="193927"/>
                  <a:ext cx="4233822" cy="0"/>
                </a:xfrm>
                <a:prstGeom prst="line">
                  <a:avLst/>
                </a:prstGeom>
                <a:ln w="254000" cap="rnd">
                  <a:solidFill>
                    <a:srgbClr val="385723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6" name="Straight Connector 325">
                  <a:extLst>
                    <a:ext uri="{FF2B5EF4-FFF2-40B4-BE49-F238E27FC236}">
                      <a16:creationId xmlns:a16="http://schemas.microsoft.com/office/drawing/2014/main" id="{5167E149-D0BC-4CEC-95EF-7F7F92BDCF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774892" y="190534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Straight Connector 326">
                  <a:extLst>
                    <a:ext uri="{FF2B5EF4-FFF2-40B4-BE49-F238E27FC236}">
                      <a16:creationId xmlns:a16="http://schemas.microsoft.com/office/drawing/2014/main" id="{C028A88F-8774-492F-8AE8-969A1E6A0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84716" y="1016315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Straight Connector 327">
                  <a:extLst>
                    <a:ext uri="{FF2B5EF4-FFF2-40B4-BE49-F238E27FC236}">
                      <a16:creationId xmlns:a16="http://schemas.microsoft.com/office/drawing/2014/main" id="{CCEE775A-AB01-4F30-A50C-93A7FDFFA1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972962" y="273648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Straight Connector 328">
                  <a:extLst>
                    <a:ext uri="{FF2B5EF4-FFF2-40B4-BE49-F238E27FC236}">
                      <a16:creationId xmlns:a16="http://schemas.microsoft.com/office/drawing/2014/main" id="{9FFFD448-512A-4E2F-8D7C-1AA9368004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04776" y="353061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C00000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0" name="Straight Connector 329">
                  <a:extLst>
                    <a:ext uri="{FF2B5EF4-FFF2-40B4-BE49-F238E27FC236}">
                      <a16:creationId xmlns:a16="http://schemas.microsoft.com/office/drawing/2014/main" id="{E5F91F06-F05D-4A1C-93A4-E47CCB3E3E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43321" y="273630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1" name="Rectangle 330">
                  <a:extLst>
                    <a:ext uri="{FF2B5EF4-FFF2-40B4-BE49-F238E27FC236}">
                      <a16:creationId xmlns:a16="http://schemas.microsoft.com/office/drawing/2014/main" id="{70CC915A-0731-4665-A1D0-004E8D7F5BCA}"/>
                    </a:ext>
                  </a:extLst>
                </p:cNvPr>
                <p:cNvSpPr/>
                <p:nvPr/>
              </p:nvSpPr>
              <p:spPr>
                <a:xfrm>
                  <a:off x="3381709" y="-797752"/>
                  <a:ext cx="1295547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>
                    <a:lnSpc>
                      <a:spcPct val="100000"/>
                    </a:lnSpc>
                    <a:spcBef>
                      <a:spcPts val="600"/>
                    </a:spcBef>
                  </a:pPr>
                  <a:r>
                    <a:rPr lang="pt-PT" sz="2400" b="1" i="1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Solved</a:t>
                  </a:r>
                  <a:r>
                    <a:rPr lang="pt-PT" sz="2400" b="1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!</a:t>
                  </a:r>
                </a:p>
              </p:txBody>
            </p:sp>
            <p:cxnSp>
              <p:nvCxnSpPr>
                <p:cNvPr id="332" name="Straight Connector 331">
                  <a:extLst>
                    <a:ext uri="{FF2B5EF4-FFF2-40B4-BE49-F238E27FC236}">
                      <a16:creationId xmlns:a16="http://schemas.microsoft.com/office/drawing/2014/main" id="{7CB2E53E-C089-4E49-96B3-436C2C42B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087099" y="1905341"/>
                  <a:ext cx="1738526" cy="0"/>
                </a:xfrm>
                <a:prstGeom prst="line">
                  <a:avLst/>
                </a:prstGeom>
                <a:ln w="254000" cap="rnd">
                  <a:solidFill>
                    <a:srgbClr val="660066">
                      <a:alpha val="48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33" name="Group 332">
                  <a:extLst>
                    <a:ext uri="{FF2B5EF4-FFF2-40B4-BE49-F238E27FC236}">
                      <a16:creationId xmlns:a16="http://schemas.microsoft.com/office/drawing/2014/main" id="{440E905D-9448-4FD9-BABD-003A58423BFA}"/>
                    </a:ext>
                  </a:extLst>
                </p:cNvPr>
                <p:cNvGrpSpPr/>
                <p:nvPr/>
              </p:nvGrpSpPr>
              <p:grpSpPr>
                <a:xfrm>
                  <a:off x="752095" y="-23159"/>
                  <a:ext cx="3325301" cy="4642587"/>
                  <a:chOff x="752095" y="-23159"/>
                  <a:chExt cx="3325301" cy="4642587"/>
                </a:xfrm>
              </p:grpSpPr>
              <p:sp>
                <p:nvSpPr>
                  <p:cNvPr id="334" name="Freeform: Shape 333">
                    <a:extLst>
                      <a:ext uri="{FF2B5EF4-FFF2-40B4-BE49-F238E27FC236}">
                        <a16:creationId xmlns:a16="http://schemas.microsoft.com/office/drawing/2014/main" id="{98E9BA65-67F9-4219-A274-105825106D29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8212" y="813820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5" name="Freeform: Shape 334">
                    <a:extLst>
                      <a:ext uri="{FF2B5EF4-FFF2-40B4-BE49-F238E27FC236}">
                        <a16:creationId xmlns:a16="http://schemas.microsoft.com/office/drawing/2014/main" id="{16C3630B-F225-4D4C-9BA7-E4360C09C70F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851386" y="1585991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6" name="Freeform: Shape 335">
                    <a:extLst>
                      <a:ext uri="{FF2B5EF4-FFF2-40B4-BE49-F238E27FC236}">
                        <a16:creationId xmlns:a16="http://schemas.microsoft.com/office/drawing/2014/main" id="{C0AAE8E6-AB2E-4CE9-98C7-6F87C3F47685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2629754" y="1617207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7" name="Freeform: Shape 336">
                    <a:extLst>
                      <a:ext uri="{FF2B5EF4-FFF2-40B4-BE49-F238E27FC236}">
                        <a16:creationId xmlns:a16="http://schemas.microsoft.com/office/drawing/2014/main" id="{90E1CA21-E9C0-45C2-A4D7-D67082C9E160}"/>
                      </a:ext>
                    </a:extLst>
                  </p:cNvPr>
                  <p:cNvSpPr/>
                  <p:nvPr/>
                </p:nvSpPr>
                <p:spPr>
                  <a:xfrm rot="2750059">
                    <a:off x="3425043" y="3310853"/>
                    <a:ext cx="438225" cy="495046"/>
                  </a:xfrm>
                  <a:custGeom>
                    <a:avLst/>
                    <a:gdLst>
                      <a:gd name="connsiteX0" fmla="*/ 37686 w 871782"/>
                      <a:gd name="connsiteY0" fmla="*/ 0 h 984818"/>
                      <a:gd name="connsiteX1" fmla="*/ 58699 w 871782"/>
                      <a:gd name="connsiteY1" fmla="*/ 16267 h 984818"/>
                      <a:gd name="connsiteX2" fmla="*/ 113617 w 871782"/>
                      <a:gd name="connsiteY2" fmla="*/ 10087 h 984818"/>
                      <a:gd name="connsiteX3" fmla="*/ 395038 w 871782"/>
                      <a:gd name="connsiteY3" fmla="*/ 48459 h 984818"/>
                      <a:gd name="connsiteX4" fmla="*/ 650708 w 871782"/>
                      <a:gd name="connsiteY4" fmla="*/ 223323 h 984818"/>
                      <a:gd name="connsiteX5" fmla="*/ 655352 w 871782"/>
                      <a:gd name="connsiteY5" fmla="*/ 230565 h 984818"/>
                      <a:gd name="connsiteX6" fmla="*/ 730911 w 871782"/>
                      <a:gd name="connsiteY6" fmla="*/ 246359 h 984818"/>
                      <a:gd name="connsiteX7" fmla="*/ 802893 w 871782"/>
                      <a:gd name="connsiteY7" fmla="*/ 293864 h 984818"/>
                      <a:gd name="connsiteX8" fmla="*/ 816508 w 871782"/>
                      <a:gd name="connsiteY8" fmla="*/ 592283 h 984818"/>
                      <a:gd name="connsiteX9" fmla="*/ 517818 w 871782"/>
                      <a:gd name="connsiteY9" fmla="*/ 587364 h 984818"/>
                      <a:gd name="connsiteX10" fmla="*/ 504204 w 871782"/>
                      <a:gd name="connsiteY10" fmla="*/ 288944 h 984818"/>
                      <a:gd name="connsiteX11" fmla="*/ 536102 w 871782"/>
                      <a:gd name="connsiteY11" fmla="*/ 262450 h 984818"/>
                      <a:gd name="connsiteX12" fmla="*/ 558391 w 871782"/>
                      <a:gd name="connsiteY12" fmla="*/ 250820 h 984818"/>
                      <a:gd name="connsiteX13" fmla="*/ 537433 w 871782"/>
                      <a:gd name="connsiteY13" fmla="*/ 225762 h 984818"/>
                      <a:gd name="connsiteX14" fmla="*/ 346020 w 871782"/>
                      <a:gd name="connsiteY14" fmla="*/ 123247 h 984818"/>
                      <a:gd name="connsiteX15" fmla="*/ 198368 w 871782"/>
                      <a:gd name="connsiteY15" fmla="*/ 97363 h 984818"/>
                      <a:gd name="connsiteX16" fmla="*/ 154394 w 871782"/>
                      <a:gd name="connsiteY16" fmla="*/ 99266 h 984818"/>
                      <a:gd name="connsiteX17" fmla="*/ 182035 w 871782"/>
                      <a:gd name="connsiteY17" fmla="*/ 126743 h 984818"/>
                      <a:gd name="connsiteX18" fmla="*/ 288974 w 871782"/>
                      <a:gd name="connsiteY18" fmla="*/ 282554 h 984818"/>
                      <a:gd name="connsiteX19" fmla="*/ 353794 w 871782"/>
                      <a:gd name="connsiteY19" fmla="*/ 528683 h 984818"/>
                      <a:gd name="connsiteX20" fmla="*/ 348851 w 871782"/>
                      <a:gd name="connsiteY20" fmla="*/ 567300 h 984818"/>
                      <a:gd name="connsiteX21" fmla="*/ 407314 w 871782"/>
                      <a:gd name="connsiteY21" fmla="*/ 579520 h 984818"/>
                      <a:gd name="connsiteX22" fmla="*/ 479297 w 871782"/>
                      <a:gd name="connsiteY22" fmla="*/ 627024 h 984818"/>
                      <a:gd name="connsiteX23" fmla="*/ 492911 w 871782"/>
                      <a:gd name="connsiteY23" fmla="*/ 925444 h 984818"/>
                      <a:gd name="connsiteX24" fmla="*/ 194222 w 871782"/>
                      <a:gd name="connsiteY24" fmla="*/ 920525 h 984818"/>
                      <a:gd name="connsiteX25" fmla="*/ 180607 w 871782"/>
                      <a:gd name="connsiteY25" fmla="*/ 622105 h 984818"/>
                      <a:gd name="connsiteX26" fmla="*/ 248360 w 871782"/>
                      <a:gd name="connsiteY26" fmla="*/ 576902 h 984818"/>
                      <a:gd name="connsiteX27" fmla="*/ 262718 w 871782"/>
                      <a:gd name="connsiteY27" fmla="*/ 574324 h 984818"/>
                      <a:gd name="connsiteX28" fmla="*/ 267583 w 871782"/>
                      <a:gd name="connsiteY28" fmla="*/ 508949 h 984818"/>
                      <a:gd name="connsiteX29" fmla="*/ 201704 w 871782"/>
                      <a:gd name="connsiteY29" fmla="*/ 302049 h 984818"/>
                      <a:gd name="connsiteX30" fmla="*/ 0 w 871782"/>
                      <a:gd name="connsiteY30" fmla="*/ 79236 h 984818"/>
                      <a:gd name="connsiteX31" fmla="*/ 22016 w 871782"/>
                      <a:gd name="connsiteY31" fmla="*/ 32945 h 984818"/>
                      <a:gd name="connsiteX32" fmla="*/ 17918 w 871782"/>
                      <a:gd name="connsiteY32" fmla="*/ 20857 h 984818"/>
                      <a:gd name="connsiteX33" fmla="*/ 28323 w 871782"/>
                      <a:gd name="connsiteY33" fmla="*/ 19686 h 984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</a:cxnLst>
                    <a:rect l="l" t="t" r="r" b="b"/>
                    <a:pathLst>
                      <a:path w="871782" h="984818">
                        <a:moveTo>
                          <a:pt x="37686" y="0"/>
                        </a:moveTo>
                        <a:lnTo>
                          <a:pt x="58699" y="16267"/>
                        </a:lnTo>
                        <a:lnTo>
                          <a:pt x="113617" y="10087"/>
                        </a:lnTo>
                        <a:cubicBezTo>
                          <a:pt x="209893" y="5283"/>
                          <a:pt x="306846" y="18305"/>
                          <a:pt x="395038" y="48459"/>
                        </a:cubicBezTo>
                        <a:cubicBezTo>
                          <a:pt x="505486" y="86223"/>
                          <a:pt x="594203" y="148031"/>
                          <a:pt x="650708" y="223323"/>
                        </a:cubicBezTo>
                        <a:lnTo>
                          <a:pt x="655352" y="230565"/>
                        </a:lnTo>
                        <a:lnTo>
                          <a:pt x="730911" y="246359"/>
                        </a:lnTo>
                        <a:cubicBezTo>
                          <a:pt x="756805" y="257079"/>
                          <a:pt x="781333" y="272922"/>
                          <a:pt x="802893" y="293864"/>
                        </a:cubicBezTo>
                        <a:cubicBezTo>
                          <a:pt x="889134" y="377629"/>
                          <a:pt x="895230" y="511235"/>
                          <a:pt x="816508" y="592283"/>
                        </a:cubicBezTo>
                        <a:cubicBezTo>
                          <a:pt x="737787" y="673331"/>
                          <a:pt x="604059" y="671129"/>
                          <a:pt x="517818" y="587364"/>
                        </a:cubicBezTo>
                        <a:cubicBezTo>
                          <a:pt x="431578" y="503599"/>
                          <a:pt x="425482" y="369992"/>
                          <a:pt x="504204" y="288944"/>
                        </a:cubicBezTo>
                        <a:cubicBezTo>
                          <a:pt x="514044" y="278813"/>
                          <a:pt x="524743" y="269983"/>
                          <a:pt x="536102" y="262450"/>
                        </a:cubicBezTo>
                        <a:lnTo>
                          <a:pt x="558391" y="250820"/>
                        </a:lnTo>
                        <a:lnTo>
                          <a:pt x="537433" y="225762"/>
                        </a:lnTo>
                        <a:cubicBezTo>
                          <a:pt x="488684" y="181757"/>
                          <a:pt x="423241" y="146105"/>
                          <a:pt x="346020" y="123247"/>
                        </a:cubicBezTo>
                        <a:cubicBezTo>
                          <a:pt x="298871" y="109291"/>
                          <a:pt x="249005" y="100621"/>
                          <a:pt x="198368" y="97363"/>
                        </a:cubicBezTo>
                        <a:lnTo>
                          <a:pt x="154394" y="99266"/>
                        </a:lnTo>
                        <a:lnTo>
                          <a:pt x="182035" y="126743"/>
                        </a:lnTo>
                        <a:cubicBezTo>
                          <a:pt x="224538" y="174533"/>
                          <a:pt x="260805" y="227169"/>
                          <a:pt x="288974" y="282554"/>
                        </a:cubicBezTo>
                        <a:cubicBezTo>
                          <a:pt x="331306" y="365788"/>
                          <a:pt x="352940" y="450369"/>
                          <a:pt x="353794" y="528683"/>
                        </a:cubicBezTo>
                        <a:lnTo>
                          <a:pt x="348851" y="567300"/>
                        </a:lnTo>
                        <a:lnTo>
                          <a:pt x="407314" y="579520"/>
                        </a:lnTo>
                        <a:cubicBezTo>
                          <a:pt x="433208" y="590240"/>
                          <a:pt x="457736" y="606083"/>
                          <a:pt x="479297" y="627024"/>
                        </a:cubicBezTo>
                        <a:cubicBezTo>
                          <a:pt x="565537" y="710790"/>
                          <a:pt x="571633" y="844396"/>
                          <a:pt x="492911" y="925444"/>
                        </a:cubicBezTo>
                        <a:cubicBezTo>
                          <a:pt x="414190" y="1006492"/>
                          <a:pt x="280462" y="1004290"/>
                          <a:pt x="194222" y="920525"/>
                        </a:cubicBezTo>
                        <a:cubicBezTo>
                          <a:pt x="107981" y="836760"/>
                          <a:pt x="101885" y="703153"/>
                          <a:pt x="180607" y="622105"/>
                        </a:cubicBezTo>
                        <a:cubicBezTo>
                          <a:pt x="200287" y="601843"/>
                          <a:pt x="223405" y="586784"/>
                          <a:pt x="248360" y="576902"/>
                        </a:cubicBezTo>
                        <a:lnTo>
                          <a:pt x="262718" y="574324"/>
                        </a:lnTo>
                        <a:lnTo>
                          <a:pt x="267583" y="508949"/>
                        </a:lnTo>
                        <a:cubicBezTo>
                          <a:pt x="263275" y="443418"/>
                          <a:pt x="241170" y="372247"/>
                          <a:pt x="201704" y="302049"/>
                        </a:cubicBezTo>
                        <a:cubicBezTo>
                          <a:pt x="153510" y="216325"/>
                          <a:pt x="82785" y="138198"/>
                          <a:pt x="0" y="79236"/>
                        </a:cubicBezTo>
                        <a:lnTo>
                          <a:pt x="22016" y="32945"/>
                        </a:lnTo>
                        <a:lnTo>
                          <a:pt x="17918" y="20857"/>
                        </a:lnTo>
                        <a:lnTo>
                          <a:pt x="28323" y="19686"/>
                        </a:lnTo>
                        <a:close/>
                      </a:path>
                    </a:pathLst>
                  </a:custGeom>
                  <a:solidFill>
                    <a:srgbClr val="C0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8" name="Freeform: Shape 337">
                    <a:extLst>
                      <a:ext uri="{FF2B5EF4-FFF2-40B4-BE49-F238E27FC236}">
                        <a16:creationId xmlns:a16="http://schemas.microsoft.com/office/drawing/2014/main" id="{4E4AE4EE-CEEE-4176-96C8-E41475F581D4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745137" y="2490438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39" name="Freeform: Shape 338">
                    <a:extLst>
                      <a:ext uri="{FF2B5EF4-FFF2-40B4-BE49-F238E27FC236}">
                        <a16:creationId xmlns:a16="http://schemas.microsoft.com/office/drawing/2014/main" id="{635C763F-CFE5-45EF-9A5A-9BE84F3273BF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3392450" y="2460249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340" name="Freeform: Shape 339">
                    <a:extLst>
                      <a:ext uri="{FF2B5EF4-FFF2-40B4-BE49-F238E27FC236}">
                        <a16:creationId xmlns:a16="http://schemas.microsoft.com/office/drawing/2014/main" id="{A1A27F8E-540F-4F66-9CB5-698811D6EE9C}"/>
                      </a:ext>
                    </a:extLst>
                  </p:cNvPr>
                  <p:cNvSpPr/>
                  <p:nvPr/>
                </p:nvSpPr>
                <p:spPr>
                  <a:xfrm>
                    <a:off x="758756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41" name="Freeform: Shape 340">
                    <a:extLst>
                      <a:ext uri="{FF2B5EF4-FFF2-40B4-BE49-F238E27FC236}">
                        <a16:creationId xmlns:a16="http://schemas.microsoft.com/office/drawing/2014/main" id="{647943A0-608E-4D22-A0F0-2240ACF62AF3}"/>
                      </a:ext>
                    </a:extLst>
                  </p:cNvPr>
                  <p:cNvSpPr/>
                  <p:nvPr/>
                </p:nvSpPr>
                <p:spPr>
                  <a:xfrm rot="7313666">
                    <a:off x="1661254" y="796081"/>
                    <a:ext cx="690109" cy="493909"/>
                  </a:xfrm>
                  <a:custGeom>
                    <a:avLst/>
                    <a:gdLst>
                      <a:gd name="connsiteX0" fmla="*/ 4351836 w 8420060"/>
                      <a:gd name="connsiteY0" fmla="*/ 2137819 h 6026219"/>
                      <a:gd name="connsiteX1" fmla="*/ 4516050 w 8420060"/>
                      <a:gd name="connsiteY1" fmla="*/ 2103629 h 6026219"/>
                      <a:gd name="connsiteX2" fmla="*/ 4623925 w 8420060"/>
                      <a:gd name="connsiteY2" fmla="*/ 2095100 h 6026219"/>
                      <a:gd name="connsiteX3" fmla="*/ 4682417 w 8420060"/>
                      <a:gd name="connsiteY3" fmla="*/ 2096642 h 6026219"/>
                      <a:gd name="connsiteX4" fmla="*/ 4686946 w 8420060"/>
                      <a:gd name="connsiteY4" fmla="*/ 2083338 h 6026219"/>
                      <a:gd name="connsiteX5" fmla="*/ 4705827 w 8420060"/>
                      <a:gd name="connsiteY5" fmla="*/ 2049241 h 6026219"/>
                      <a:gd name="connsiteX6" fmla="*/ 4573340 w 8420060"/>
                      <a:gd name="connsiteY6" fmla="*/ 2076826 h 6026219"/>
                      <a:gd name="connsiteX7" fmla="*/ 4402728 w 8420060"/>
                      <a:gd name="connsiteY7" fmla="*/ 2085065 h 6026219"/>
                      <a:gd name="connsiteX8" fmla="*/ 4358901 w 8420060"/>
                      <a:gd name="connsiteY8" fmla="*/ 2079366 h 6026219"/>
                      <a:gd name="connsiteX9" fmla="*/ 4834686 w 8420060"/>
                      <a:gd name="connsiteY9" fmla="*/ 4422219 h 6026219"/>
                      <a:gd name="connsiteX10" fmla="*/ 4853004 w 8420060"/>
                      <a:gd name="connsiteY10" fmla="*/ 4398750 h 6026219"/>
                      <a:gd name="connsiteX11" fmla="*/ 4863423 w 8420060"/>
                      <a:gd name="connsiteY11" fmla="*/ 4388781 h 6026219"/>
                      <a:gd name="connsiteX12" fmla="*/ 4855938 w 8420060"/>
                      <a:gd name="connsiteY12" fmla="*/ 4383841 h 6026219"/>
                      <a:gd name="connsiteX13" fmla="*/ 1556197 w 8420060"/>
                      <a:gd name="connsiteY13" fmla="*/ 4542582 h 6026219"/>
                      <a:gd name="connsiteX14" fmla="*/ 2035093 w 8420060"/>
                      <a:gd name="connsiteY14" fmla="*/ 4733117 h 6026219"/>
                      <a:gd name="connsiteX15" fmla="*/ 2060586 w 8420060"/>
                      <a:gd name="connsiteY15" fmla="*/ 4674299 h 6026219"/>
                      <a:gd name="connsiteX16" fmla="*/ 2367819 w 8420060"/>
                      <a:gd name="connsiteY16" fmla="*/ 4303823 h 6026219"/>
                      <a:gd name="connsiteX17" fmla="*/ 2387789 w 8420060"/>
                      <a:gd name="connsiteY17" fmla="*/ 4289426 h 6026219"/>
                      <a:gd name="connsiteX18" fmla="*/ 2277995 w 8420060"/>
                      <a:gd name="connsiteY18" fmla="*/ 4216969 h 6026219"/>
                      <a:gd name="connsiteX19" fmla="*/ 2209269 w 8420060"/>
                      <a:gd name="connsiteY19" fmla="*/ 4136168 h 6026219"/>
                      <a:gd name="connsiteX20" fmla="*/ 563741 w 8420060"/>
                      <a:gd name="connsiteY20" fmla="*/ 6026219 h 6026219"/>
                      <a:gd name="connsiteX21" fmla="*/ 563743 w 8420060"/>
                      <a:gd name="connsiteY21" fmla="*/ 4644828 h 6026219"/>
                      <a:gd name="connsiteX22" fmla="*/ 0 w 8420060"/>
                      <a:gd name="connsiteY22" fmla="*/ 4600174 h 6026219"/>
                      <a:gd name="connsiteX23" fmla="*/ 23605 w 8420060"/>
                      <a:gd name="connsiteY23" fmla="*/ 4302173 h 6026219"/>
                      <a:gd name="connsiteX24" fmla="*/ 1224376 w 8420060"/>
                      <a:gd name="connsiteY24" fmla="*/ 4397285 h 6026219"/>
                      <a:gd name="connsiteX25" fmla="*/ 2064668 w 8420060"/>
                      <a:gd name="connsiteY25" fmla="*/ 3874362 h 6026219"/>
                      <a:gd name="connsiteX26" fmla="*/ 1983864 w 8420060"/>
                      <a:gd name="connsiteY26" fmla="*/ 3878264 h 6026219"/>
                      <a:gd name="connsiteX27" fmla="*/ 1478759 w 8420060"/>
                      <a:gd name="connsiteY27" fmla="*/ 3625480 h 6026219"/>
                      <a:gd name="connsiteX28" fmla="*/ 1974941 w 8420060"/>
                      <a:gd name="connsiteY28" fmla="*/ 2514678 h 6026219"/>
                      <a:gd name="connsiteX29" fmla="*/ 2514959 w 8420060"/>
                      <a:gd name="connsiteY29" fmla="*/ 2315592 h 6026219"/>
                      <a:gd name="connsiteX30" fmla="*/ 2562657 w 8420060"/>
                      <a:gd name="connsiteY30" fmla="*/ 2313288 h 6026219"/>
                      <a:gd name="connsiteX31" fmla="*/ 2574784 w 8420060"/>
                      <a:gd name="connsiteY31" fmla="*/ 2277668 h 6026219"/>
                      <a:gd name="connsiteX32" fmla="*/ 3074662 w 8420060"/>
                      <a:gd name="connsiteY32" fmla="*/ 1731681 h 6026219"/>
                      <a:gd name="connsiteX33" fmla="*/ 3785291 w 8420060"/>
                      <a:gd name="connsiteY33" fmla="*/ 1524357 h 6026219"/>
                      <a:gd name="connsiteX34" fmla="*/ 3829117 w 8420060"/>
                      <a:gd name="connsiteY34" fmla="*/ 1530056 h 6026219"/>
                      <a:gd name="connsiteX35" fmla="*/ 3842653 w 8420060"/>
                      <a:gd name="connsiteY35" fmla="*/ 1418071 h 6026219"/>
                      <a:gd name="connsiteX36" fmla="*/ 4393805 w 8420060"/>
                      <a:gd name="connsiteY36" fmla="*/ 721479 h 6026219"/>
                      <a:gd name="connsiteX37" fmla="*/ 5104435 w 8420060"/>
                      <a:gd name="connsiteY37" fmla="*/ 514154 h 6026219"/>
                      <a:gd name="connsiteX38" fmla="*/ 5251327 w 8420060"/>
                      <a:gd name="connsiteY38" fmla="*/ 533257 h 6026219"/>
                      <a:gd name="connsiteX39" fmla="*/ 5350783 w 8420060"/>
                      <a:gd name="connsiteY39" fmla="*/ 438096 h 6026219"/>
                      <a:gd name="connsiteX40" fmla="*/ 5515979 w 8420060"/>
                      <a:gd name="connsiteY40" fmla="*/ 318999 h 6026219"/>
                      <a:gd name="connsiteX41" fmla="*/ 6731714 w 8420060"/>
                      <a:gd name="connsiteY41" fmla="*/ 364457 h 6026219"/>
                      <a:gd name="connsiteX42" fmla="*/ 6786831 w 8420060"/>
                      <a:gd name="connsiteY42" fmla="*/ 491793 h 6026219"/>
                      <a:gd name="connsiteX43" fmla="*/ 6800183 w 8420060"/>
                      <a:gd name="connsiteY43" fmla="*/ 597315 h 6026219"/>
                      <a:gd name="connsiteX44" fmla="*/ 6825664 w 8420060"/>
                      <a:gd name="connsiteY44" fmla="*/ 557244 h 6026219"/>
                      <a:gd name="connsiteX45" fmla="*/ 7104837 w 8420060"/>
                      <a:gd name="connsiteY45" fmla="*/ 276312 h 6026219"/>
                      <a:gd name="connsiteX46" fmla="*/ 8319307 w 8420060"/>
                      <a:gd name="connsiteY46" fmla="*/ 204603 h 6026219"/>
                      <a:gd name="connsiteX47" fmla="*/ 7932288 w 8420060"/>
                      <a:gd name="connsiteY47" fmla="*/ 1357987 h 6026219"/>
                      <a:gd name="connsiteX48" fmla="*/ 7762504 w 8420060"/>
                      <a:gd name="connsiteY48" fmla="*/ 1470448 h 6026219"/>
                      <a:gd name="connsiteX49" fmla="*/ 7619427 w 8420060"/>
                      <a:gd name="connsiteY49" fmla="*/ 1538919 h 6026219"/>
                      <a:gd name="connsiteX50" fmla="*/ 7594862 w 8420060"/>
                      <a:gd name="connsiteY50" fmla="*/ 1611074 h 6026219"/>
                      <a:gd name="connsiteX51" fmla="*/ 7399888 w 8420060"/>
                      <a:gd name="connsiteY51" fmla="*/ 1904288 h 6026219"/>
                      <a:gd name="connsiteX52" fmla="*/ 7316927 w 8420060"/>
                      <a:gd name="connsiteY52" fmla="*/ 1983666 h 6026219"/>
                      <a:gd name="connsiteX53" fmla="*/ 7432921 w 8420060"/>
                      <a:gd name="connsiteY53" fmla="*/ 2060215 h 6026219"/>
                      <a:gd name="connsiteX54" fmla="*/ 7522819 w 8420060"/>
                      <a:gd name="connsiteY54" fmla="*/ 2165907 h 6026219"/>
                      <a:gd name="connsiteX55" fmla="*/ 7026637 w 8420060"/>
                      <a:gd name="connsiteY55" fmla="*/ 3276709 h 6026219"/>
                      <a:gd name="connsiteX56" fmla="*/ 6665186 w 8420060"/>
                      <a:gd name="connsiteY56" fmla="*/ 3438616 h 6026219"/>
                      <a:gd name="connsiteX57" fmla="*/ 6542742 w 8420060"/>
                      <a:gd name="connsiteY57" fmla="*/ 3464110 h 6026219"/>
                      <a:gd name="connsiteX58" fmla="*/ 6544166 w 8420060"/>
                      <a:gd name="connsiteY58" fmla="*/ 3475368 h 6026219"/>
                      <a:gd name="connsiteX59" fmla="*/ 6280113 w 8420060"/>
                      <a:gd name="connsiteY59" fmla="*/ 4066503 h 6026219"/>
                      <a:gd name="connsiteX60" fmla="*/ 6269694 w 8420060"/>
                      <a:gd name="connsiteY60" fmla="*/ 4076473 h 6026219"/>
                      <a:gd name="connsiteX61" fmla="*/ 6283745 w 8420060"/>
                      <a:gd name="connsiteY61" fmla="*/ 4085746 h 6026219"/>
                      <a:gd name="connsiteX62" fmla="*/ 6373643 w 8420060"/>
                      <a:gd name="connsiteY62" fmla="*/ 4191437 h 6026219"/>
                      <a:gd name="connsiteX63" fmla="*/ 5877460 w 8420060"/>
                      <a:gd name="connsiteY63" fmla="*/ 5302239 h 6026219"/>
                      <a:gd name="connsiteX64" fmla="*/ 4702931 w 8420060"/>
                      <a:gd name="connsiteY64" fmla="*/ 5313140 h 6026219"/>
                      <a:gd name="connsiteX65" fmla="*/ 4693693 w 8420060"/>
                      <a:gd name="connsiteY65" fmla="*/ 5300504 h 6026219"/>
                      <a:gd name="connsiteX66" fmla="*/ 4644795 w 8420060"/>
                      <a:gd name="connsiteY66" fmla="*/ 5363153 h 6026219"/>
                      <a:gd name="connsiteX67" fmla="*/ 4339890 w 8420060"/>
                      <a:gd name="connsiteY67" fmla="*/ 5615925 h 6026219"/>
                      <a:gd name="connsiteX68" fmla="*/ 3124155 w 8420060"/>
                      <a:gd name="connsiteY68" fmla="*/ 5570467 h 6026219"/>
                      <a:gd name="connsiteX69" fmla="*/ 3069038 w 8420060"/>
                      <a:gd name="connsiteY69" fmla="*/ 5443131 h 6026219"/>
                      <a:gd name="connsiteX70" fmla="*/ 3068411 w 8420060"/>
                      <a:gd name="connsiteY70" fmla="*/ 5438178 h 6026219"/>
                      <a:gd name="connsiteX71" fmla="*/ 2891117 w 8420060"/>
                      <a:gd name="connsiteY71" fmla="*/ 5502894 h 6026219"/>
                      <a:gd name="connsiteX72" fmla="*/ 2036833 w 8420060"/>
                      <a:gd name="connsiteY72" fmla="*/ 5295528 h 6026219"/>
                      <a:gd name="connsiteX73" fmla="*/ 1965069 w 8420060"/>
                      <a:gd name="connsiteY73" fmla="*/ 5064425 h 6026219"/>
                      <a:gd name="connsiteX74" fmla="*/ 1966826 w 8420060"/>
                      <a:gd name="connsiteY74" fmla="*/ 5027683 h 6026219"/>
                      <a:gd name="connsiteX75" fmla="*/ 1114125 w 8420060"/>
                      <a:gd name="connsiteY75" fmla="*/ 4688423 h 6026219"/>
                      <a:gd name="connsiteX76" fmla="*/ 862678 w 8420060"/>
                      <a:gd name="connsiteY76" fmla="*/ 4668506 h 6026219"/>
                      <a:gd name="connsiteX77" fmla="*/ 862677 w 8420060"/>
                      <a:gd name="connsiteY77" fmla="*/ 6026218 h 602621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</a:cxnLst>
                    <a:rect l="l" t="t" r="r" b="b"/>
                    <a:pathLst>
                      <a:path w="8420060" h="6026219">
                        <a:moveTo>
                          <a:pt x="4351836" y="2137819"/>
                        </a:moveTo>
                        <a:lnTo>
                          <a:pt x="4516050" y="2103629"/>
                        </a:lnTo>
                        <a:cubicBezTo>
                          <a:pt x="4552593" y="2098904"/>
                          <a:pt x="4588617" y="2096064"/>
                          <a:pt x="4623925" y="2095100"/>
                        </a:cubicBezTo>
                        <a:lnTo>
                          <a:pt x="4682417" y="2096642"/>
                        </a:lnTo>
                        <a:lnTo>
                          <a:pt x="4686946" y="2083338"/>
                        </a:lnTo>
                        <a:lnTo>
                          <a:pt x="4705827" y="2049241"/>
                        </a:lnTo>
                        <a:lnTo>
                          <a:pt x="4573340" y="2076826"/>
                        </a:lnTo>
                        <a:cubicBezTo>
                          <a:pt x="4514871" y="2084386"/>
                          <a:pt x="4457729" y="2087122"/>
                          <a:pt x="4402728" y="2085065"/>
                        </a:cubicBezTo>
                        <a:lnTo>
                          <a:pt x="4358901" y="2079366"/>
                        </a:lnTo>
                        <a:close/>
                        <a:moveTo>
                          <a:pt x="4834686" y="4422219"/>
                        </a:moveTo>
                        <a:lnTo>
                          <a:pt x="4853004" y="4398750"/>
                        </a:lnTo>
                        <a:lnTo>
                          <a:pt x="4863423" y="4388781"/>
                        </a:lnTo>
                        <a:lnTo>
                          <a:pt x="4855938" y="4383841"/>
                        </a:lnTo>
                        <a:close/>
                        <a:moveTo>
                          <a:pt x="1556197" y="4542582"/>
                        </a:moveTo>
                        <a:lnTo>
                          <a:pt x="2035093" y="4733117"/>
                        </a:lnTo>
                        <a:lnTo>
                          <a:pt x="2060586" y="4674299"/>
                        </a:lnTo>
                        <a:cubicBezTo>
                          <a:pt x="2129716" y="4543043"/>
                          <a:pt x="2234132" y="4415063"/>
                          <a:pt x="2367819" y="4303823"/>
                        </a:cubicBezTo>
                        <a:lnTo>
                          <a:pt x="2387789" y="4289426"/>
                        </a:lnTo>
                        <a:lnTo>
                          <a:pt x="2277995" y="4216969"/>
                        </a:lnTo>
                        <a:lnTo>
                          <a:pt x="2209269" y="4136168"/>
                        </a:lnTo>
                        <a:close/>
                        <a:moveTo>
                          <a:pt x="563741" y="6026219"/>
                        </a:moveTo>
                        <a:lnTo>
                          <a:pt x="563743" y="4644828"/>
                        </a:lnTo>
                        <a:lnTo>
                          <a:pt x="0" y="4600174"/>
                        </a:lnTo>
                        <a:lnTo>
                          <a:pt x="23605" y="4302173"/>
                        </a:lnTo>
                        <a:lnTo>
                          <a:pt x="1224376" y="4397285"/>
                        </a:lnTo>
                        <a:lnTo>
                          <a:pt x="2064668" y="3874362"/>
                        </a:lnTo>
                        <a:lnTo>
                          <a:pt x="1983864" y="3878264"/>
                        </a:lnTo>
                        <a:cubicBezTo>
                          <a:pt x="1763859" y="3870038"/>
                          <a:pt x="1578108" y="3785127"/>
                          <a:pt x="1478759" y="3625480"/>
                        </a:cubicBezTo>
                        <a:cubicBezTo>
                          <a:pt x="1280059" y="3306187"/>
                          <a:pt x="1502208" y="2808864"/>
                          <a:pt x="1974941" y="2514678"/>
                        </a:cubicBezTo>
                        <a:cubicBezTo>
                          <a:pt x="2152215" y="2404358"/>
                          <a:pt x="2339555" y="2338270"/>
                          <a:pt x="2514959" y="2315592"/>
                        </a:cubicBezTo>
                        <a:lnTo>
                          <a:pt x="2562657" y="2313288"/>
                        </a:lnTo>
                        <a:lnTo>
                          <a:pt x="2574784" y="2277668"/>
                        </a:lnTo>
                        <a:cubicBezTo>
                          <a:pt x="2664575" y="2076652"/>
                          <a:pt x="2838296" y="1878775"/>
                          <a:pt x="3074662" y="1731681"/>
                        </a:cubicBezTo>
                        <a:cubicBezTo>
                          <a:pt x="3311027" y="1584589"/>
                          <a:pt x="3565286" y="1516130"/>
                          <a:pt x="3785291" y="1524357"/>
                        </a:cubicBezTo>
                        <a:lnTo>
                          <a:pt x="3829117" y="1530056"/>
                        </a:lnTo>
                        <a:lnTo>
                          <a:pt x="3842653" y="1418071"/>
                        </a:lnTo>
                        <a:cubicBezTo>
                          <a:pt x="3900774" y="1168562"/>
                          <a:pt x="4098347" y="905346"/>
                          <a:pt x="4393805" y="721479"/>
                        </a:cubicBezTo>
                        <a:cubicBezTo>
                          <a:pt x="4630171" y="574386"/>
                          <a:pt x="4884430" y="505927"/>
                          <a:pt x="5104435" y="514154"/>
                        </a:cubicBezTo>
                        <a:lnTo>
                          <a:pt x="5251327" y="533257"/>
                        </a:lnTo>
                        <a:lnTo>
                          <a:pt x="5350783" y="438096"/>
                        </a:lnTo>
                        <a:cubicBezTo>
                          <a:pt x="5401711" y="395720"/>
                          <a:pt x="5456887" y="355772"/>
                          <a:pt x="5515979" y="318999"/>
                        </a:cubicBezTo>
                        <a:cubicBezTo>
                          <a:pt x="5988711" y="24812"/>
                          <a:pt x="6533015" y="45164"/>
                          <a:pt x="6731714" y="364457"/>
                        </a:cubicBezTo>
                        <a:cubicBezTo>
                          <a:pt x="6756551" y="404369"/>
                          <a:pt x="6774813" y="447062"/>
                          <a:pt x="6786831" y="491793"/>
                        </a:cubicBezTo>
                        <a:lnTo>
                          <a:pt x="6800183" y="597315"/>
                        </a:lnTo>
                        <a:lnTo>
                          <a:pt x="6825664" y="557244"/>
                        </a:lnTo>
                        <a:cubicBezTo>
                          <a:pt x="6900528" y="456592"/>
                          <a:pt x="6994277" y="360887"/>
                          <a:pt x="7104837" y="276312"/>
                        </a:cubicBezTo>
                        <a:cubicBezTo>
                          <a:pt x="7547076" y="-61988"/>
                          <a:pt x="8090813" y="-94094"/>
                          <a:pt x="8319307" y="204603"/>
                        </a:cubicBezTo>
                        <a:cubicBezTo>
                          <a:pt x="8547801" y="503300"/>
                          <a:pt x="8374526" y="1019687"/>
                          <a:pt x="7932288" y="1357987"/>
                        </a:cubicBezTo>
                        <a:cubicBezTo>
                          <a:pt x="7877008" y="1400274"/>
                          <a:pt x="7820142" y="1437777"/>
                          <a:pt x="7762504" y="1470448"/>
                        </a:cubicBezTo>
                        <a:lnTo>
                          <a:pt x="7619427" y="1538919"/>
                        </a:lnTo>
                        <a:lnTo>
                          <a:pt x="7594862" y="1611074"/>
                        </a:lnTo>
                        <a:cubicBezTo>
                          <a:pt x="7549966" y="1711582"/>
                          <a:pt x="7484088" y="1811305"/>
                          <a:pt x="7399888" y="1904288"/>
                        </a:cubicBezTo>
                        <a:lnTo>
                          <a:pt x="7316927" y="1983666"/>
                        </a:lnTo>
                        <a:lnTo>
                          <a:pt x="7432921" y="2060215"/>
                        </a:lnTo>
                        <a:cubicBezTo>
                          <a:pt x="7467744" y="2090754"/>
                          <a:pt x="7497981" y="2125995"/>
                          <a:pt x="7522819" y="2165907"/>
                        </a:cubicBezTo>
                        <a:cubicBezTo>
                          <a:pt x="7721518" y="2485200"/>
                          <a:pt x="7499369" y="2982523"/>
                          <a:pt x="7026637" y="3276709"/>
                        </a:cubicBezTo>
                        <a:cubicBezTo>
                          <a:pt x="6908454" y="3350256"/>
                          <a:pt x="6785797" y="3404144"/>
                          <a:pt x="6665186" y="3438616"/>
                        </a:cubicBezTo>
                        <a:lnTo>
                          <a:pt x="6542742" y="3464110"/>
                        </a:lnTo>
                        <a:lnTo>
                          <a:pt x="6544166" y="3475368"/>
                        </a:lnTo>
                        <a:cubicBezTo>
                          <a:pt x="6543625" y="3667611"/>
                          <a:pt x="6448513" y="3880538"/>
                          <a:pt x="6280113" y="4066503"/>
                        </a:cubicBezTo>
                        <a:lnTo>
                          <a:pt x="6269694" y="4076473"/>
                        </a:lnTo>
                        <a:lnTo>
                          <a:pt x="6283745" y="4085746"/>
                        </a:lnTo>
                        <a:cubicBezTo>
                          <a:pt x="6318568" y="4116285"/>
                          <a:pt x="6348805" y="4151525"/>
                          <a:pt x="6373643" y="4191437"/>
                        </a:cubicBezTo>
                        <a:cubicBezTo>
                          <a:pt x="6572342" y="4510730"/>
                          <a:pt x="6350193" y="5008053"/>
                          <a:pt x="5877460" y="5302239"/>
                        </a:cubicBezTo>
                        <a:cubicBezTo>
                          <a:pt x="5434275" y="5578038"/>
                          <a:pt x="4928185" y="5577388"/>
                          <a:pt x="4702931" y="5313140"/>
                        </a:cubicBezTo>
                        <a:lnTo>
                          <a:pt x="4693693" y="5300504"/>
                        </a:lnTo>
                        <a:lnTo>
                          <a:pt x="4644795" y="5363153"/>
                        </a:lnTo>
                        <a:cubicBezTo>
                          <a:pt x="4560595" y="5456136"/>
                          <a:pt x="4458074" y="5542378"/>
                          <a:pt x="4339890" y="5615925"/>
                        </a:cubicBezTo>
                        <a:cubicBezTo>
                          <a:pt x="3867158" y="5910111"/>
                          <a:pt x="3322854" y="5889759"/>
                          <a:pt x="3124155" y="5570467"/>
                        </a:cubicBezTo>
                        <a:cubicBezTo>
                          <a:pt x="3099318" y="5530555"/>
                          <a:pt x="3081056" y="5487862"/>
                          <a:pt x="3069038" y="5443131"/>
                        </a:cubicBezTo>
                        <a:lnTo>
                          <a:pt x="3068411" y="5438178"/>
                        </a:lnTo>
                        <a:lnTo>
                          <a:pt x="2891117" y="5502894"/>
                        </a:lnTo>
                        <a:cubicBezTo>
                          <a:pt x="2529284" y="5606313"/>
                          <a:pt x="2185857" y="5534998"/>
                          <a:pt x="2036833" y="5295528"/>
                        </a:cubicBezTo>
                        <a:cubicBezTo>
                          <a:pt x="1993367" y="5225683"/>
                          <a:pt x="1970040" y="5147319"/>
                          <a:pt x="1965069" y="5064425"/>
                        </a:cubicBezTo>
                        <a:lnTo>
                          <a:pt x="1966826" y="5027683"/>
                        </a:lnTo>
                        <a:lnTo>
                          <a:pt x="1114125" y="4688423"/>
                        </a:lnTo>
                        <a:lnTo>
                          <a:pt x="862678" y="4668506"/>
                        </a:lnTo>
                        <a:lnTo>
                          <a:pt x="862677" y="6026218"/>
                        </a:lnTo>
                        <a:close/>
                      </a:path>
                    </a:pathLst>
                  </a:custGeom>
                  <a:solidFill>
                    <a:srgbClr val="6600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342" name="Freeform: Shape 341">
                    <a:extLst>
                      <a:ext uri="{FF2B5EF4-FFF2-40B4-BE49-F238E27FC236}">
                        <a16:creationId xmlns:a16="http://schemas.microsoft.com/office/drawing/2014/main" id="{9DA29387-026F-4293-A877-18A43E8587E8}"/>
                      </a:ext>
                    </a:extLst>
                  </p:cNvPr>
                  <p:cNvSpPr/>
                  <p:nvPr/>
                </p:nvSpPr>
                <p:spPr>
                  <a:xfrm>
                    <a:off x="3310067" y="-23159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43" name="Freeform: Shape 342">
                    <a:extLst>
                      <a:ext uri="{FF2B5EF4-FFF2-40B4-BE49-F238E27FC236}">
                        <a16:creationId xmlns:a16="http://schemas.microsoft.com/office/drawing/2014/main" id="{6ABF445B-0457-46F4-AC84-8C369DF29F1C}"/>
                      </a:ext>
                    </a:extLst>
                  </p:cNvPr>
                  <p:cNvSpPr/>
                  <p:nvPr/>
                </p:nvSpPr>
                <p:spPr>
                  <a:xfrm rot="19185010">
                    <a:off x="752095" y="3315060"/>
                    <a:ext cx="728206" cy="490394"/>
                  </a:xfrm>
                  <a:custGeom>
                    <a:avLst/>
                    <a:gdLst>
                      <a:gd name="connsiteX0" fmla="*/ 3922602 w 3922602"/>
                      <a:gd name="connsiteY0" fmla="*/ 1025189 h 2641584"/>
                      <a:gd name="connsiteX1" fmla="*/ 3922602 w 3922602"/>
                      <a:gd name="connsiteY1" fmla="*/ 1270868 h 2641584"/>
                      <a:gd name="connsiteX2" fmla="*/ 3570130 w 3922602"/>
                      <a:gd name="connsiteY2" fmla="*/ 1270868 h 2641584"/>
                      <a:gd name="connsiteX3" fmla="*/ 3570042 w 3922602"/>
                      <a:gd name="connsiteY3" fmla="*/ 1293605 h 2641584"/>
                      <a:gd name="connsiteX4" fmla="*/ 3341106 w 3922602"/>
                      <a:gd name="connsiteY4" fmla="*/ 1762875 h 2641584"/>
                      <a:gd name="connsiteX5" fmla="*/ 3271845 w 3922602"/>
                      <a:gd name="connsiteY5" fmla="*/ 1830987 h 2641584"/>
                      <a:gd name="connsiteX6" fmla="*/ 3271612 w 3922602"/>
                      <a:gd name="connsiteY6" fmla="*/ 1831476 h 2641584"/>
                      <a:gd name="connsiteX7" fmla="*/ 1936347 w 3922602"/>
                      <a:gd name="connsiteY7" fmla="*/ 2634914 h 2641584"/>
                      <a:gd name="connsiteX8" fmla="*/ 674674 w 3922602"/>
                      <a:gd name="connsiteY8" fmla="*/ 2258234 h 2641584"/>
                      <a:gd name="connsiteX9" fmla="*/ 580813 w 3922602"/>
                      <a:gd name="connsiteY9" fmla="*/ 2170007 h 2641584"/>
                      <a:gd name="connsiteX10" fmla="*/ 464286 w 3922602"/>
                      <a:gd name="connsiteY10" fmla="*/ 2108513 h 2641584"/>
                      <a:gd name="connsiteX11" fmla="*/ 2113 w 3922602"/>
                      <a:gd name="connsiteY11" fmla="*/ 1483441 h 2641584"/>
                      <a:gd name="connsiteX12" fmla="*/ 354776 w 3922602"/>
                      <a:gd name="connsiteY12" fmla="*/ 790659 h 2641584"/>
                      <a:gd name="connsiteX13" fmla="*/ 429374 w 3922602"/>
                      <a:gd name="connsiteY13" fmla="*/ 733787 h 2641584"/>
                      <a:gd name="connsiteX14" fmla="*/ 452999 w 3922602"/>
                      <a:gd name="connsiteY14" fmla="*/ 695168 h 2641584"/>
                      <a:gd name="connsiteX15" fmla="*/ 1717949 w 3922602"/>
                      <a:gd name="connsiteY15" fmla="*/ 6670 h 2641584"/>
                      <a:gd name="connsiteX16" fmla="*/ 3167511 w 3922602"/>
                      <a:gd name="connsiteY16" fmla="*/ 578699 h 2641584"/>
                      <a:gd name="connsiteX17" fmla="*/ 3194785 w 3922602"/>
                      <a:gd name="connsiteY17" fmla="*/ 617817 h 2641584"/>
                      <a:gd name="connsiteX18" fmla="*/ 3267517 w 3922602"/>
                      <a:gd name="connsiteY18" fmla="*/ 671238 h 2641584"/>
                      <a:gd name="connsiteX19" fmla="*/ 3516857 w 3922602"/>
                      <a:gd name="connsiteY19" fmla="*/ 981168 h 2641584"/>
                      <a:gd name="connsiteX20" fmla="*/ 3532427 w 3922602"/>
                      <a:gd name="connsiteY20" fmla="*/ 1025189 h 2641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</a:cxnLst>
                    <a:rect l="l" t="t" r="r" b="b"/>
                    <a:pathLst>
                      <a:path w="3922602" h="2641584">
                        <a:moveTo>
                          <a:pt x="3922602" y="1025189"/>
                        </a:moveTo>
                        <a:lnTo>
                          <a:pt x="3922602" y="1270868"/>
                        </a:lnTo>
                        <a:lnTo>
                          <a:pt x="3570130" y="1270868"/>
                        </a:lnTo>
                        <a:lnTo>
                          <a:pt x="3570042" y="1293605"/>
                        </a:lnTo>
                        <a:cubicBezTo>
                          <a:pt x="3555055" y="1459214"/>
                          <a:pt x="3473858" y="1619043"/>
                          <a:pt x="3341106" y="1762875"/>
                        </a:cubicBezTo>
                        <a:lnTo>
                          <a:pt x="3271845" y="1830987"/>
                        </a:lnTo>
                        <a:lnTo>
                          <a:pt x="3271612" y="1831476"/>
                        </a:lnTo>
                        <a:cubicBezTo>
                          <a:pt x="3037497" y="2263404"/>
                          <a:pt x="2537610" y="2584951"/>
                          <a:pt x="1936347" y="2634914"/>
                        </a:cubicBezTo>
                        <a:cubicBezTo>
                          <a:pt x="1444405" y="2675793"/>
                          <a:pt x="989387" y="2526159"/>
                          <a:pt x="674674" y="2258234"/>
                        </a:cubicBezTo>
                        <a:lnTo>
                          <a:pt x="580813" y="2170007"/>
                        </a:lnTo>
                        <a:lnTo>
                          <a:pt x="464286" y="2108513"/>
                        </a:lnTo>
                        <a:cubicBezTo>
                          <a:pt x="194884" y="1950599"/>
                          <a:pt x="22912" y="1733740"/>
                          <a:pt x="2113" y="1483441"/>
                        </a:cubicBezTo>
                        <a:cubicBezTo>
                          <a:pt x="-18686" y="1233143"/>
                          <a:pt x="115134" y="990874"/>
                          <a:pt x="354776" y="790659"/>
                        </a:cubicBezTo>
                        <a:lnTo>
                          <a:pt x="429374" y="733787"/>
                        </a:lnTo>
                        <a:lnTo>
                          <a:pt x="452999" y="695168"/>
                        </a:lnTo>
                        <a:cubicBezTo>
                          <a:pt x="708525" y="321962"/>
                          <a:pt x="1171347" y="52091"/>
                          <a:pt x="1717949" y="6670"/>
                        </a:cubicBezTo>
                        <a:cubicBezTo>
                          <a:pt x="2319212" y="-43292"/>
                          <a:pt x="2865316" y="191337"/>
                          <a:pt x="3167511" y="578699"/>
                        </a:cubicBezTo>
                        <a:lnTo>
                          <a:pt x="3194785" y="617817"/>
                        </a:lnTo>
                        <a:lnTo>
                          <a:pt x="3267517" y="671238"/>
                        </a:lnTo>
                        <a:cubicBezTo>
                          <a:pt x="3380106" y="762241"/>
                          <a:pt x="3465459" y="866614"/>
                          <a:pt x="3516857" y="981168"/>
                        </a:cubicBezTo>
                        <a:lnTo>
                          <a:pt x="3532427" y="1025189"/>
                        </a:lnTo>
                        <a:close/>
                      </a:path>
                    </a:pathLst>
                  </a:cu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6" name="Freeform: Shape 395">
                    <a:extLst>
                      <a:ext uri="{FF2B5EF4-FFF2-40B4-BE49-F238E27FC236}">
                        <a16:creationId xmlns:a16="http://schemas.microsoft.com/office/drawing/2014/main" id="{21EB6737-A713-4B91-BB29-16B07968DDAD}"/>
                      </a:ext>
                    </a:extLst>
                  </p:cNvPr>
                  <p:cNvSpPr/>
                  <p:nvPr/>
                </p:nvSpPr>
                <p:spPr>
                  <a:xfrm>
                    <a:off x="2335115" y="4076754"/>
                    <a:ext cx="767329" cy="542674"/>
                  </a:xfrm>
                  <a:custGeom>
                    <a:avLst/>
                    <a:gdLst>
                      <a:gd name="connsiteX0" fmla="*/ 3374525 w 7088726"/>
                      <a:gd name="connsiteY0" fmla="*/ 0 h 5013326"/>
                      <a:gd name="connsiteX1" fmla="*/ 6731628 w 7088726"/>
                      <a:gd name="connsiteY1" fmla="*/ 2250371 h 5013326"/>
                      <a:gd name="connsiteX2" fmla="*/ 6745640 w 7088726"/>
                      <a:gd name="connsiteY2" fmla="*/ 2456493 h 5013326"/>
                      <a:gd name="connsiteX3" fmla="*/ 6767042 w 7088726"/>
                      <a:gd name="connsiteY3" fmla="*/ 2464222 h 5013326"/>
                      <a:gd name="connsiteX4" fmla="*/ 7088726 w 7088726"/>
                      <a:gd name="connsiteY4" fmla="*/ 2640203 h 5013326"/>
                      <a:gd name="connsiteX5" fmla="*/ 6980334 w 7088726"/>
                      <a:gd name="connsiteY5" fmla="*/ 2711697 h 5013326"/>
                      <a:gd name="connsiteX6" fmla="*/ 6839882 w 7088726"/>
                      <a:gd name="connsiteY6" fmla="*/ 2630615 h 5013326"/>
                      <a:gd name="connsiteX7" fmla="*/ 6743553 w 7088726"/>
                      <a:gd name="connsiteY7" fmla="*/ 2587522 h 5013326"/>
                      <a:gd name="connsiteX8" fmla="*/ 6731628 w 7088726"/>
                      <a:gd name="connsiteY8" fmla="*/ 2762955 h 5013326"/>
                      <a:gd name="connsiteX9" fmla="*/ 3374525 w 7088726"/>
                      <a:gd name="connsiteY9" fmla="*/ 5013326 h 5013326"/>
                      <a:gd name="connsiteX10" fmla="*/ 0 w 7088726"/>
                      <a:gd name="connsiteY10" fmla="*/ 2506663 h 5013326"/>
                      <a:gd name="connsiteX11" fmla="*/ 3374525 w 7088726"/>
                      <a:gd name="connsiteY11" fmla="*/ 0 h 50133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7088726" h="5013326">
                        <a:moveTo>
                          <a:pt x="3374525" y="0"/>
                        </a:moveTo>
                        <a:cubicBezTo>
                          <a:pt x="5121743" y="0"/>
                          <a:pt x="6558818" y="986371"/>
                          <a:pt x="6731628" y="2250371"/>
                        </a:cubicBezTo>
                        <a:lnTo>
                          <a:pt x="6745640" y="2456493"/>
                        </a:lnTo>
                        <a:lnTo>
                          <a:pt x="6767042" y="2464222"/>
                        </a:lnTo>
                        <a:cubicBezTo>
                          <a:pt x="6883359" y="2512796"/>
                          <a:pt x="6991617" y="2571674"/>
                          <a:pt x="7088726" y="2640203"/>
                        </a:cubicBezTo>
                        <a:lnTo>
                          <a:pt x="6980334" y="2711697"/>
                        </a:lnTo>
                        <a:cubicBezTo>
                          <a:pt x="6935797" y="2682593"/>
                          <a:pt x="6888870" y="2655544"/>
                          <a:pt x="6839882" y="2630615"/>
                        </a:cubicBezTo>
                        <a:lnTo>
                          <a:pt x="6743553" y="2587522"/>
                        </a:lnTo>
                        <a:lnTo>
                          <a:pt x="6731628" y="2762955"/>
                        </a:lnTo>
                        <a:cubicBezTo>
                          <a:pt x="6558818" y="4026955"/>
                          <a:pt x="5121743" y="5013326"/>
                          <a:pt x="3374525" y="5013326"/>
                        </a:cubicBezTo>
                        <a:cubicBezTo>
                          <a:pt x="1510826" y="5013326"/>
                          <a:pt x="0" y="3891055"/>
                          <a:pt x="0" y="2506663"/>
                        </a:cubicBezTo>
                        <a:cubicBezTo>
                          <a:pt x="0" y="1122271"/>
                          <a:pt x="1510826" y="0"/>
                          <a:pt x="3374525" y="0"/>
                        </a:cubicBezTo>
                        <a:close/>
                      </a:path>
                    </a:pathLst>
                  </a:custGeom>
                  <a:solidFill>
                    <a:schemeClr val="accent6">
                      <a:lumMod val="5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4CAA9B67-1DE3-4188-93FD-E35D30A5C475}"/>
                </a:ext>
              </a:extLst>
            </p:cNvPr>
            <p:cNvSpPr/>
            <p:nvPr/>
          </p:nvSpPr>
          <p:spPr>
            <a:xfrm>
              <a:off x="10683025" y="10977990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#22 by Pedro PSI – 16</a:t>
              </a:r>
              <a:r>
                <a:rPr lang="en-US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pt-PT" i="1" dirty="0">
                  <a:latin typeface="Arial" panose="020B0604020202020204" pitchFamily="34" charset="0"/>
                  <a:cs typeface="Arial" panose="020B0604020202020204" pitchFamily="34" charset="0"/>
                </a:rPr>
                <a:t>pedropsi.github.io</a:t>
              </a:r>
            </a:p>
          </p:txBody>
        </p:sp>
      </p:grpSp>
      <p:cxnSp>
        <p:nvCxnSpPr>
          <p:cNvPr id="382" name="Straight Connector 381">
            <a:extLst>
              <a:ext uri="{FF2B5EF4-FFF2-40B4-BE49-F238E27FC236}">
                <a16:creationId xmlns:a16="http://schemas.microsoft.com/office/drawing/2014/main" id="{F4A488E2-93EF-4F8D-9C58-5DEA30D1B178}"/>
              </a:ext>
            </a:extLst>
          </p:cNvPr>
          <p:cNvCxnSpPr>
            <a:cxnSpLocks/>
          </p:cNvCxnSpPr>
          <p:nvPr/>
        </p:nvCxnSpPr>
        <p:spPr>
          <a:xfrm>
            <a:off x="2777987" y="1965145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5368389-5B45-42FF-83BC-4D3C6F3E5221}"/>
              </a:ext>
            </a:extLst>
          </p:cNvPr>
          <p:cNvGrpSpPr/>
          <p:nvPr/>
        </p:nvGrpSpPr>
        <p:grpSpPr>
          <a:xfrm>
            <a:off x="-919119" y="1287039"/>
            <a:ext cx="14647819" cy="4257797"/>
            <a:chOff x="-919119" y="1287039"/>
            <a:chExt cx="14647819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3170603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BC65B40-EACF-40FE-82D5-AFD245F0D547}"/>
              </a:ext>
            </a:extLst>
          </p:cNvPr>
          <p:cNvGrpSpPr/>
          <p:nvPr/>
        </p:nvGrpSpPr>
        <p:grpSpPr>
          <a:xfrm>
            <a:off x="1865564" y="5952239"/>
            <a:ext cx="10123601" cy="9884495"/>
            <a:chOff x="-342242" y="4199319"/>
            <a:chExt cx="6442480" cy="6290317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FA1B5943-8E7D-4044-BD7B-5A7F5AB19FC6}"/>
                </a:ext>
              </a:extLst>
            </p:cNvPr>
            <p:cNvGrpSpPr/>
            <p:nvPr/>
          </p:nvGrpSpPr>
          <p:grpSpPr>
            <a:xfrm>
              <a:off x="-131592" y="4404276"/>
              <a:ext cx="5938898" cy="5913633"/>
              <a:chOff x="3126550" y="3774507"/>
              <a:chExt cx="5938898" cy="5913633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3295AF7-854C-444D-9A6A-60C115CC3684}"/>
                  </a:ext>
                </a:extLst>
              </p:cNvPr>
              <p:cNvSpPr/>
              <p:nvPr/>
            </p:nvSpPr>
            <p:spPr>
              <a:xfrm>
                <a:off x="312655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1851E2E-E7F2-4FB4-BE08-8BCAE99CA331}"/>
                  </a:ext>
                </a:extLst>
              </p:cNvPr>
              <p:cNvSpPr/>
              <p:nvPr/>
            </p:nvSpPr>
            <p:spPr>
              <a:xfrm>
                <a:off x="397496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C2A7860C-590A-42B4-81B8-D489DC832B40}"/>
                  </a:ext>
                </a:extLst>
              </p:cNvPr>
              <p:cNvSpPr/>
              <p:nvPr/>
            </p:nvSpPr>
            <p:spPr>
              <a:xfrm>
                <a:off x="312655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DAA713E1-1E52-4E39-A574-6427DAB33C73}"/>
                  </a:ext>
                </a:extLst>
              </p:cNvPr>
              <p:cNvSpPr/>
              <p:nvPr/>
            </p:nvSpPr>
            <p:spPr>
              <a:xfrm>
                <a:off x="397496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DF593423-DEB3-413B-B10A-D7BB23A701BD}"/>
                  </a:ext>
                </a:extLst>
              </p:cNvPr>
              <p:cNvSpPr/>
              <p:nvPr/>
            </p:nvSpPr>
            <p:spPr>
              <a:xfrm>
                <a:off x="4823378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E8E56347-D561-468B-96C9-1396C688A082}"/>
                  </a:ext>
                </a:extLst>
              </p:cNvPr>
              <p:cNvSpPr/>
              <p:nvPr/>
            </p:nvSpPr>
            <p:spPr>
              <a:xfrm>
                <a:off x="5671792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65E1AD7F-6FA0-49F3-A2AD-EA243084A489}"/>
                  </a:ext>
                </a:extLst>
              </p:cNvPr>
              <p:cNvSpPr/>
              <p:nvPr/>
            </p:nvSpPr>
            <p:spPr>
              <a:xfrm>
                <a:off x="4823378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1698F6C3-CB09-462C-8A1B-9F34C4DAF5C1}"/>
                  </a:ext>
                </a:extLst>
              </p:cNvPr>
              <p:cNvSpPr/>
              <p:nvPr/>
            </p:nvSpPr>
            <p:spPr>
              <a:xfrm>
                <a:off x="5671792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32D3A39F-0292-459A-9F35-B3D57E620E9B}"/>
                  </a:ext>
                </a:extLst>
              </p:cNvPr>
              <p:cNvSpPr/>
              <p:nvPr/>
            </p:nvSpPr>
            <p:spPr>
              <a:xfrm>
                <a:off x="312655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980A3427-E4FE-4D55-8734-7262639B391E}"/>
                  </a:ext>
                </a:extLst>
              </p:cNvPr>
              <p:cNvSpPr/>
              <p:nvPr/>
            </p:nvSpPr>
            <p:spPr>
              <a:xfrm>
                <a:off x="397496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E8B1F327-7CBB-4B08-909A-892132CDC370}"/>
                  </a:ext>
                </a:extLst>
              </p:cNvPr>
              <p:cNvSpPr/>
              <p:nvPr/>
            </p:nvSpPr>
            <p:spPr>
              <a:xfrm>
                <a:off x="312655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C345A2E-2FA0-4DE5-B3D2-0E7DC9A25A0B}"/>
                  </a:ext>
                </a:extLst>
              </p:cNvPr>
              <p:cNvSpPr/>
              <p:nvPr/>
            </p:nvSpPr>
            <p:spPr>
              <a:xfrm>
                <a:off x="397496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1BF8626D-61B4-4B61-9C52-A292EC5CADCA}"/>
                  </a:ext>
                </a:extLst>
              </p:cNvPr>
              <p:cNvSpPr/>
              <p:nvPr/>
            </p:nvSpPr>
            <p:spPr>
              <a:xfrm>
                <a:off x="4823378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A71931ED-AD8D-4777-8E7D-679BF2067FE0}"/>
                  </a:ext>
                </a:extLst>
              </p:cNvPr>
              <p:cNvSpPr/>
              <p:nvPr/>
            </p:nvSpPr>
            <p:spPr>
              <a:xfrm>
                <a:off x="5671792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F6F92129-6A62-4583-ADA4-033CBCED9C02}"/>
                  </a:ext>
                </a:extLst>
              </p:cNvPr>
              <p:cNvSpPr/>
              <p:nvPr/>
            </p:nvSpPr>
            <p:spPr>
              <a:xfrm>
                <a:off x="4823378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371B35A4-A729-45FE-9C74-EFD448FB5D96}"/>
                  </a:ext>
                </a:extLst>
              </p:cNvPr>
              <p:cNvSpPr/>
              <p:nvPr/>
            </p:nvSpPr>
            <p:spPr>
              <a:xfrm>
                <a:off x="5671792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CFFF38B9-B4DA-4B32-BE64-2A8B5094F524}"/>
                  </a:ext>
                </a:extLst>
              </p:cNvPr>
              <p:cNvSpPr/>
              <p:nvPr/>
            </p:nvSpPr>
            <p:spPr>
              <a:xfrm>
                <a:off x="6520206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E237ACE9-F410-40CF-8A80-5AEE5125EE21}"/>
                  </a:ext>
                </a:extLst>
              </p:cNvPr>
              <p:cNvSpPr/>
              <p:nvPr/>
            </p:nvSpPr>
            <p:spPr>
              <a:xfrm>
                <a:off x="736862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7F56C456-FD77-4FF9-93EB-F8096AD85726}"/>
                  </a:ext>
                </a:extLst>
              </p:cNvPr>
              <p:cNvSpPr/>
              <p:nvPr/>
            </p:nvSpPr>
            <p:spPr>
              <a:xfrm>
                <a:off x="6520206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FB418D80-C8E6-4EF6-9C8C-9CC50AC70EE8}"/>
                  </a:ext>
                </a:extLst>
              </p:cNvPr>
              <p:cNvSpPr/>
              <p:nvPr/>
            </p:nvSpPr>
            <p:spPr>
              <a:xfrm>
                <a:off x="736862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8528FBB8-BB41-4B3B-8989-EA8B22C15C39}"/>
                  </a:ext>
                </a:extLst>
              </p:cNvPr>
              <p:cNvSpPr/>
              <p:nvPr/>
            </p:nvSpPr>
            <p:spPr>
              <a:xfrm>
                <a:off x="821703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E5990BC1-664A-4A77-94B5-6C602DC47153}"/>
                  </a:ext>
                </a:extLst>
              </p:cNvPr>
              <p:cNvSpPr/>
              <p:nvPr/>
            </p:nvSpPr>
            <p:spPr>
              <a:xfrm>
                <a:off x="821703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0272A695-6DF8-49DC-B6F7-7357ED5B5220}"/>
                  </a:ext>
                </a:extLst>
              </p:cNvPr>
              <p:cNvSpPr/>
              <p:nvPr/>
            </p:nvSpPr>
            <p:spPr>
              <a:xfrm>
                <a:off x="6520206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F873CB06-7979-421F-AF4C-01FD71FDC9CB}"/>
                  </a:ext>
                </a:extLst>
              </p:cNvPr>
              <p:cNvSpPr/>
              <p:nvPr/>
            </p:nvSpPr>
            <p:spPr>
              <a:xfrm>
                <a:off x="736862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FC3CDF6D-D3F8-4FCF-AAAB-D993E4342EDC}"/>
                  </a:ext>
                </a:extLst>
              </p:cNvPr>
              <p:cNvSpPr/>
              <p:nvPr/>
            </p:nvSpPr>
            <p:spPr>
              <a:xfrm>
                <a:off x="6520206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3C028A6-A8D7-458E-8D6D-7FF0171E9F65}"/>
                  </a:ext>
                </a:extLst>
              </p:cNvPr>
              <p:cNvSpPr/>
              <p:nvPr/>
            </p:nvSpPr>
            <p:spPr>
              <a:xfrm>
                <a:off x="736862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CA3AB5E5-181A-418E-AFD5-8FC6E99ABC3A}"/>
                  </a:ext>
                </a:extLst>
              </p:cNvPr>
              <p:cNvSpPr/>
              <p:nvPr/>
            </p:nvSpPr>
            <p:spPr>
              <a:xfrm>
                <a:off x="821703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86882-8A84-437A-89C1-217B169A42A1}"/>
                  </a:ext>
                </a:extLst>
              </p:cNvPr>
              <p:cNvSpPr/>
              <p:nvPr/>
            </p:nvSpPr>
            <p:spPr>
              <a:xfrm>
                <a:off x="821703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E0D12DC2-1C3C-43C9-BBC2-FC358F1DD257}"/>
                  </a:ext>
                </a:extLst>
              </p:cNvPr>
              <p:cNvSpPr/>
              <p:nvPr/>
            </p:nvSpPr>
            <p:spPr>
              <a:xfrm>
                <a:off x="312655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B833F59C-2735-4AAF-8EDE-A1723DC9B05D}"/>
                  </a:ext>
                </a:extLst>
              </p:cNvPr>
              <p:cNvSpPr/>
              <p:nvPr/>
            </p:nvSpPr>
            <p:spPr>
              <a:xfrm>
                <a:off x="397496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9BF306A-BA70-49C4-93D9-3C4EA6998843}"/>
                  </a:ext>
                </a:extLst>
              </p:cNvPr>
              <p:cNvSpPr/>
              <p:nvPr/>
            </p:nvSpPr>
            <p:spPr>
              <a:xfrm>
                <a:off x="312655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57BC66E1-27FA-4802-91F0-838AA42CF479}"/>
                  </a:ext>
                </a:extLst>
              </p:cNvPr>
              <p:cNvSpPr/>
              <p:nvPr/>
            </p:nvSpPr>
            <p:spPr>
              <a:xfrm>
                <a:off x="397496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42AAE216-53B0-4EDC-A9B1-A417830B5998}"/>
                  </a:ext>
                </a:extLst>
              </p:cNvPr>
              <p:cNvSpPr/>
              <p:nvPr/>
            </p:nvSpPr>
            <p:spPr>
              <a:xfrm>
                <a:off x="4823378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5C5F2ADB-1E0C-482C-AFC4-0BE5101EB8B1}"/>
                  </a:ext>
                </a:extLst>
              </p:cNvPr>
              <p:cNvSpPr/>
              <p:nvPr/>
            </p:nvSpPr>
            <p:spPr>
              <a:xfrm>
                <a:off x="5671792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342167F-FAC2-427B-9F7E-0D910F8EAF94}"/>
                  </a:ext>
                </a:extLst>
              </p:cNvPr>
              <p:cNvSpPr/>
              <p:nvPr/>
            </p:nvSpPr>
            <p:spPr>
              <a:xfrm>
                <a:off x="4823378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717674C-5BCE-4D58-A25F-31B2A489FD24}"/>
                  </a:ext>
                </a:extLst>
              </p:cNvPr>
              <p:cNvSpPr/>
              <p:nvPr/>
            </p:nvSpPr>
            <p:spPr>
              <a:xfrm>
                <a:off x="5671792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12ED1F76-857F-4276-B8CB-8C644419FFD2}"/>
                  </a:ext>
                </a:extLst>
              </p:cNvPr>
              <p:cNvSpPr/>
              <p:nvPr/>
            </p:nvSpPr>
            <p:spPr>
              <a:xfrm>
                <a:off x="312655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2E385A3F-29D2-4C6C-BB6E-1E46EDBB7DA3}"/>
                  </a:ext>
                </a:extLst>
              </p:cNvPr>
              <p:cNvSpPr/>
              <p:nvPr/>
            </p:nvSpPr>
            <p:spPr>
              <a:xfrm>
                <a:off x="397496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CC2AC72C-50BF-4D2A-A4BF-54D05E7C769D}"/>
                  </a:ext>
                </a:extLst>
              </p:cNvPr>
              <p:cNvSpPr/>
              <p:nvPr/>
            </p:nvSpPr>
            <p:spPr>
              <a:xfrm>
                <a:off x="4823378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0A0FE91-1BAF-4108-8B1A-6E61689CE4A0}"/>
                  </a:ext>
                </a:extLst>
              </p:cNvPr>
              <p:cNvSpPr/>
              <p:nvPr/>
            </p:nvSpPr>
            <p:spPr>
              <a:xfrm>
                <a:off x="5671792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203DE599-E155-4F23-96DD-C9F6AF38C98A}"/>
                  </a:ext>
                </a:extLst>
              </p:cNvPr>
              <p:cNvSpPr/>
              <p:nvPr/>
            </p:nvSpPr>
            <p:spPr>
              <a:xfrm>
                <a:off x="6520206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BA73409-1ABC-4791-BA98-A83200B31591}"/>
                  </a:ext>
                </a:extLst>
              </p:cNvPr>
              <p:cNvSpPr/>
              <p:nvPr/>
            </p:nvSpPr>
            <p:spPr>
              <a:xfrm>
                <a:off x="736862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77168EC5-04EB-41B5-8098-CFFA24CEF614}"/>
                  </a:ext>
                </a:extLst>
              </p:cNvPr>
              <p:cNvSpPr/>
              <p:nvPr/>
            </p:nvSpPr>
            <p:spPr>
              <a:xfrm>
                <a:off x="6520206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8A6F601A-12E6-477D-B7CF-9F5848018682}"/>
                  </a:ext>
                </a:extLst>
              </p:cNvPr>
              <p:cNvSpPr/>
              <p:nvPr/>
            </p:nvSpPr>
            <p:spPr>
              <a:xfrm>
                <a:off x="736862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4A069A6D-DC48-4B16-9E80-AB2944178995}"/>
                  </a:ext>
                </a:extLst>
              </p:cNvPr>
              <p:cNvSpPr/>
              <p:nvPr/>
            </p:nvSpPr>
            <p:spPr>
              <a:xfrm>
                <a:off x="821703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DD0AAB43-CCE3-4246-B68A-A76163FB16DD}"/>
                  </a:ext>
                </a:extLst>
              </p:cNvPr>
              <p:cNvSpPr/>
              <p:nvPr/>
            </p:nvSpPr>
            <p:spPr>
              <a:xfrm>
                <a:off x="821703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6E409BA1-58B7-4E95-BE78-2035AD79B95A}"/>
                  </a:ext>
                </a:extLst>
              </p:cNvPr>
              <p:cNvSpPr/>
              <p:nvPr/>
            </p:nvSpPr>
            <p:spPr>
              <a:xfrm>
                <a:off x="6520206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12521E27-4817-40AA-BAE5-3BD3C5150BB8}"/>
                  </a:ext>
                </a:extLst>
              </p:cNvPr>
              <p:cNvSpPr/>
              <p:nvPr/>
            </p:nvSpPr>
            <p:spPr>
              <a:xfrm>
                <a:off x="736862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231C92D7-92AE-4CD1-8812-D48E3E7D6F73}"/>
                  </a:ext>
                </a:extLst>
              </p:cNvPr>
              <p:cNvSpPr/>
              <p:nvPr/>
            </p:nvSpPr>
            <p:spPr>
              <a:xfrm>
                <a:off x="821703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3679FBE0-FC19-478F-96ED-AD67552CA947}"/>
                </a:ext>
              </a:extLst>
            </p:cNvPr>
            <p:cNvGrpSpPr/>
            <p:nvPr/>
          </p:nvGrpSpPr>
          <p:grpSpPr>
            <a:xfrm>
              <a:off x="-342242" y="4199319"/>
              <a:ext cx="6442480" cy="6290317"/>
              <a:chOff x="-342242" y="4199319"/>
              <a:chExt cx="6442480" cy="6290317"/>
            </a:xfrm>
          </p:grpSpPr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7157214B-1574-4A27-8FD9-7B2AE022E12A}"/>
                  </a:ext>
                </a:extLst>
              </p:cNvPr>
              <p:cNvSpPr/>
              <p:nvPr/>
            </p:nvSpPr>
            <p:spPr>
              <a:xfrm rot="2750059">
                <a:off x="1321589" y="5129096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6084EE7A-B243-4B03-AA00-4E4E1309CE89}"/>
                  </a:ext>
                </a:extLst>
              </p:cNvPr>
              <p:cNvSpPr/>
              <p:nvPr/>
            </p:nvSpPr>
            <p:spPr>
              <a:xfrm rot="2750059">
                <a:off x="4742674" y="683151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BCC08457-6240-4433-B45E-9D092E0E2EBE}"/>
                  </a:ext>
                </a:extLst>
              </p:cNvPr>
              <p:cNvSpPr/>
              <p:nvPr/>
            </p:nvSpPr>
            <p:spPr>
              <a:xfrm rot="2750059">
                <a:off x="3042952" y="934043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D6219F3D-DE31-41C1-B1E7-B29CF81190F6}"/>
                  </a:ext>
                </a:extLst>
              </p:cNvPr>
              <p:cNvSpPr/>
              <p:nvPr/>
            </p:nvSpPr>
            <p:spPr>
              <a:xfrm rot="2750059">
                <a:off x="529136" y="8486912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1A890711-2ECE-4D16-89C7-FE628AD0B6B0}"/>
                  </a:ext>
                </a:extLst>
              </p:cNvPr>
              <p:cNvSpPr/>
              <p:nvPr/>
            </p:nvSpPr>
            <p:spPr>
              <a:xfrm rot="7313666">
                <a:off x="1314970" y="9247203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38D29B58-C533-4FB3-8AED-FA20D8B60A4E}"/>
                  </a:ext>
                </a:extLst>
              </p:cNvPr>
              <p:cNvSpPr/>
              <p:nvPr/>
            </p:nvSpPr>
            <p:spPr>
              <a:xfrm rot="7313666">
                <a:off x="1263459" y="5897723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A8CC036-5819-410E-90DD-1D506E8C6A01}"/>
                  </a:ext>
                </a:extLst>
              </p:cNvPr>
              <p:cNvSpPr/>
              <p:nvPr/>
            </p:nvSpPr>
            <p:spPr>
              <a:xfrm rot="7313666">
                <a:off x="2949234" y="7493024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4987F530-EA84-4929-BDB1-EA6F2257CC38}"/>
                  </a:ext>
                </a:extLst>
              </p:cNvPr>
              <p:cNvSpPr/>
              <p:nvPr/>
            </p:nvSpPr>
            <p:spPr>
              <a:xfrm>
                <a:off x="2878400" y="6723207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442A4808-0655-48E9-B4AB-C0F14D6B5541}"/>
                  </a:ext>
                </a:extLst>
              </p:cNvPr>
              <p:cNvSpPr/>
              <p:nvPr/>
            </p:nvSpPr>
            <p:spPr>
              <a:xfrm rot="7313666">
                <a:off x="4592666" y="582888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F4B4416A-8BE9-48FF-B24F-5E15E0F736E0}"/>
                  </a:ext>
                </a:extLst>
              </p:cNvPr>
              <p:cNvSpPr/>
              <p:nvPr/>
            </p:nvSpPr>
            <p:spPr>
              <a:xfrm>
                <a:off x="4615769" y="9172893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6380AB24-D2EA-4907-9E9A-5C9F57F92F0E}"/>
                  </a:ext>
                </a:extLst>
              </p:cNvPr>
              <p:cNvSpPr/>
              <p:nvPr/>
            </p:nvSpPr>
            <p:spPr>
              <a:xfrm>
                <a:off x="3746185" y="419931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82083C2A-7E77-4445-939F-3571D26E3B29}"/>
                  </a:ext>
                </a:extLst>
              </p:cNvPr>
              <p:cNvSpPr/>
              <p:nvPr/>
            </p:nvSpPr>
            <p:spPr>
              <a:xfrm rot="19185010">
                <a:off x="4759570" y="422997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DD3FD67-9AEE-4C2F-8AA2-C835F2EAC6A1}"/>
                  </a:ext>
                </a:extLst>
              </p:cNvPr>
              <p:cNvSpPr/>
              <p:nvPr/>
            </p:nvSpPr>
            <p:spPr>
              <a:xfrm rot="19185010">
                <a:off x="2171574" y="7527845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8D9A7939-E2BA-4F49-9572-61E932296E07}"/>
                  </a:ext>
                </a:extLst>
              </p:cNvPr>
              <p:cNvSpPr/>
              <p:nvPr/>
            </p:nvSpPr>
            <p:spPr>
              <a:xfrm rot="19185010">
                <a:off x="-342242" y="1009565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8E20B6A9-1E34-45DC-80AD-A481626B1BAF}"/>
                  </a:ext>
                </a:extLst>
              </p:cNvPr>
              <p:cNvSpPr/>
              <p:nvPr/>
            </p:nvSpPr>
            <p:spPr>
              <a:xfrm rot="19185010">
                <a:off x="5515196" y="10077293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5368389-5B45-42FF-83BC-4D3C6F3E5221}"/>
              </a:ext>
            </a:extLst>
          </p:cNvPr>
          <p:cNvGrpSpPr/>
          <p:nvPr/>
        </p:nvGrpSpPr>
        <p:grpSpPr>
          <a:xfrm>
            <a:off x="-919119" y="1287039"/>
            <a:ext cx="14647819" cy="4257797"/>
            <a:chOff x="-919119" y="1287039"/>
            <a:chExt cx="14647819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3170603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89438801-373E-488F-A68B-F609AFB5FE01}"/>
              </a:ext>
            </a:extLst>
          </p:cNvPr>
          <p:cNvGrpSpPr/>
          <p:nvPr/>
        </p:nvGrpSpPr>
        <p:grpSpPr>
          <a:xfrm>
            <a:off x="1845338" y="5973659"/>
            <a:ext cx="9940262" cy="9681256"/>
            <a:chOff x="6063939" y="4082348"/>
            <a:chExt cx="6577929" cy="6406533"/>
          </a:xfrm>
        </p:grpSpPr>
        <p:grpSp>
          <p:nvGrpSpPr>
            <p:cNvPr id="297" name="Group 296">
              <a:extLst>
                <a:ext uri="{FF2B5EF4-FFF2-40B4-BE49-F238E27FC236}">
                  <a16:creationId xmlns:a16="http://schemas.microsoft.com/office/drawing/2014/main" id="{E67EE4FD-CF87-46D9-93C3-6F01EFF98FAE}"/>
                </a:ext>
              </a:extLst>
            </p:cNvPr>
            <p:cNvGrpSpPr/>
            <p:nvPr/>
          </p:nvGrpSpPr>
          <p:grpSpPr>
            <a:xfrm>
              <a:off x="6354325" y="4404276"/>
              <a:ext cx="5938898" cy="5913633"/>
              <a:chOff x="3126550" y="3774507"/>
              <a:chExt cx="5938898" cy="5913633"/>
            </a:xfrm>
          </p:grpSpPr>
          <p:sp>
            <p:nvSpPr>
              <p:cNvPr id="317" name="Rectangle 316">
                <a:extLst>
                  <a:ext uri="{FF2B5EF4-FFF2-40B4-BE49-F238E27FC236}">
                    <a16:creationId xmlns:a16="http://schemas.microsoft.com/office/drawing/2014/main" id="{881C168E-CE8B-4F79-B10F-9BBAD33B8A66}"/>
                  </a:ext>
                </a:extLst>
              </p:cNvPr>
              <p:cNvSpPr/>
              <p:nvPr/>
            </p:nvSpPr>
            <p:spPr>
              <a:xfrm>
                <a:off x="312655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87B65E60-E328-464E-BCA3-2EECDC5F73A0}"/>
                  </a:ext>
                </a:extLst>
              </p:cNvPr>
              <p:cNvSpPr/>
              <p:nvPr/>
            </p:nvSpPr>
            <p:spPr>
              <a:xfrm>
                <a:off x="397496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9" name="Rectangle 318">
                <a:extLst>
                  <a:ext uri="{FF2B5EF4-FFF2-40B4-BE49-F238E27FC236}">
                    <a16:creationId xmlns:a16="http://schemas.microsoft.com/office/drawing/2014/main" id="{7711AE5F-188A-41E9-A8EC-866168BC86DF}"/>
                  </a:ext>
                </a:extLst>
              </p:cNvPr>
              <p:cNvSpPr/>
              <p:nvPr/>
            </p:nvSpPr>
            <p:spPr>
              <a:xfrm>
                <a:off x="312655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0" name="Rectangle 319">
                <a:extLst>
                  <a:ext uri="{FF2B5EF4-FFF2-40B4-BE49-F238E27FC236}">
                    <a16:creationId xmlns:a16="http://schemas.microsoft.com/office/drawing/2014/main" id="{66F9ED91-D862-47E1-9D93-C50A6AE0E5A4}"/>
                  </a:ext>
                </a:extLst>
              </p:cNvPr>
              <p:cNvSpPr/>
              <p:nvPr/>
            </p:nvSpPr>
            <p:spPr>
              <a:xfrm>
                <a:off x="397496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1" name="Rectangle 320">
                <a:extLst>
                  <a:ext uri="{FF2B5EF4-FFF2-40B4-BE49-F238E27FC236}">
                    <a16:creationId xmlns:a16="http://schemas.microsoft.com/office/drawing/2014/main" id="{C5504B86-76AF-4727-BC42-BC8F4B5334E2}"/>
                  </a:ext>
                </a:extLst>
              </p:cNvPr>
              <p:cNvSpPr/>
              <p:nvPr/>
            </p:nvSpPr>
            <p:spPr>
              <a:xfrm>
                <a:off x="4823378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2" name="Rectangle 321">
                <a:extLst>
                  <a:ext uri="{FF2B5EF4-FFF2-40B4-BE49-F238E27FC236}">
                    <a16:creationId xmlns:a16="http://schemas.microsoft.com/office/drawing/2014/main" id="{80D1565D-FA7D-4227-88AE-E1277F834322}"/>
                  </a:ext>
                </a:extLst>
              </p:cNvPr>
              <p:cNvSpPr/>
              <p:nvPr/>
            </p:nvSpPr>
            <p:spPr>
              <a:xfrm>
                <a:off x="5671792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3" name="Rectangle 322">
                <a:extLst>
                  <a:ext uri="{FF2B5EF4-FFF2-40B4-BE49-F238E27FC236}">
                    <a16:creationId xmlns:a16="http://schemas.microsoft.com/office/drawing/2014/main" id="{6092DC0F-5581-49B8-8661-31A73879A4B9}"/>
                  </a:ext>
                </a:extLst>
              </p:cNvPr>
              <p:cNvSpPr/>
              <p:nvPr/>
            </p:nvSpPr>
            <p:spPr>
              <a:xfrm>
                <a:off x="4823378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4" name="Rectangle 323">
                <a:extLst>
                  <a:ext uri="{FF2B5EF4-FFF2-40B4-BE49-F238E27FC236}">
                    <a16:creationId xmlns:a16="http://schemas.microsoft.com/office/drawing/2014/main" id="{2B2B1A5D-BE36-4DB3-BA46-D93541F350D4}"/>
                  </a:ext>
                </a:extLst>
              </p:cNvPr>
              <p:cNvSpPr/>
              <p:nvPr/>
            </p:nvSpPr>
            <p:spPr>
              <a:xfrm>
                <a:off x="5671792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5" name="Rectangle 324">
                <a:extLst>
                  <a:ext uri="{FF2B5EF4-FFF2-40B4-BE49-F238E27FC236}">
                    <a16:creationId xmlns:a16="http://schemas.microsoft.com/office/drawing/2014/main" id="{5B579FFB-2C0B-4334-9A37-C7DFF1BAE974}"/>
                  </a:ext>
                </a:extLst>
              </p:cNvPr>
              <p:cNvSpPr/>
              <p:nvPr/>
            </p:nvSpPr>
            <p:spPr>
              <a:xfrm>
                <a:off x="312655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F99590D4-B683-4FB1-A47D-B447627760BA}"/>
                  </a:ext>
                </a:extLst>
              </p:cNvPr>
              <p:cNvSpPr/>
              <p:nvPr/>
            </p:nvSpPr>
            <p:spPr>
              <a:xfrm>
                <a:off x="397496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E131764E-2EBE-46A5-98B5-D5B2E9464A67}"/>
                  </a:ext>
                </a:extLst>
              </p:cNvPr>
              <p:cNvSpPr/>
              <p:nvPr/>
            </p:nvSpPr>
            <p:spPr>
              <a:xfrm>
                <a:off x="312655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1259CE41-D259-420E-93D1-B4C58EFC20B1}"/>
                  </a:ext>
                </a:extLst>
              </p:cNvPr>
              <p:cNvSpPr/>
              <p:nvPr/>
            </p:nvSpPr>
            <p:spPr>
              <a:xfrm>
                <a:off x="397496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F553106D-A9ED-4EFC-AC78-C3F796CF48D5}"/>
                  </a:ext>
                </a:extLst>
              </p:cNvPr>
              <p:cNvSpPr/>
              <p:nvPr/>
            </p:nvSpPr>
            <p:spPr>
              <a:xfrm>
                <a:off x="4823378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0" name="Rectangle 329">
                <a:extLst>
                  <a:ext uri="{FF2B5EF4-FFF2-40B4-BE49-F238E27FC236}">
                    <a16:creationId xmlns:a16="http://schemas.microsoft.com/office/drawing/2014/main" id="{E7466C10-D9E9-4390-B66E-75D753B2D80B}"/>
                  </a:ext>
                </a:extLst>
              </p:cNvPr>
              <p:cNvSpPr/>
              <p:nvPr/>
            </p:nvSpPr>
            <p:spPr>
              <a:xfrm>
                <a:off x="5671792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88A9437-FDB6-47E5-AA46-EC68672CC7CD}"/>
                  </a:ext>
                </a:extLst>
              </p:cNvPr>
              <p:cNvSpPr/>
              <p:nvPr/>
            </p:nvSpPr>
            <p:spPr>
              <a:xfrm>
                <a:off x="4823378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272B030D-56F1-4EB4-8123-ADB9507D50B4}"/>
                  </a:ext>
                </a:extLst>
              </p:cNvPr>
              <p:cNvSpPr/>
              <p:nvPr/>
            </p:nvSpPr>
            <p:spPr>
              <a:xfrm>
                <a:off x="5671792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3" name="Rectangle 332">
                <a:extLst>
                  <a:ext uri="{FF2B5EF4-FFF2-40B4-BE49-F238E27FC236}">
                    <a16:creationId xmlns:a16="http://schemas.microsoft.com/office/drawing/2014/main" id="{A7C82D7B-BB05-4568-BEC4-F024C322497A}"/>
                  </a:ext>
                </a:extLst>
              </p:cNvPr>
              <p:cNvSpPr/>
              <p:nvPr/>
            </p:nvSpPr>
            <p:spPr>
              <a:xfrm>
                <a:off x="6520206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4" name="Rectangle 333">
                <a:extLst>
                  <a:ext uri="{FF2B5EF4-FFF2-40B4-BE49-F238E27FC236}">
                    <a16:creationId xmlns:a16="http://schemas.microsoft.com/office/drawing/2014/main" id="{79D6C397-F86D-4A17-BF4A-DCBD760FA4B4}"/>
                  </a:ext>
                </a:extLst>
              </p:cNvPr>
              <p:cNvSpPr/>
              <p:nvPr/>
            </p:nvSpPr>
            <p:spPr>
              <a:xfrm>
                <a:off x="7368620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5" name="Rectangle 334">
                <a:extLst>
                  <a:ext uri="{FF2B5EF4-FFF2-40B4-BE49-F238E27FC236}">
                    <a16:creationId xmlns:a16="http://schemas.microsoft.com/office/drawing/2014/main" id="{3BDD022A-7FFF-4D8E-B084-5E24CC7E7B10}"/>
                  </a:ext>
                </a:extLst>
              </p:cNvPr>
              <p:cNvSpPr/>
              <p:nvPr/>
            </p:nvSpPr>
            <p:spPr>
              <a:xfrm>
                <a:off x="6520206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6" name="Rectangle 335">
                <a:extLst>
                  <a:ext uri="{FF2B5EF4-FFF2-40B4-BE49-F238E27FC236}">
                    <a16:creationId xmlns:a16="http://schemas.microsoft.com/office/drawing/2014/main" id="{77D37798-BD57-4A24-BAFE-28D8DBE2203B}"/>
                  </a:ext>
                </a:extLst>
              </p:cNvPr>
              <p:cNvSpPr/>
              <p:nvPr/>
            </p:nvSpPr>
            <p:spPr>
              <a:xfrm>
                <a:off x="7368620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7" name="Rectangle 336">
                <a:extLst>
                  <a:ext uri="{FF2B5EF4-FFF2-40B4-BE49-F238E27FC236}">
                    <a16:creationId xmlns:a16="http://schemas.microsoft.com/office/drawing/2014/main" id="{A7F8C920-8A13-4A42-A5D2-5E23ACDABB5D}"/>
                  </a:ext>
                </a:extLst>
              </p:cNvPr>
              <p:cNvSpPr/>
              <p:nvPr/>
            </p:nvSpPr>
            <p:spPr>
              <a:xfrm>
                <a:off x="8217034" y="377450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8" name="Rectangle 337">
                <a:extLst>
                  <a:ext uri="{FF2B5EF4-FFF2-40B4-BE49-F238E27FC236}">
                    <a16:creationId xmlns:a16="http://schemas.microsoft.com/office/drawing/2014/main" id="{5CD3DE7C-AD9A-4797-A6F1-FCD5F95F6006}"/>
                  </a:ext>
                </a:extLst>
              </p:cNvPr>
              <p:cNvSpPr/>
              <p:nvPr/>
            </p:nvSpPr>
            <p:spPr>
              <a:xfrm>
                <a:off x="8217034" y="462292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D6B36459-8E34-4D54-A9B7-B5E45972C770}"/>
                  </a:ext>
                </a:extLst>
              </p:cNvPr>
              <p:cNvSpPr/>
              <p:nvPr/>
            </p:nvSpPr>
            <p:spPr>
              <a:xfrm>
                <a:off x="6520206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0" name="Rectangle 339">
                <a:extLst>
                  <a:ext uri="{FF2B5EF4-FFF2-40B4-BE49-F238E27FC236}">
                    <a16:creationId xmlns:a16="http://schemas.microsoft.com/office/drawing/2014/main" id="{7EBAB8AB-111C-4F56-ADF5-775A33D56848}"/>
                  </a:ext>
                </a:extLst>
              </p:cNvPr>
              <p:cNvSpPr/>
              <p:nvPr/>
            </p:nvSpPr>
            <p:spPr>
              <a:xfrm>
                <a:off x="7368620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1" name="Rectangle 340">
                <a:extLst>
                  <a:ext uri="{FF2B5EF4-FFF2-40B4-BE49-F238E27FC236}">
                    <a16:creationId xmlns:a16="http://schemas.microsoft.com/office/drawing/2014/main" id="{BBE8AD88-F702-48B7-B6B8-A6102AE6E9AA}"/>
                  </a:ext>
                </a:extLst>
              </p:cNvPr>
              <p:cNvSpPr/>
              <p:nvPr/>
            </p:nvSpPr>
            <p:spPr>
              <a:xfrm>
                <a:off x="6520206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6D860E93-DC75-42E5-BE3E-2545C59E5B8A}"/>
                  </a:ext>
                </a:extLst>
              </p:cNvPr>
              <p:cNvSpPr/>
              <p:nvPr/>
            </p:nvSpPr>
            <p:spPr>
              <a:xfrm>
                <a:off x="7368620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3" name="Rectangle 342">
                <a:extLst>
                  <a:ext uri="{FF2B5EF4-FFF2-40B4-BE49-F238E27FC236}">
                    <a16:creationId xmlns:a16="http://schemas.microsoft.com/office/drawing/2014/main" id="{AC02CD5D-57BD-4366-98C0-827B05A3C877}"/>
                  </a:ext>
                </a:extLst>
              </p:cNvPr>
              <p:cNvSpPr/>
              <p:nvPr/>
            </p:nvSpPr>
            <p:spPr>
              <a:xfrm>
                <a:off x="8217034" y="547133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E8D2215D-9BEC-4387-AAF0-6147053B4FB7}"/>
                  </a:ext>
                </a:extLst>
              </p:cNvPr>
              <p:cNvSpPr/>
              <p:nvPr/>
            </p:nvSpPr>
            <p:spPr>
              <a:xfrm>
                <a:off x="8217034" y="631974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6BD1CD7A-71CB-4449-BC03-0E88CDF95978}"/>
                  </a:ext>
                </a:extLst>
              </p:cNvPr>
              <p:cNvSpPr/>
              <p:nvPr/>
            </p:nvSpPr>
            <p:spPr>
              <a:xfrm>
                <a:off x="312655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CFDE3298-79A0-46A8-919E-DD527F813EF6}"/>
                  </a:ext>
                </a:extLst>
              </p:cNvPr>
              <p:cNvSpPr/>
              <p:nvPr/>
            </p:nvSpPr>
            <p:spPr>
              <a:xfrm>
                <a:off x="397496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32926E9A-BFDE-4492-9063-883A798329E6}"/>
                  </a:ext>
                </a:extLst>
              </p:cNvPr>
              <p:cNvSpPr/>
              <p:nvPr/>
            </p:nvSpPr>
            <p:spPr>
              <a:xfrm>
                <a:off x="312655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621D0419-9AC3-46DD-9A0E-04D834C09BEC}"/>
                  </a:ext>
                </a:extLst>
              </p:cNvPr>
              <p:cNvSpPr/>
              <p:nvPr/>
            </p:nvSpPr>
            <p:spPr>
              <a:xfrm>
                <a:off x="397496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21E809A7-C1FF-4639-8CD7-A27CC6D31E6E}"/>
                  </a:ext>
                </a:extLst>
              </p:cNvPr>
              <p:cNvSpPr/>
              <p:nvPr/>
            </p:nvSpPr>
            <p:spPr>
              <a:xfrm>
                <a:off x="4823378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F82288ED-E610-43AF-AA31-7C02AB8B8FD4}"/>
                  </a:ext>
                </a:extLst>
              </p:cNvPr>
              <p:cNvSpPr/>
              <p:nvPr/>
            </p:nvSpPr>
            <p:spPr>
              <a:xfrm>
                <a:off x="5671792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EA8CA7C0-D0A6-4AE0-9AD8-B9B425173CC6}"/>
                  </a:ext>
                </a:extLst>
              </p:cNvPr>
              <p:cNvSpPr/>
              <p:nvPr/>
            </p:nvSpPr>
            <p:spPr>
              <a:xfrm>
                <a:off x="4823378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14DA66F9-325A-41C1-B4DA-BA6299A6ED56}"/>
                  </a:ext>
                </a:extLst>
              </p:cNvPr>
              <p:cNvSpPr/>
              <p:nvPr/>
            </p:nvSpPr>
            <p:spPr>
              <a:xfrm>
                <a:off x="5671792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5" name="Rectangle 544">
                <a:extLst>
                  <a:ext uri="{FF2B5EF4-FFF2-40B4-BE49-F238E27FC236}">
                    <a16:creationId xmlns:a16="http://schemas.microsoft.com/office/drawing/2014/main" id="{9DC47982-389A-4654-BBD9-712D9F15AC59}"/>
                  </a:ext>
                </a:extLst>
              </p:cNvPr>
              <p:cNvSpPr/>
              <p:nvPr/>
            </p:nvSpPr>
            <p:spPr>
              <a:xfrm>
                <a:off x="312655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6" name="Rectangle 545">
                <a:extLst>
                  <a:ext uri="{FF2B5EF4-FFF2-40B4-BE49-F238E27FC236}">
                    <a16:creationId xmlns:a16="http://schemas.microsoft.com/office/drawing/2014/main" id="{5CE4B99C-4DB0-4358-9BB9-DA26CC20DB2A}"/>
                  </a:ext>
                </a:extLst>
              </p:cNvPr>
              <p:cNvSpPr/>
              <p:nvPr/>
            </p:nvSpPr>
            <p:spPr>
              <a:xfrm>
                <a:off x="397496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7" name="Rectangle 546">
                <a:extLst>
                  <a:ext uri="{FF2B5EF4-FFF2-40B4-BE49-F238E27FC236}">
                    <a16:creationId xmlns:a16="http://schemas.microsoft.com/office/drawing/2014/main" id="{81D3C279-2940-4EF3-AAB3-DB1F1BD42FDD}"/>
                  </a:ext>
                </a:extLst>
              </p:cNvPr>
              <p:cNvSpPr/>
              <p:nvPr/>
            </p:nvSpPr>
            <p:spPr>
              <a:xfrm>
                <a:off x="4823378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8" name="Rectangle 547">
                <a:extLst>
                  <a:ext uri="{FF2B5EF4-FFF2-40B4-BE49-F238E27FC236}">
                    <a16:creationId xmlns:a16="http://schemas.microsoft.com/office/drawing/2014/main" id="{4F8657A9-56B9-4C7F-A423-C8DDCB9B1959}"/>
                  </a:ext>
                </a:extLst>
              </p:cNvPr>
              <p:cNvSpPr/>
              <p:nvPr/>
            </p:nvSpPr>
            <p:spPr>
              <a:xfrm>
                <a:off x="5671792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19F019A5-E9B1-4900-B309-44D2D6D68644}"/>
                  </a:ext>
                </a:extLst>
              </p:cNvPr>
              <p:cNvSpPr/>
              <p:nvPr/>
            </p:nvSpPr>
            <p:spPr>
              <a:xfrm>
                <a:off x="6520206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0" name="Rectangle 549">
                <a:extLst>
                  <a:ext uri="{FF2B5EF4-FFF2-40B4-BE49-F238E27FC236}">
                    <a16:creationId xmlns:a16="http://schemas.microsoft.com/office/drawing/2014/main" id="{43A32A7B-A2D3-4A47-B5A4-CE9064A5A8EC}"/>
                  </a:ext>
                </a:extLst>
              </p:cNvPr>
              <p:cNvSpPr/>
              <p:nvPr/>
            </p:nvSpPr>
            <p:spPr>
              <a:xfrm>
                <a:off x="7368620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1" name="Rectangle 550">
                <a:extLst>
                  <a:ext uri="{FF2B5EF4-FFF2-40B4-BE49-F238E27FC236}">
                    <a16:creationId xmlns:a16="http://schemas.microsoft.com/office/drawing/2014/main" id="{E29ED2DD-7C4D-41F3-9D35-32D389641CCD}"/>
                  </a:ext>
                </a:extLst>
              </p:cNvPr>
              <p:cNvSpPr/>
              <p:nvPr/>
            </p:nvSpPr>
            <p:spPr>
              <a:xfrm>
                <a:off x="6520206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2" name="Rectangle 551">
                <a:extLst>
                  <a:ext uri="{FF2B5EF4-FFF2-40B4-BE49-F238E27FC236}">
                    <a16:creationId xmlns:a16="http://schemas.microsoft.com/office/drawing/2014/main" id="{DC7A776C-11A1-4147-AF8F-A1B2AD6376A6}"/>
                  </a:ext>
                </a:extLst>
              </p:cNvPr>
              <p:cNvSpPr/>
              <p:nvPr/>
            </p:nvSpPr>
            <p:spPr>
              <a:xfrm>
                <a:off x="7368620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3" name="Rectangle 552">
                <a:extLst>
                  <a:ext uri="{FF2B5EF4-FFF2-40B4-BE49-F238E27FC236}">
                    <a16:creationId xmlns:a16="http://schemas.microsoft.com/office/drawing/2014/main" id="{B2C86D86-BC86-46CB-894F-4B12671C9548}"/>
                  </a:ext>
                </a:extLst>
              </p:cNvPr>
              <p:cNvSpPr/>
              <p:nvPr/>
            </p:nvSpPr>
            <p:spPr>
              <a:xfrm>
                <a:off x="8217034" y="714289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4" name="Rectangle 553">
                <a:extLst>
                  <a:ext uri="{FF2B5EF4-FFF2-40B4-BE49-F238E27FC236}">
                    <a16:creationId xmlns:a16="http://schemas.microsoft.com/office/drawing/2014/main" id="{14CEB460-67AD-4135-AA79-1F22B8FC21AB}"/>
                  </a:ext>
                </a:extLst>
              </p:cNvPr>
              <p:cNvSpPr/>
              <p:nvPr/>
            </p:nvSpPr>
            <p:spPr>
              <a:xfrm>
                <a:off x="8217034" y="79913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5" name="Rectangle 554">
                <a:extLst>
                  <a:ext uri="{FF2B5EF4-FFF2-40B4-BE49-F238E27FC236}">
                    <a16:creationId xmlns:a16="http://schemas.microsoft.com/office/drawing/2014/main" id="{1602A3E5-AB44-49BB-BA48-C03535110C23}"/>
                  </a:ext>
                </a:extLst>
              </p:cNvPr>
              <p:cNvSpPr/>
              <p:nvPr/>
            </p:nvSpPr>
            <p:spPr>
              <a:xfrm>
                <a:off x="6520206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0CC9976D-6EAE-4716-8815-2C5E227BD052}"/>
                  </a:ext>
                </a:extLst>
              </p:cNvPr>
              <p:cNvSpPr/>
              <p:nvPr/>
            </p:nvSpPr>
            <p:spPr>
              <a:xfrm>
                <a:off x="7368620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7" name="Rectangle 556">
                <a:extLst>
                  <a:ext uri="{FF2B5EF4-FFF2-40B4-BE49-F238E27FC236}">
                    <a16:creationId xmlns:a16="http://schemas.microsoft.com/office/drawing/2014/main" id="{D929EB49-2334-4CD4-9FD4-D55401761091}"/>
                  </a:ext>
                </a:extLst>
              </p:cNvPr>
              <p:cNvSpPr/>
              <p:nvPr/>
            </p:nvSpPr>
            <p:spPr>
              <a:xfrm>
                <a:off x="8217034" y="88397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43F52E73-E5EC-40D3-90D1-244A6EAA7464}"/>
                </a:ext>
              </a:extLst>
            </p:cNvPr>
            <p:cNvGrpSpPr/>
            <p:nvPr/>
          </p:nvGrpSpPr>
          <p:grpSpPr>
            <a:xfrm>
              <a:off x="6063939" y="4082348"/>
              <a:ext cx="6577929" cy="6406533"/>
              <a:chOff x="6063939" y="4082348"/>
              <a:chExt cx="6577929" cy="6406533"/>
            </a:xfrm>
          </p:grpSpPr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7D14469C-E991-4B4C-80BB-6DA5BFEC5266}"/>
                  </a:ext>
                </a:extLst>
              </p:cNvPr>
              <p:cNvSpPr/>
              <p:nvPr/>
            </p:nvSpPr>
            <p:spPr>
              <a:xfrm rot="2750059">
                <a:off x="9495435" y="420757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9E8DEB1-0A74-453F-B4B0-66A53A9A4BC1}"/>
                  </a:ext>
                </a:extLst>
              </p:cNvPr>
              <p:cNvSpPr/>
              <p:nvPr/>
            </p:nvSpPr>
            <p:spPr>
              <a:xfrm rot="2750059">
                <a:off x="11228591" y="755041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4B611E4-6D19-425F-81B1-5F8E822ED02C}"/>
                  </a:ext>
                </a:extLst>
              </p:cNvPr>
              <p:cNvSpPr/>
              <p:nvPr/>
            </p:nvSpPr>
            <p:spPr>
              <a:xfrm rot="2750059">
                <a:off x="9523414" y="839703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C1EA548D-E689-4CE4-8CD4-E8A5DB5087E9}"/>
                  </a:ext>
                </a:extLst>
              </p:cNvPr>
              <p:cNvSpPr/>
              <p:nvPr/>
            </p:nvSpPr>
            <p:spPr>
              <a:xfrm rot="2750059">
                <a:off x="11250442" y="5000574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445004AA-1AB8-4F8D-BDD2-E07CBE3EF57C}"/>
                  </a:ext>
                </a:extLst>
              </p:cNvPr>
              <p:cNvSpPr/>
              <p:nvPr/>
            </p:nvSpPr>
            <p:spPr>
              <a:xfrm rot="7313666">
                <a:off x="7729580" y="7512222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37A0F091-8096-44CC-9F7D-4DDB24C1781D}"/>
                  </a:ext>
                </a:extLst>
              </p:cNvPr>
              <p:cNvSpPr/>
              <p:nvPr/>
            </p:nvSpPr>
            <p:spPr>
              <a:xfrm>
                <a:off x="10271630" y="6723207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A44E0450-451B-48D5-8298-A159D4198885}"/>
                  </a:ext>
                </a:extLst>
              </p:cNvPr>
              <p:cNvSpPr/>
              <p:nvPr/>
            </p:nvSpPr>
            <p:spPr>
              <a:xfrm>
                <a:off x="10302301" y="9172893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68DB6067-2FA0-45EE-AB9E-26BA8D92DDCC}"/>
                  </a:ext>
                </a:extLst>
              </p:cNvPr>
              <p:cNvSpPr/>
              <p:nvPr/>
            </p:nvSpPr>
            <p:spPr>
              <a:xfrm rot="7313666">
                <a:off x="10281708" y="418044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4A018DA0-CAFD-480A-9A8D-C67B483F757E}"/>
                  </a:ext>
                </a:extLst>
              </p:cNvPr>
              <p:cNvSpPr/>
              <p:nvPr/>
            </p:nvSpPr>
            <p:spPr>
              <a:xfrm>
                <a:off x="6063939" y="6749402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7B2D3321-192F-435C-8EEA-561B6BF800B0}"/>
                  </a:ext>
                </a:extLst>
              </p:cNvPr>
              <p:cNvSpPr/>
              <p:nvPr/>
            </p:nvSpPr>
            <p:spPr>
              <a:xfrm>
                <a:off x="8506973" y="4132511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6689936C-A12A-4513-9D63-D6DDD12D3069}"/>
                  </a:ext>
                </a:extLst>
              </p:cNvPr>
              <p:cNvSpPr/>
              <p:nvPr/>
            </p:nvSpPr>
            <p:spPr>
              <a:xfrm rot="2750059">
                <a:off x="7018744" y="922375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EC514D82-CEC3-4AA6-9006-30CBD9E45431}"/>
                  </a:ext>
                </a:extLst>
              </p:cNvPr>
              <p:cNvSpPr/>
              <p:nvPr/>
            </p:nvSpPr>
            <p:spPr>
              <a:xfrm rot="2750059">
                <a:off x="9553371" y="9220186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4431D53B-56BE-47B8-9E54-E9F07BF21073}"/>
                  </a:ext>
                </a:extLst>
              </p:cNvPr>
              <p:cNvSpPr/>
              <p:nvPr/>
            </p:nvSpPr>
            <p:spPr>
              <a:xfrm rot="7313666">
                <a:off x="11975998" y="419272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78BCAA2-1952-4636-9DAE-47911812AD3A}"/>
                  </a:ext>
                </a:extLst>
              </p:cNvPr>
              <p:cNvSpPr/>
              <p:nvPr/>
            </p:nvSpPr>
            <p:spPr>
              <a:xfrm rot="19185010">
                <a:off x="8563448" y="596861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00F3ED8C-00BA-4014-98D0-71B143DE0EC6}"/>
                  </a:ext>
                </a:extLst>
              </p:cNvPr>
              <p:cNvSpPr/>
              <p:nvPr/>
            </p:nvSpPr>
            <p:spPr>
              <a:xfrm>
                <a:off x="11874539" y="9172893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9A45D4A5-8A48-4559-97F3-36E2D9C417A3}"/>
                  </a:ext>
                </a:extLst>
              </p:cNvPr>
              <p:cNvSpPr/>
              <p:nvPr/>
            </p:nvSpPr>
            <p:spPr>
              <a:xfrm rot="19185010">
                <a:off x="6972861" y="5055698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02105389-23F4-4113-942A-FF825DAF9994}"/>
                  </a:ext>
                </a:extLst>
              </p:cNvPr>
              <p:cNvSpPr/>
              <p:nvPr/>
            </p:nvSpPr>
            <p:spPr>
              <a:xfrm rot="19185010">
                <a:off x="6983883" y="7506967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CA9EEF2-B71B-47D7-9A94-2179D248DD6A}"/>
                  </a:ext>
                </a:extLst>
              </p:cNvPr>
              <p:cNvSpPr/>
              <p:nvPr/>
            </p:nvSpPr>
            <p:spPr>
              <a:xfrm rot="19185010">
                <a:off x="12033219" y="10094897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5368389-5B45-42FF-83BC-4D3C6F3E5221}"/>
              </a:ext>
            </a:extLst>
          </p:cNvPr>
          <p:cNvGrpSpPr/>
          <p:nvPr/>
        </p:nvGrpSpPr>
        <p:grpSpPr>
          <a:xfrm>
            <a:off x="-919119" y="1287039"/>
            <a:ext cx="14647819" cy="4257797"/>
            <a:chOff x="-919119" y="1287039"/>
            <a:chExt cx="14647819" cy="425779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D2A04D9-5718-405D-942B-BBBF4694E6E2}"/>
                </a:ext>
              </a:extLst>
            </p:cNvPr>
            <p:cNvGrpSpPr/>
            <p:nvPr/>
          </p:nvGrpSpPr>
          <p:grpSpPr>
            <a:xfrm>
              <a:off x="-919119" y="3170603"/>
              <a:ext cx="14521670" cy="2374233"/>
              <a:chOff x="-919119" y="1003185"/>
              <a:chExt cx="14521670" cy="237423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2DF483E-1169-4EF7-A486-B1B0CFA8FD2E}"/>
                  </a:ext>
                </a:extLst>
              </p:cNvPr>
              <p:cNvSpPr/>
              <p:nvPr/>
            </p:nvSpPr>
            <p:spPr>
              <a:xfrm>
                <a:off x="-101601" y="1003185"/>
                <a:ext cx="13704152" cy="2374233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95AA8FF-20EA-4C74-A2F6-D2D0EAC8E7D1}"/>
                  </a:ext>
                </a:extLst>
              </p:cNvPr>
              <p:cNvSpPr/>
              <p:nvPr/>
            </p:nvSpPr>
            <p:spPr>
              <a:xfrm rot="2750059">
                <a:off x="3973197" y="170982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E69CB218-5710-49F2-97AF-CAC78973E853}"/>
                  </a:ext>
                </a:extLst>
              </p:cNvPr>
              <p:cNvSpPr/>
              <p:nvPr/>
            </p:nvSpPr>
            <p:spPr>
              <a:xfrm rot="19185010">
                <a:off x="3844155" y="2703774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A6127D10-681B-4627-8A25-D123AA521CF7}"/>
                  </a:ext>
                </a:extLst>
              </p:cNvPr>
              <p:cNvSpPr/>
              <p:nvPr/>
            </p:nvSpPr>
            <p:spPr>
              <a:xfrm rot="7313666">
                <a:off x="4664399" y="129267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EFF29FD-D3A6-46C6-9692-C71F150AA3DF}"/>
                  </a:ext>
                </a:extLst>
              </p:cNvPr>
              <p:cNvSpPr/>
              <p:nvPr/>
            </p:nvSpPr>
            <p:spPr>
              <a:xfrm>
                <a:off x="4522310" y="2122666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E2E1B4A-F70D-4A2C-8464-276010A8B213}"/>
                  </a:ext>
                </a:extLst>
              </p:cNvPr>
              <p:cNvSpPr/>
              <p:nvPr/>
            </p:nvSpPr>
            <p:spPr>
              <a:xfrm>
                <a:off x="5498710" y="1287650"/>
                <a:ext cx="7747390" cy="180049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All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connect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only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in a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b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belong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closed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loops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over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melon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loop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>
                  <a:spcBef>
                    <a:spcPts val="600"/>
                  </a:spcBef>
                </a:pP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passes </a:t>
                </a:r>
                <a:r>
                  <a:rPr lang="pt-PT" sz="2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through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64" name="Subtitle 2">
                <a:extLst>
                  <a:ext uri="{FF2B5EF4-FFF2-40B4-BE49-F238E27FC236}">
                    <a16:creationId xmlns:a16="http://schemas.microsoft.com/office/drawing/2014/main" id="{5F281D40-796E-48EE-BC1E-FD6BCEBE9D4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19119" y="1351213"/>
                <a:ext cx="4572000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66006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Grapes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share a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bunch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seek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their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pair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b="1" i="1" dirty="0" err="1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Melons</a:t>
                </a:r>
                <a:r>
                  <a:rPr lang="pt-PT" sz="2600" b="1" i="1" dirty="0">
                    <a:solidFill>
                      <a:srgbClr val="385723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stay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unbroken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pt-PT" sz="26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b="1" i="1" dirty="0" err="1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Lemons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sour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6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alone</a:t>
                </a:r>
                <a:r>
                  <a:rPr lang="pt-PT" sz="26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8" name="Rectangle 357">
              <a:extLst>
                <a:ext uri="{FF2B5EF4-FFF2-40B4-BE49-F238E27FC236}">
                  <a16:creationId xmlns:a16="http://schemas.microsoft.com/office/drawing/2014/main" id="{038BB6A6-BB37-48AF-B5D6-904EBE0C017D}"/>
                </a:ext>
              </a:extLst>
            </p:cNvPr>
            <p:cNvSpPr/>
            <p:nvPr/>
          </p:nvSpPr>
          <p:spPr>
            <a:xfrm>
              <a:off x="-141975" y="2497672"/>
              <a:ext cx="1387067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don’t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cross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32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32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59" name="Group 558">
            <a:extLst>
              <a:ext uri="{FF2B5EF4-FFF2-40B4-BE49-F238E27FC236}">
                <a16:creationId xmlns:a16="http://schemas.microsoft.com/office/drawing/2014/main" id="{E4007DD4-A52A-4B01-844E-FE3D31FE4CCD}"/>
              </a:ext>
            </a:extLst>
          </p:cNvPr>
          <p:cNvGrpSpPr/>
          <p:nvPr/>
        </p:nvGrpSpPr>
        <p:grpSpPr>
          <a:xfrm>
            <a:off x="2148062" y="5880094"/>
            <a:ext cx="9177766" cy="9752314"/>
            <a:chOff x="2413650" y="11112032"/>
            <a:chExt cx="7960530" cy="8458875"/>
          </a:xfrm>
        </p:grpSpPr>
        <p:grpSp>
          <p:nvGrpSpPr>
            <p:cNvPr id="560" name="Group 559">
              <a:extLst>
                <a:ext uri="{FF2B5EF4-FFF2-40B4-BE49-F238E27FC236}">
                  <a16:creationId xmlns:a16="http://schemas.microsoft.com/office/drawing/2014/main" id="{224EFCF3-023E-4B5A-BDEC-EB99D4F44FD6}"/>
                </a:ext>
              </a:extLst>
            </p:cNvPr>
            <p:cNvGrpSpPr/>
            <p:nvPr/>
          </p:nvGrpSpPr>
          <p:grpSpPr>
            <a:xfrm>
              <a:off x="2413650" y="11112032"/>
              <a:ext cx="7658022" cy="8458875"/>
              <a:chOff x="1521345" y="-800438"/>
              <a:chExt cx="7658022" cy="8458875"/>
            </a:xfrm>
          </p:grpSpPr>
          <p:sp>
            <p:nvSpPr>
              <p:cNvPr id="591" name="Rectangle 590">
                <a:extLst>
                  <a:ext uri="{FF2B5EF4-FFF2-40B4-BE49-F238E27FC236}">
                    <a16:creationId xmlns:a16="http://schemas.microsoft.com/office/drawing/2014/main" id="{3BD8FAB1-0C88-45AD-8CAF-79DAB9A7E9AC}"/>
                  </a:ext>
                </a:extLst>
              </p:cNvPr>
              <p:cNvSpPr/>
              <p:nvPr/>
            </p:nvSpPr>
            <p:spPr>
              <a:xfrm>
                <a:off x="1521345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2" name="Rectangle 591">
                <a:extLst>
                  <a:ext uri="{FF2B5EF4-FFF2-40B4-BE49-F238E27FC236}">
                    <a16:creationId xmlns:a16="http://schemas.microsoft.com/office/drawing/2014/main" id="{F03F2287-BB0B-4E9C-98FA-6E25C71DFAA1}"/>
                  </a:ext>
                </a:extLst>
              </p:cNvPr>
              <p:cNvSpPr/>
              <p:nvPr/>
            </p:nvSpPr>
            <p:spPr>
              <a:xfrm>
                <a:off x="1521345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3" name="Rectangle 592">
                <a:extLst>
                  <a:ext uri="{FF2B5EF4-FFF2-40B4-BE49-F238E27FC236}">
                    <a16:creationId xmlns:a16="http://schemas.microsoft.com/office/drawing/2014/main" id="{333B2162-9F45-4DC5-9298-7D4A63DBDF7E}"/>
                  </a:ext>
                </a:extLst>
              </p:cNvPr>
              <p:cNvSpPr/>
              <p:nvPr/>
            </p:nvSpPr>
            <p:spPr>
              <a:xfrm>
                <a:off x="2369759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4" name="Rectangle 593">
                <a:extLst>
                  <a:ext uri="{FF2B5EF4-FFF2-40B4-BE49-F238E27FC236}">
                    <a16:creationId xmlns:a16="http://schemas.microsoft.com/office/drawing/2014/main" id="{C1E8D84E-4E1B-4B4C-A1B1-31BE4247D975}"/>
                  </a:ext>
                </a:extLst>
              </p:cNvPr>
              <p:cNvSpPr/>
              <p:nvPr/>
            </p:nvSpPr>
            <p:spPr>
              <a:xfrm>
                <a:off x="3218173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5" name="Rectangle 594">
                <a:extLst>
                  <a:ext uri="{FF2B5EF4-FFF2-40B4-BE49-F238E27FC236}">
                    <a16:creationId xmlns:a16="http://schemas.microsoft.com/office/drawing/2014/main" id="{204CCF48-1351-47F5-B80C-0D126F21EF7E}"/>
                  </a:ext>
                </a:extLst>
              </p:cNvPr>
              <p:cNvSpPr/>
              <p:nvPr/>
            </p:nvSpPr>
            <p:spPr>
              <a:xfrm>
                <a:off x="2369759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6" name="Rectangle 595">
                <a:extLst>
                  <a:ext uri="{FF2B5EF4-FFF2-40B4-BE49-F238E27FC236}">
                    <a16:creationId xmlns:a16="http://schemas.microsoft.com/office/drawing/2014/main" id="{13EA468D-73DC-46E3-8269-A29BE61C6A96}"/>
                  </a:ext>
                </a:extLst>
              </p:cNvPr>
              <p:cNvSpPr/>
              <p:nvPr/>
            </p:nvSpPr>
            <p:spPr>
              <a:xfrm>
                <a:off x="3218173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7" name="Rectangle 596">
                <a:extLst>
                  <a:ext uri="{FF2B5EF4-FFF2-40B4-BE49-F238E27FC236}">
                    <a16:creationId xmlns:a16="http://schemas.microsoft.com/office/drawing/2014/main" id="{09AC48C3-E75E-4A87-9A41-562B4721EA8B}"/>
                  </a:ext>
                </a:extLst>
              </p:cNvPr>
              <p:cNvSpPr/>
              <p:nvPr/>
            </p:nvSpPr>
            <p:spPr>
              <a:xfrm>
                <a:off x="1521345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E4A7E395-4AA0-4F55-B7F5-9D9294C47279}"/>
                  </a:ext>
                </a:extLst>
              </p:cNvPr>
              <p:cNvSpPr/>
              <p:nvPr/>
            </p:nvSpPr>
            <p:spPr>
              <a:xfrm>
                <a:off x="1521345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9" name="Rectangle 598">
                <a:extLst>
                  <a:ext uri="{FF2B5EF4-FFF2-40B4-BE49-F238E27FC236}">
                    <a16:creationId xmlns:a16="http://schemas.microsoft.com/office/drawing/2014/main" id="{9D8BE673-F93C-4BC1-B064-249127A15DDF}"/>
                  </a:ext>
                </a:extLst>
              </p:cNvPr>
              <p:cNvSpPr/>
              <p:nvPr/>
            </p:nvSpPr>
            <p:spPr>
              <a:xfrm>
                <a:off x="2369759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0" name="Rectangle 599">
                <a:extLst>
                  <a:ext uri="{FF2B5EF4-FFF2-40B4-BE49-F238E27FC236}">
                    <a16:creationId xmlns:a16="http://schemas.microsoft.com/office/drawing/2014/main" id="{31600C60-E485-4E39-94FA-0FADF9C4F106}"/>
                  </a:ext>
                </a:extLst>
              </p:cNvPr>
              <p:cNvSpPr/>
              <p:nvPr/>
            </p:nvSpPr>
            <p:spPr>
              <a:xfrm>
                <a:off x="3218173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1" name="Rectangle 600">
                <a:extLst>
                  <a:ext uri="{FF2B5EF4-FFF2-40B4-BE49-F238E27FC236}">
                    <a16:creationId xmlns:a16="http://schemas.microsoft.com/office/drawing/2014/main" id="{48CE8ED5-42B9-432E-9A3D-43B4B4F4E3ED}"/>
                  </a:ext>
                </a:extLst>
              </p:cNvPr>
              <p:cNvSpPr/>
              <p:nvPr/>
            </p:nvSpPr>
            <p:spPr>
              <a:xfrm>
                <a:off x="2369759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2" name="Rectangle 601">
                <a:extLst>
                  <a:ext uri="{FF2B5EF4-FFF2-40B4-BE49-F238E27FC236}">
                    <a16:creationId xmlns:a16="http://schemas.microsoft.com/office/drawing/2014/main" id="{18205FB7-EDE5-4F44-86B0-E9AB3DF2CAAE}"/>
                  </a:ext>
                </a:extLst>
              </p:cNvPr>
              <p:cNvSpPr/>
              <p:nvPr/>
            </p:nvSpPr>
            <p:spPr>
              <a:xfrm>
                <a:off x="3218173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3" name="Rectangle 602">
                <a:extLst>
                  <a:ext uri="{FF2B5EF4-FFF2-40B4-BE49-F238E27FC236}">
                    <a16:creationId xmlns:a16="http://schemas.microsoft.com/office/drawing/2014/main" id="{35C3CD73-18A4-4430-AF7E-647DD33802F7}"/>
                  </a:ext>
                </a:extLst>
              </p:cNvPr>
              <p:cNvSpPr/>
              <p:nvPr/>
            </p:nvSpPr>
            <p:spPr>
              <a:xfrm>
                <a:off x="4066587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4" name="Rectangle 603">
                <a:extLst>
                  <a:ext uri="{FF2B5EF4-FFF2-40B4-BE49-F238E27FC236}">
                    <a16:creationId xmlns:a16="http://schemas.microsoft.com/office/drawing/2014/main" id="{D5EDE415-D2C7-471A-AE1B-CFE3DED6CB33}"/>
                  </a:ext>
                </a:extLst>
              </p:cNvPr>
              <p:cNvSpPr/>
              <p:nvPr/>
            </p:nvSpPr>
            <p:spPr>
              <a:xfrm>
                <a:off x="4915001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5" name="Rectangle 604">
                <a:extLst>
                  <a:ext uri="{FF2B5EF4-FFF2-40B4-BE49-F238E27FC236}">
                    <a16:creationId xmlns:a16="http://schemas.microsoft.com/office/drawing/2014/main" id="{66A7B1B8-3D68-4146-A150-D0919F40C4C7}"/>
                  </a:ext>
                </a:extLst>
              </p:cNvPr>
              <p:cNvSpPr/>
              <p:nvPr/>
            </p:nvSpPr>
            <p:spPr>
              <a:xfrm>
                <a:off x="4066587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CF897D3D-76FD-4B10-BE07-A24E946F30BE}"/>
                  </a:ext>
                </a:extLst>
              </p:cNvPr>
              <p:cNvSpPr/>
              <p:nvPr/>
            </p:nvSpPr>
            <p:spPr>
              <a:xfrm>
                <a:off x="4915001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7" name="Rectangle 606">
                <a:extLst>
                  <a:ext uri="{FF2B5EF4-FFF2-40B4-BE49-F238E27FC236}">
                    <a16:creationId xmlns:a16="http://schemas.microsoft.com/office/drawing/2014/main" id="{C921E1A2-1B5C-4337-AAD8-8D17C37EA9FA}"/>
                  </a:ext>
                </a:extLst>
              </p:cNvPr>
              <p:cNvSpPr/>
              <p:nvPr/>
            </p:nvSpPr>
            <p:spPr>
              <a:xfrm>
                <a:off x="5763415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8" name="Rectangle 607">
                <a:extLst>
                  <a:ext uri="{FF2B5EF4-FFF2-40B4-BE49-F238E27FC236}">
                    <a16:creationId xmlns:a16="http://schemas.microsoft.com/office/drawing/2014/main" id="{2986927E-7584-4A76-9209-391969E10FF4}"/>
                  </a:ext>
                </a:extLst>
              </p:cNvPr>
              <p:cNvSpPr/>
              <p:nvPr/>
            </p:nvSpPr>
            <p:spPr>
              <a:xfrm>
                <a:off x="5763415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4B5431FB-7488-47E1-A8D3-0754B06AFF0E}"/>
                  </a:ext>
                </a:extLst>
              </p:cNvPr>
              <p:cNvSpPr/>
              <p:nvPr/>
            </p:nvSpPr>
            <p:spPr>
              <a:xfrm>
                <a:off x="4066587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0" name="Rectangle 609">
                <a:extLst>
                  <a:ext uri="{FF2B5EF4-FFF2-40B4-BE49-F238E27FC236}">
                    <a16:creationId xmlns:a16="http://schemas.microsoft.com/office/drawing/2014/main" id="{FC14CE1B-E190-4D91-B078-F177F95AD950}"/>
                  </a:ext>
                </a:extLst>
              </p:cNvPr>
              <p:cNvSpPr/>
              <p:nvPr/>
            </p:nvSpPr>
            <p:spPr>
              <a:xfrm>
                <a:off x="4915001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AE10F128-D400-43AE-82A5-277FA6F1BF98}"/>
                  </a:ext>
                </a:extLst>
              </p:cNvPr>
              <p:cNvSpPr/>
              <p:nvPr/>
            </p:nvSpPr>
            <p:spPr>
              <a:xfrm>
                <a:off x="4066587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89C1BFEF-8278-4074-98C7-2F6D4E627359}"/>
                  </a:ext>
                </a:extLst>
              </p:cNvPr>
              <p:cNvSpPr/>
              <p:nvPr/>
            </p:nvSpPr>
            <p:spPr>
              <a:xfrm>
                <a:off x="4915001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3" name="Rectangle 612">
                <a:extLst>
                  <a:ext uri="{FF2B5EF4-FFF2-40B4-BE49-F238E27FC236}">
                    <a16:creationId xmlns:a16="http://schemas.microsoft.com/office/drawing/2014/main" id="{CD0BF8BE-BCA7-448C-AAB5-BCF02521532C}"/>
                  </a:ext>
                </a:extLst>
              </p:cNvPr>
              <p:cNvSpPr/>
              <p:nvPr/>
            </p:nvSpPr>
            <p:spPr>
              <a:xfrm>
                <a:off x="5763415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4" name="Rectangle 613">
                <a:extLst>
                  <a:ext uri="{FF2B5EF4-FFF2-40B4-BE49-F238E27FC236}">
                    <a16:creationId xmlns:a16="http://schemas.microsoft.com/office/drawing/2014/main" id="{FBE87A8B-BE72-4A18-B6E9-8683340F2C85}"/>
                  </a:ext>
                </a:extLst>
              </p:cNvPr>
              <p:cNvSpPr/>
              <p:nvPr/>
            </p:nvSpPr>
            <p:spPr>
              <a:xfrm>
                <a:off x="5763415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5" name="Rectangle 614">
                <a:extLst>
                  <a:ext uri="{FF2B5EF4-FFF2-40B4-BE49-F238E27FC236}">
                    <a16:creationId xmlns:a16="http://schemas.microsoft.com/office/drawing/2014/main" id="{99635C86-8D8C-40C0-AEE5-AD4C02EE2F53}"/>
                  </a:ext>
                </a:extLst>
              </p:cNvPr>
              <p:cNvSpPr/>
              <p:nvPr/>
            </p:nvSpPr>
            <p:spPr>
              <a:xfrm>
                <a:off x="1521345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6" name="Rectangle 615">
                <a:extLst>
                  <a:ext uri="{FF2B5EF4-FFF2-40B4-BE49-F238E27FC236}">
                    <a16:creationId xmlns:a16="http://schemas.microsoft.com/office/drawing/2014/main" id="{463A5E6E-D298-40D0-B6B4-F41ECBA29422}"/>
                  </a:ext>
                </a:extLst>
              </p:cNvPr>
              <p:cNvSpPr/>
              <p:nvPr/>
            </p:nvSpPr>
            <p:spPr>
              <a:xfrm>
                <a:off x="1521345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7" name="Rectangle 616">
                <a:extLst>
                  <a:ext uri="{FF2B5EF4-FFF2-40B4-BE49-F238E27FC236}">
                    <a16:creationId xmlns:a16="http://schemas.microsoft.com/office/drawing/2014/main" id="{84EC4C67-AAF9-4500-B719-25127E63CE98}"/>
                  </a:ext>
                </a:extLst>
              </p:cNvPr>
              <p:cNvSpPr/>
              <p:nvPr/>
            </p:nvSpPr>
            <p:spPr>
              <a:xfrm>
                <a:off x="2369759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8" name="Rectangle 617">
                <a:extLst>
                  <a:ext uri="{FF2B5EF4-FFF2-40B4-BE49-F238E27FC236}">
                    <a16:creationId xmlns:a16="http://schemas.microsoft.com/office/drawing/2014/main" id="{CDCC918B-EB44-4128-A786-67356C5F582A}"/>
                  </a:ext>
                </a:extLst>
              </p:cNvPr>
              <p:cNvSpPr/>
              <p:nvPr/>
            </p:nvSpPr>
            <p:spPr>
              <a:xfrm>
                <a:off x="3218173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8BB7AD0B-7EE5-41D1-849E-6EE5B82DF05C}"/>
                  </a:ext>
                </a:extLst>
              </p:cNvPr>
              <p:cNvSpPr/>
              <p:nvPr/>
            </p:nvSpPr>
            <p:spPr>
              <a:xfrm>
                <a:off x="2369759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0" name="Rectangle 619">
                <a:extLst>
                  <a:ext uri="{FF2B5EF4-FFF2-40B4-BE49-F238E27FC236}">
                    <a16:creationId xmlns:a16="http://schemas.microsoft.com/office/drawing/2014/main" id="{66335F33-EA10-4D41-A033-EB4377D6CBA0}"/>
                  </a:ext>
                </a:extLst>
              </p:cNvPr>
              <p:cNvSpPr/>
              <p:nvPr/>
            </p:nvSpPr>
            <p:spPr>
              <a:xfrm>
                <a:off x="3218173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1" name="Rectangle 620">
                <a:extLst>
                  <a:ext uri="{FF2B5EF4-FFF2-40B4-BE49-F238E27FC236}">
                    <a16:creationId xmlns:a16="http://schemas.microsoft.com/office/drawing/2014/main" id="{DCE25504-0361-4A0F-AA6E-DD7A4DB58C44}"/>
                  </a:ext>
                </a:extLst>
              </p:cNvPr>
              <p:cNvSpPr/>
              <p:nvPr/>
            </p:nvSpPr>
            <p:spPr>
              <a:xfrm>
                <a:off x="1521345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E08B51E6-5685-4D52-ACF8-03146D99B7D8}"/>
                  </a:ext>
                </a:extLst>
              </p:cNvPr>
              <p:cNvSpPr/>
              <p:nvPr/>
            </p:nvSpPr>
            <p:spPr>
              <a:xfrm>
                <a:off x="2369759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F4FEDB7C-178E-4297-AD0D-BD7DD41E9DE4}"/>
                  </a:ext>
                </a:extLst>
              </p:cNvPr>
              <p:cNvSpPr/>
              <p:nvPr/>
            </p:nvSpPr>
            <p:spPr>
              <a:xfrm>
                <a:off x="3218173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4" name="Rectangle 623">
                <a:extLst>
                  <a:ext uri="{FF2B5EF4-FFF2-40B4-BE49-F238E27FC236}">
                    <a16:creationId xmlns:a16="http://schemas.microsoft.com/office/drawing/2014/main" id="{BD22F76D-D594-4F3A-AA46-42C3821B50D7}"/>
                  </a:ext>
                </a:extLst>
              </p:cNvPr>
              <p:cNvSpPr/>
              <p:nvPr/>
            </p:nvSpPr>
            <p:spPr>
              <a:xfrm>
                <a:off x="4066587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5" name="Rectangle 624">
                <a:extLst>
                  <a:ext uri="{FF2B5EF4-FFF2-40B4-BE49-F238E27FC236}">
                    <a16:creationId xmlns:a16="http://schemas.microsoft.com/office/drawing/2014/main" id="{C4DDBB6F-26B0-40FC-A333-E0C498F623FB}"/>
                  </a:ext>
                </a:extLst>
              </p:cNvPr>
              <p:cNvSpPr/>
              <p:nvPr/>
            </p:nvSpPr>
            <p:spPr>
              <a:xfrm>
                <a:off x="4915001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6" name="Rectangle 625">
                <a:extLst>
                  <a:ext uri="{FF2B5EF4-FFF2-40B4-BE49-F238E27FC236}">
                    <a16:creationId xmlns:a16="http://schemas.microsoft.com/office/drawing/2014/main" id="{1927884E-0F3A-41B9-9B81-420999D14D1A}"/>
                  </a:ext>
                </a:extLst>
              </p:cNvPr>
              <p:cNvSpPr/>
              <p:nvPr/>
            </p:nvSpPr>
            <p:spPr>
              <a:xfrm>
                <a:off x="4066587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7" name="Rectangle 626">
                <a:extLst>
                  <a:ext uri="{FF2B5EF4-FFF2-40B4-BE49-F238E27FC236}">
                    <a16:creationId xmlns:a16="http://schemas.microsoft.com/office/drawing/2014/main" id="{0151697A-F3D7-402E-ACC9-44F80132629A}"/>
                  </a:ext>
                </a:extLst>
              </p:cNvPr>
              <p:cNvSpPr/>
              <p:nvPr/>
            </p:nvSpPr>
            <p:spPr>
              <a:xfrm>
                <a:off x="4915001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8" name="Rectangle 627">
                <a:extLst>
                  <a:ext uri="{FF2B5EF4-FFF2-40B4-BE49-F238E27FC236}">
                    <a16:creationId xmlns:a16="http://schemas.microsoft.com/office/drawing/2014/main" id="{72EC7F75-35D2-4AE7-A75E-2BBEF3620B2E}"/>
                  </a:ext>
                </a:extLst>
              </p:cNvPr>
              <p:cNvSpPr/>
              <p:nvPr/>
            </p:nvSpPr>
            <p:spPr>
              <a:xfrm>
                <a:off x="5763415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9" name="Rectangle 628">
                <a:extLst>
                  <a:ext uri="{FF2B5EF4-FFF2-40B4-BE49-F238E27FC236}">
                    <a16:creationId xmlns:a16="http://schemas.microsoft.com/office/drawing/2014/main" id="{DB821B0A-5132-40EB-B87E-5C4B13004EEA}"/>
                  </a:ext>
                </a:extLst>
              </p:cNvPr>
              <p:cNvSpPr/>
              <p:nvPr/>
            </p:nvSpPr>
            <p:spPr>
              <a:xfrm>
                <a:off x="5763415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0" name="Rectangle 629">
                <a:extLst>
                  <a:ext uri="{FF2B5EF4-FFF2-40B4-BE49-F238E27FC236}">
                    <a16:creationId xmlns:a16="http://schemas.microsoft.com/office/drawing/2014/main" id="{527E7192-D7A3-4871-B38D-60845D8DB0D6}"/>
                  </a:ext>
                </a:extLst>
              </p:cNvPr>
              <p:cNvSpPr/>
              <p:nvPr/>
            </p:nvSpPr>
            <p:spPr>
              <a:xfrm>
                <a:off x="4066587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1" name="Rectangle 630">
                <a:extLst>
                  <a:ext uri="{FF2B5EF4-FFF2-40B4-BE49-F238E27FC236}">
                    <a16:creationId xmlns:a16="http://schemas.microsoft.com/office/drawing/2014/main" id="{8DFDDAFB-E399-4DFB-B183-075ADF1B5B92}"/>
                  </a:ext>
                </a:extLst>
              </p:cNvPr>
              <p:cNvSpPr/>
              <p:nvPr/>
            </p:nvSpPr>
            <p:spPr>
              <a:xfrm>
                <a:off x="4915001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2" name="Rectangle 631">
                <a:extLst>
                  <a:ext uri="{FF2B5EF4-FFF2-40B4-BE49-F238E27FC236}">
                    <a16:creationId xmlns:a16="http://schemas.microsoft.com/office/drawing/2014/main" id="{DA689D45-DF25-4065-8446-24BFF3A24495}"/>
                  </a:ext>
                </a:extLst>
              </p:cNvPr>
              <p:cNvSpPr/>
              <p:nvPr/>
            </p:nvSpPr>
            <p:spPr>
              <a:xfrm>
                <a:off x="5763415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3" name="Rectangle 632">
                <a:extLst>
                  <a:ext uri="{FF2B5EF4-FFF2-40B4-BE49-F238E27FC236}">
                    <a16:creationId xmlns:a16="http://schemas.microsoft.com/office/drawing/2014/main" id="{A8900AF3-94AF-4681-925B-2D3FBAF41B71}"/>
                  </a:ext>
                </a:extLst>
              </p:cNvPr>
              <p:cNvSpPr/>
              <p:nvPr/>
            </p:nvSpPr>
            <p:spPr>
              <a:xfrm>
                <a:off x="1521345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4" name="Rectangle 633">
                <a:extLst>
                  <a:ext uri="{FF2B5EF4-FFF2-40B4-BE49-F238E27FC236}">
                    <a16:creationId xmlns:a16="http://schemas.microsoft.com/office/drawing/2014/main" id="{940AC959-336A-4C11-BD95-9AA355255B5C}"/>
                  </a:ext>
                </a:extLst>
              </p:cNvPr>
              <p:cNvSpPr/>
              <p:nvPr/>
            </p:nvSpPr>
            <p:spPr>
              <a:xfrm>
                <a:off x="2369759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5" name="Rectangle 634">
                <a:extLst>
                  <a:ext uri="{FF2B5EF4-FFF2-40B4-BE49-F238E27FC236}">
                    <a16:creationId xmlns:a16="http://schemas.microsoft.com/office/drawing/2014/main" id="{481047AD-9A81-43E9-8DC5-83506B7B467E}"/>
                  </a:ext>
                </a:extLst>
              </p:cNvPr>
              <p:cNvSpPr/>
              <p:nvPr/>
            </p:nvSpPr>
            <p:spPr>
              <a:xfrm>
                <a:off x="3218173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6" name="Rectangle 635">
                <a:extLst>
                  <a:ext uri="{FF2B5EF4-FFF2-40B4-BE49-F238E27FC236}">
                    <a16:creationId xmlns:a16="http://schemas.microsoft.com/office/drawing/2014/main" id="{4AAAAD2B-C61C-496A-8AA0-89BDC79C8D88}"/>
                  </a:ext>
                </a:extLst>
              </p:cNvPr>
              <p:cNvSpPr/>
              <p:nvPr/>
            </p:nvSpPr>
            <p:spPr>
              <a:xfrm>
                <a:off x="4066587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7" name="Rectangle 636">
                <a:extLst>
                  <a:ext uri="{FF2B5EF4-FFF2-40B4-BE49-F238E27FC236}">
                    <a16:creationId xmlns:a16="http://schemas.microsoft.com/office/drawing/2014/main" id="{7F5E9A90-E101-4CBC-AF55-092E22EE323F}"/>
                  </a:ext>
                </a:extLst>
              </p:cNvPr>
              <p:cNvSpPr/>
              <p:nvPr/>
            </p:nvSpPr>
            <p:spPr>
              <a:xfrm>
                <a:off x="4915001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8" name="Rectangle 637">
                <a:extLst>
                  <a:ext uri="{FF2B5EF4-FFF2-40B4-BE49-F238E27FC236}">
                    <a16:creationId xmlns:a16="http://schemas.microsoft.com/office/drawing/2014/main" id="{47B8DF1F-F624-4969-9B2E-13CF5FBC7271}"/>
                  </a:ext>
                </a:extLst>
              </p:cNvPr>
              <p:cNvSpPr/>
              <p:nvPr/>
            </p:nvSpPr>
            <p:spPr>
              <a:xfrm>
                <a:off x="5763415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9" name="Rectangle 638">
                <a:extLst>
                  <a:ext uri="{FF2B5EF4-FFF2-40B4-BE49-F238E27FC236}">
                    <a16:creationId xmlns:a16="http://schemas.microsoft.com/office/drawing/2014/main" id="{C534A6B3-AEA0-4F2B-9218-FD312FB37186}"/>
                  </a:ext>
                </a:extLst>
              </p:cNvPr>
              <p:cNvSpPr/>
              <p:nvPr/>
            </p:nvSpPr>
            <p:spPr>
              <a:xfrm>
                <a:off x="6616585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C4F6CF96-D7DE-4307-A7B9-42232A594ACE}"/>
                  </a:ext>
                </a:extLst>
              </p:cNvPr>
              <p:cNvSpPr/>
              <p:nvPr/>
            </p:nvSpPr>
            <p:spPr>
              <a:xfrm>
                <a:off x="6616585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6636C642-D5EB-42B2-A5C3-DA4A8480C222}"/>
                  </a:ext>
                </a:extLst>
              </p:cNvPr>
              <p:cNvSpPr/>
              <p:nvPr/>
            </p:nvSpPr>
            <p:spPr>
              <a:xfrm>
                <a:off x="6616585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2" name="Rectangle 641">
                <a:extLst>
                  <a:ext uri="{FF2B5EF4-FFF2-40B4-BE49-F238E27FC236}">
                    <a16:creationId xmlns:a16="http://schemas.microsoft.com/office/drawing/2014/main" id="{B4043BEB-3B05-4224-B087-9E00CAD27AD0}"/>
                  </a:ext>
                </a:extLst>
              </p:cNvPr>
              <p:cNvSpPr/>
              <p:nvPr/>
            </p:nvSpPr>
            <p:spPr>
              <a:xfrm>
                <a:off x="6616585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3" name="Rectangle 642">
                <a:extLst>
                  <a:ext uri="{FF2B5EF4-FFF2-40B4-BE49-F238E27FC236}">
                    <a16:creationId xmlns:a16="http://schemas.microsoft.com/office/drawing/2014/main" id="{7E30FE24-6B24-481A-86F8-BFF44846EBF5}"/>
                  </a:ext>
                </a:extLst>
              </p:cNvPr>
              <p:cNvSpPr/>
              <p:nvPr/>
            </p:nvSpPr>
            <p:spPr>
              <a:xfrm>
                <a:off x="6616585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4" name="Rectangle 643">
                <a:extLst>
                  <a:ext uri="{FF2B5EF4-FFF2-40B4-BE49-F238E27FC236}">
                    <a16:creationId xmlns:a16="http://schemas.microsoft.com/office/drawing/2014/main" id="{3B99145D-FAFE-47D9-8BBD-4D26954AEB0D}"/>
                  </a:ext>
                </a:extLst>
              </p:cNvPr>
              <p:cNvSpPr/>
              <p:nvPr/>
            </p:nvSpPr>
            <p:spPr>
              <a:xfrm>
                <a:off x="6616585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5" name="Rectangle 644">
                <a:extLst>
                  <a:ext uri="{FF2B5EF4-FFF2-40B4-BE49-F238E27FC236}">
                    <a16:creationId xmlns:a16="http://schemas.microsoft.com/office/drawing/2014/main" id="{EF0E6B45-EC5A-47A0-A4D0-7A286D4F68A8}"/>
                  </a:ext>
                </a:extLst>
              </p:cNvPr>
              <p:cNvSpPr/>
              <p:nvPr/>
            </p:nvSpPr>
            <p:spPr>
              <a:xfrm>
                <a:off x="6616585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6" name="Rectangle 645">
                <a:extLst>
                  <a:ext uri="{FF2B5EF4-FFF2-40B4-BE49-F238E27FC236}">
                    <a16:creationId xmlns:a16="http://schemas.microsoft.com/office/drawing/2014/main" id="{D26978BB-2570-4AA2-8B6C-F5FFEA9E1692}"/>
                  </a:ext>
                </a:extLst>
              </p:cNvPr>
              <p:cNvSpPr/>
              <p:nvPr/>
            </p:nvSpPr>
            <p:spPr>
              <a:xfrm>
                <a:off x="6616585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7" name="Rectangle 646">
                <a:extLst>
                  <a:ext uri="{FF2B5EF4-FFF2-40B4-BE49-F238E27FC236}">
                    <a16:creationId xmlns:a16="http://schemas.microsoft.com/office/drawing/2014/main" id="{052CFA9F-D320-45C5-B2E8-4AF1095DF5E7}"/>
                  </a:ext>
                </a:extLst>
              </p:cNvPr>
              <p:cNvSpPr/>
              <p:nvPr/>
            </p:nvSpPr>
            <p:spPr>
              <a:xfrm>
                <a:off x="1521345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8" name="Rectangle 647">
                <a:extLst>
                  <a:ext uri="{FF2B5EF4-FFF2-40B4-BE49-F238E27FC236}">
                    <a16:creationId xmlns:a16="http://schemas.microsoft.com/office/drawing/2014/main" id="{0581BC3F-717B-4DF9-9F64-EC7C65430C97}"/>
                  </a:ext>
                </a:extLst>
              </p:cNvPr>
              <p:cNvSpPr/>
              <p:nvPr/>
            </p:nvSpPr>
            <p:spPr>
              <a:xfrm>
                <a:off x="2369759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9" name="Rectangle 648">
                <a:extLst>
                  <a:ext uri="{FF2B5EF4-FFF2-40B4-BE49-F238E27FC236}">
                    <a16:creationId xmlns:a16="http://schemas.microsoft.com/office/drawing/2014/main" id="{A2389CA2-F0AA-4F41-85FD-EB245CD6B6AD}"/>
                  </a:ext>
                </a:extLst>
              </p:cNvPr>
              <p:cNvSpPr/>
              <p:nvPr/>
            </p:nvSpPr>
            <p:spPr>
              <a:xfrm>
                <a:off x="3218173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0" name="Rectangle 649">
                <a:extLst>
                  <a:ext uri="{FF2B5EF4-FFF2-40B4-BE49-F238E27FC236}">
                    <a16:creationId xmlns:a16="http://schemas.microsoft.com/office/drawing/2014/main" id="{12B82A0A-290D-40B4-A1A3-20CAE6624169}"/>
                  </a:ext>
                </a:extLst>
              </p:cNvPr>
              <p:cNvSpPr/>
              <p:nvPr/>
            </p:nvSpPr>
            <p:spPr>
              <a:xfrm>
                <a:off x="4066587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1" name="Rectangle 650">
                <a:extLst>
                  <a:ext uri="{FF2B5EF4-FFF2-40B4-BE49-F238E27FC236}">
                    <a16:creationId xmlns:a16="http://schemas.microsoft.com/office/drawing/2014/main" id="{42039BB5-AF52-482B-9E63-4ABF6F71C0B3}"/>
                  </a:ext>
                </a:extLst>
              </p:cNvPr>
              <p:cNvSpPr/>
              <p:nvPr/>
            </p:nvSpPr>
            <p:spPr>
              <a:xfrm>
                <a:off x="4915001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2" name="Rectangle 651">
                <a:extLst>
                  <a:ext uri="{FF2B5EF4-FFF2-40B4-BE49-F238E27FC236}">
                    <a16:creationId xmlns:a16="http://schemas.microsoft.com/office/drawing/2014/main" id="{D1926472-37AD-451A-AAEF-B894F7F17A76}"/>
                  </a:ext>
                </a:extLst>
              </p:cNvPr>
              <p:cNvSpPr/>
              <p:nvPr/>
            </p:nvSpPr>
            <p:spPr>
              <a:xfrm>
                <a:off x="5763415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3" name="Rectangle 652">
                <a:extLst>
                  <a:ext uri="{FF2B5EF4-FFF2-40B4-BE49-F238E27FC236}">
                    <a16:creationId xmlns:a16="http://schemas.microsoft.com/office/drawing/2014/main" id="{4504299C-AA2F-4403-B793-5771DA5DB71A}"/>
                  </a:ext>
                </a:extLst>
              </p:cNvPr>
              <p:cNvSpPr/>
              <p:nvPr/>
            </p:nvSpPr>
            <p:spPr>
              <a:xfrm>
                <a:off x="1521345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4" name="Rectangle 653">
                <a:extLst>
                  <a:ext uri="{FF2B5EF4-FFF2-40B4-BE49-F238E27FC236}">
                    <a16:creationId xmlns:a16="http://schemas.microsoft.com/office/drawing/2014/main" id="{387F9E4C-7E52-4BAA-AEAA-20802BE51B78}"/>
                  </a:ext>
                </a:extLst>
              </p:cNvPr>
              <p:cNvSpPr/>
              <p:nvPr/>
            </p:nvSpPr>
            <p:spPr>
              <a:xfrm>
                <a:off x="2369759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5" name="Rectangle 654">
                <a:extLst>
                  <a:ext uri="{FF2B5EF4-FFF2-40B4-BE49-F238E27FC236}">
                    <a16:creationId xmlns:a16="http://schemas.microsoft.com/office/drawing/2014/main" id="{231A4381-49F8-4F24-A116-00477D959463}"/>
                  </a:ext>
                </a:extLst>
              </p:cNvPr>
              <p:cNvSpPr/>
              <p:nvPr/>
            </p:nvSpPr>
            <p:spPr>
              <a:xfrm>
                <a:off x="3218173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6" name="Rectangle 655">
                <a:extLst>
                  <a:ext uri="{FF2B5EF4-FFF2-40B4-BE49-F238E27FC236}">
                    <a16:creationId xmlns:a16="http://schemas.microsoft.com/office/drawing/2014/main" id="{9C34F887-181C-4643-8430-1428198DF24D}"/>
                  </a:ext>
                </a:extLst>
              </p:cNvPr>
              <p:cNvSpPr/>
              <p:nvPr/>
            </p:nvSpPr>
            <p:spPr>
              <a:xfrm>
                <a:off x="4066587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7" name="Rectangle 656">
                <a:extLst>
                  <a:ext uri="{FF2B5EF4-FFF2-40B4-BE49-F238E27FC236}">
                    <a16:creationId xmlns:a16="http://schemas.microsoft.com/office/drawing/2014/main" id="{776AEDC6-786A-4C34-B4A3-78137D4D008B}"/>
                  </a:ext>
                </a:extLst>
              </p:cNvPr>
              <p:cNvSpPr/>
              <p:nvPr/>
            </p:nvSpPr>
            <p:spPr>
              <a:xfrm>
                <a:off x="4915001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8" name="Rectangle 657">
                <a:extLst>
                  <a:ext uri="{FF2B5EF4-FFF2-40B4-BE49-F238E27FC236}">
                    <a16:creationId xmlns:a16="http://schemas.microsoft.com/office/drawing/2014/main" id="{626DB612-2FCA-4DD4-8616-F870811B6445}"/>
                  </a:ext>
                </a:extLst>
              </p:cNvPr>
              <p:cNvSpPr/>
              <p:nvPr/>
            </p:nvSpPr>
            <p:spPr>
              <a:xfrm>
                <a:off x="5763415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9" name="Rectangle 658">
                <a:extLst>
                  <a:ext uri="{FF2B5EF4-FFF2-40B4-BE49-F238E27FC236}">
                    <a16:creationId xmlns:a16="http://schemas.microsoft.com/office/drawing/2014/main" id="{245A595C-E6AC-4292-BC3A-D9BFA2574080}"/>
                  </a:ext>
                </a:extLst>
              </p:cNvPr>
              <p:cNvSpPr/>
              <p:nvPr/>
            </p:nvSpPr>
            <p:spPr>
              <a:xfrm>
                <a:off x="6616585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0" name="Rectangle 659">
                <a:extLst>
                  <a:ext uri="{FF2B5EF4-FFF2-40B4-BE49-F238E27FC236}">
                    <a16:creationId xmlns:a16="http://schemas.microsoft.com/office/drawing/2014/main" id="{313EAFB1-C8DB-4D45-94CB-3CF1AD906BBB}"/>
                  </a:ext>
                </a:extLst>
              </p:cNvPr>
              <p:cNvSpPr/>
              <p:nvPr/>
            </p:nvSpPr>
            <p:spPr>
              <a:xfrm>
                <a:off x="6616585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1" name="Rectangle 660">
                <a:extLst>
                  <a:ext uri="{FF2B5EF4-FFF2-40B4-BE49-F238E27FC236}">
                    <a16:creationId xmlns:a16="http://schemas.microsoft.com/office/drawing/2014/main" id="{2809E40C-181C-4CAE-B7F6-884602545D87}"/>
                  </a:ext>
                </a:extLst>
              </p:cNvPr>
              <p:cNvSpPr/>
              <p:nvPr/>
            </p:nvSpPr>
            <p:spPr>
              <a:xfrm>
                <a:off x="7477783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2" name="Rectangle 661">
                <a:extLst>
                  <a:ext uri="{FF2B5EF4-FFF2-40B4-BE49-F238E27FC236}">
                    <a16:creationId xmlns:a16="http://schemas.microsoft.com/office/drawing/2014/main" id="{76523B79-4FF7-43A1-B1A9-51A9A3E8AC86}"/>
                  </a:ext>
                </a:extLst>
              </p:cNvPr>
              <p:cNvSpPr/>
              <p:nvPr/>
            </p:nvSpPr>
            <p:spPr>
              <a:xfrm>
                <a:off x="7477783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3" name="Rectangle 662">
                <a:extLst>
                  <a:ext uri="{FF2B5EF4-FFF2-40B4-BE49-F238E27FC236}">
                    <a16:creationId xmlns:a16="http://schemas.microsoft.com/office/drawing/2014/main" id="{AC42E892-BB51-4C4B-A385-C815D0F03F52}"/>
                  </a:ext>
                </a:extLst>
              </p:cNvPr>
              <p:cNvSpPr/>
              <p:nvPr/>
            </p:nvSpPr>
            <p:spPr>
              <a:xfrm>
                <a:off x="7477783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4" name="Rectangle 663">
                <a:extLst>
                  <a:ext uri="{FF2B5EF4-FFF2-40B4-BE49-F238E27FC236}">
                    <a16:creationId xmlns:a16="http://schemas.microsoft.com/office/drawing/2014/main" id="{FD871335-95F5-4617-A274-FCF1D4206AD5}"/>
                  </a:ext>
                </a:extLst>
              </p:cNvPr>
              <p:cNvSpPr/>
              <p:nvPr/>
            </p:nvSpPr>
            <p:spPr>
              <a:xfrm>
                <a:off x="7477783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5" name="Rectangle 664">
                <a:extLst>
                  <a:ext uri="{FF2B5EF4-FFF2-40B4-BE49-F238E27FC236}">
                    <a16:creationId xmlns:a16="http://schemas.microsoft.com/office/drawing/2014/main" id="{9B0AB767-A5D5-4718-B3D1-821D6ED688D0}"/>
                  </a:ext>
                </a:extLst>
              </p:cNvPr>
              <p:cNvSpPr/>
              <p:nvPr/>
            </p:nvSpPr>
            <p:spPr>
              <a:xfrm>
                <a:off x="7477783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6" name="Rectangle 665">
                <a:extLst>
                  <a:ext uri="{FF2B5EF4-FFF2-40B4-BE49-F238E27FC236}">
                    <a16:creationId xmlns:a16="http://schemas.microsoft.com/office/drawing/2014/main" id="{22E3E712-F89F-4424-A64B-7BCF70BDEEF5}"/>
                  </a:ext>
                </a:extLst>
              </p:cNvPr>
              <p:cNvSpPr/>
              <p:nvPr/>
            </p:nvSpPr>
            <p:spPr>
              <a:xfrm>
                <a:off x="7477783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7" name="Rectangle 666">
                <a:extLst>
                  <a:ext uri="{FF2B5EF4-FFF2-40B4-BE49-F238E27FC236}">
                    <a16:creationId xmlns:a16="http://schemas.microsoft.com/office/drawing/2014/main" id="{3E9A7394-16FA-4796-8025-AE66695DFDA0}"/>
                  </a:ext>
                </a:extLst>
              </p:cNvPr>
              <p:cNvSpPr/>
              <p:nvPr/>
            </p:nvSpPr>
            <p:spPr>
              <a:xfrm>
                <a:off x="7477783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8" name="Rectangle 667">
                <a:extLst>
                  <a:ext uri="{FF2B5EF4-FFF2-40B4-BE49-F238E27FC236}">
                    <a16:creationId xmlns:a16="http://schemas.microsoft.com/office/drawing/2014/main" id="{F70170C7-1986-40C1-84C5-F3BFD307D66F}"/>
                  </a:ext>
                </a:extLst>
              </p:cNvPr>
              <p:cNvSpPr/>
              <p:nvPr/>
            </p:nvSpPr>
            <p:spPr>
              <a:xfrm>
                <a:off x="7477783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D4D0255D-12CC-4649-A7AE-6687E5BB9899}"/>
                  </a:ext>
                </a:extLst>
              </p:cNvPr>
              <p:cNvSpPr/>
              <p:nvPr/>
            </p:nvSpPr>
            <p:spPr>
              <a:xfrm>
                <a:off x="8330953" y="-80043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BF1C1B8A-CF1E-4B0A-AEAB-E032985697AF}"/>
                  </a:ext>
                </a:extLst>
              </p:cNvPr>
              <p:cNvSpPr/>
              <p:nvPr/>
            </p:nvSpPr>
            <p:spPr>
              <a:xfrm>
                <a:off x="8330953" y="4797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9A8E3DF6-EB1A-4111-B9EE-6E4D24788027}"/>
                  </a:ext>
                </a:extLst>
              </p:cNvPr>
              <p:cNvSpPr/>
              <p:nvPr/>
            </p:nvSpPr>
            <p:spPr>
              <a:xfrm>
                <a:off x="8330953" y="89639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9D1B4773-A3BA-4DBD-A736-FDCCAD877CA1}"/>
                  </a:ext>
                </a:extLst>
              </p:cNvPr>
              <p:cNvSpPr/>
              <p:nvPr/>
            </p:nvSpPr>
            <p:spPr>
              <a:xfrm>
                <a:off x="8330953" y="174480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3" name="Rectangle 672">
                <a:extLst>
                  <a:ext uri="{FF2B5EF4-FFF2-40B4-BE49-F238E27FC236}">
                    <a16:creationId xmlns:a16="http://schemas.microsoft.com/office/drawing/2014/main" id="{8FE050E5-5213-482C-AA27-F0C3CA254DE9}"/>
                  </a:ext>
                </a:extLst>
              </p:cNvPr>
              <p:cNvSpPr/>
              <p:nvPr/>
            </p:nvSpPr>
            <p:spPr>
              <a:xfrm>
                <a:off x="8330953" y="256795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567828DF-6B2D-475C-AF01-AD6403C4ADE5}"/>
                  </a:ext>
                </a:extLst>
              </p:cNvPr>
              <p:cNvSpPr/>
              <p:nvPr/>
            </p:nvSpPr>
            <p:spPr>
              <a:xfrm>
                <a:off x="8330953" y="3416367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B387130A-2547-4F57-8013-4C2B63C26903}"/>
                  </a:ext>
                </a:extLst>
              </p:cNvPr>
              <p:cNvSpPr/>
              <p:nvPr/>
            </p:nvSpPr>
            <p:spPr>
              <a:xfrm>
                <a:off x="8330953" y="426478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B3C24AFA-5837-47A9-9E8D-566AE4236060}"/>
                  </a:ext>
                </a:extLst>
              </p:cNvPr>
              <p:cNvSpPr/>
              <p:nvPr/>
            </p:nvSpPr>
            <p:spPr>
              <a:xfrm>
                <a:off x="8330953" y="511319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7" name="Rectangle 676">
                <a:extLst>
                  <a:ext uri="{FF2B5EF4-FFF2-40B4-BE49-F238E27FC236}">
                    <a16:creationId xmlns:a16="http://schemas.microsoft.com/office/drawing/2014/main" id="{695237B3-FCCF-4A24-84A1-B4D4F97048B0}"/>
                  </a:ext>
                </a:extLst>
              </p:cNvPr>
              <p:cNvSpPr/>
              <p:nvPr/>
            </p:nvSpPr>
            <p:spPr>
              <a:xfrm>
                <a:off x="7477783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8" name="Rectangle 677">
                <a:extLst>
                  <a:ext uri="{FF2B5EF4-FFF2-40B4-BE49-F238E27FC236}">
                    <a16:creationId xmlns:a16="http://schemas.microsoft.com/office/drawing/2014/main" id="{193896BB-43D3-43D2-AFB0-9A775C47AE35}"/>
                  </a:ext>
                </a:extLst>
              </p:cNvPr>
              <p:cNvSpPr/>
              <p:nvPr/>
            </p:nvSpPr>
            <p:spPr>
              <a:xfrm>
                <a:off x="7477783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9" name="Rectangle 678">
                <a:extLst>
                  <a:ext uri="{FF2B5EF4-FFF2-40B4-BE49-F238E27FC236}">
                    <a16:creationId xmlns:a16="http://schemas.microsoft.com/office/drawing/2014/main" id="{EE769C13-841D-468C-BBD9-2C02D4E33C87}"/>
                  </a:ext>
                </a:extLst>
              </p:cNvPr>
              <p:cNvSpPr/>
              <p:nvPr/>
            </p:nvSpPr>
            <p:spPr>
              <a:xfrm>
                <a:off x="8330953" y="596160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0" name="Rectangle 679">
                <a:extLst>
                  <a:ext uri="{FF2B5EF4-FFF2-40B4-BE49-F238E27FC236}">
                    <a16:creationId xmlns:a16="http://schemas.microsoft.com/office/drawing/2014/main" id="{A1DB434D-D952-4C42-AAE7-3E1B887C3DA9}"/>
                  </a:ext>
                </a:extLst>
              </p:cNvPr>
              <p:cNvSpPr/>
              <p:nvPr/>
            </p:nvSpPr>
            <p:spPr>
              <a:xfrm>
                <a:off x="8330953" y="681002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561" name="Group 560">
              <a:extLst>
                <a:ext uri="{FF2B5EF4-FFF2-40B4-BE49-F238E27FC236}">
                  <a16:creationId xmlns:a16="http://schemas.microsoft.com/office/drawing/2014/main" id="{CB92D0B0-D38D-40DF-BA19-13E40A8D8428}"/>
                </a:ext>
              </a:extLst>
            </p:cNvPr>
            <p:cNvGrpSpPr/>
            <p:nvPr/>
          </p:nvGrpSpPr>
          <p:grpSpPr>
            <a:xfrm>
              <a:off x="2947607" y="11640655"/>
              <a:ext cx="7426573" cy="7427661"/>
              <a:chOff x="2055302" y="-271815"/>
              <a:chExt cx="7426573" cy="7427661"/>
            </a:xfrm>
          </p:grpSpPr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17E294CA-E3C3-4A62-AD90-AFB038D4C13A}"/>
                  </a:ext>
                </a:extLst>
              </p:cNvPr>
              <p:cNvSpPr/>
              <p:nvPr/>
            </p:nvSpPr>
            <p:spPr>
              <a:xfrm rot="7313666">
                <a:off x="2007387" y="-173714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F9C18448-3E99-4B02-A379-6E19F7E9BD46}"/>
                  </a:ext>
                </a:extLst>
              </p:cNvPr>
              <p:cNvSpPr/>
              <p:nvPr/>
            </p:nvSpPr>
            <p:spPr>
              <a:xfrm rot="2750059">
                <a:off x="2133328" y="66798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39FDA258-B5DE-4156-B558-C96146E56B8D}"/>
                  </a:ext>
                </a:extLst>
              </p:cNvPr>
              <p:cNvSpPr/>
              <p:nvPr/>
            </p:nvSpPr>
            <p:spPr>
              <a:xfrm rot="7313666">
                <a:off x="1975843" y="1471050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5BC07E7A-DA60-4578-91D6-A4E77CEB53E6}"/>
                  </a:ext>
                </a:extLst>
              </p:cNvPr>
              <p:cNvSpPr/>
              <p:nvPr/>
            </p:nvSpPr>
            <p:spPr>
              <a:xfrm rot="2750059">
                <a:off x="2083712" y="234416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49BF278C-6C56-453D-9D1D-11AA223AE70B}"/>
                  </a:ext>
                </a:extLst>
              </p:cNvPr>
              <p:cNvSpPr/>
              <p:nvPr/>
            </p:nvSpPr>
            <p:spPr>
              <a:xfrm rot="7313666">
                <a:off x="1957769" y="3170180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E965E668-3920-4A12-92D2-5078C9B562F6}"/>
                  </a:ext>
                </a:extLst>
              </p:cNvPr>
              <p:cNvSpPr/>
              <p:nvPr/>
            </p:nvSpPr>
            <p:spPr>
              <a:xfrm rot="2750059">
                <a:off x="2091370" y="404853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C8CFD409-8611-4023-A27A-C573729B767D}"/>
                  </a:ext>
                </a:extLst>
              </p:cNvPr>
              <p:cNvSpPr/>
              <p:nvPr/>
            </p:nvSpPr>
            <p:spPr>
              <a:xfrm rot="7313666">
                <a:off x="2019531" y="486700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EDB75DB2-47AB-4811-863E-DB528DBA97B0}"/>
                  </a:ext>
                </a:extLst>
              </p:cNvPr>
              <p:cNvSpPr/>
              <p:nvPr/>
            </p:nvSpPr>
            <p:spPr>
              <a:xfrm rot="7313666">
                <a:off x="2019531" y="6563837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1AA3B007-B5BD-4659-B895-C48E4F8869CC}"/>
                  </a:ext>
                </a:extLst>
              </p:cNvPr>
              <p:cNvSpPr/>
              <p:nvPr/>
            </p:nvSpPr>
            <p:spPr>
              <a:xfrm rot="2750059">
                <a:off x="2091370" y="578181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BABF6B8F-6432-49F0-B5DB-A64D92535D46}"/>
                  </a:ext>
                </a:extLst>
              </p:cNvPr>
              <p:cNvSpPr/>
              <p:nvPr/>
            </p:nvSpPr>
            <p:spPr>
              <a:xfrm rot="7313666">
                <a:off x="7127000" y="-173715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E074194A-AC8A-42FF-AC53-4E856DCE292E}"/>
                  </a:ext>
                </a:extLst>
              </p:cNvPr>
              <p:cNvSpPr/>
              <p:nvPr/>
            </p:nvSpPr>
            <p:spPr>
              <a:xfrm rot="2750059">
                <a:off x="7252941" y="667986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E7AC36E3-A9A4-482B-8A05-EA85C4CC260A}"/>
                  </a:ext>
                </a:extLst>
              </p:cNvPr>
              <p:cNvSpPr/>
              <p:nvPr/>
            </p:nvSpPr>
            <p:spPr>
              <a:xfrm rot="7313666">
                <a:off x="7095456" y="14710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0DC1101B-0CDB-4053-9735-955D3EAB0455}"/>
                  </a:ext>
                </a:extLst>
              </p:cNvPr>
              <p:cNvSpPr/>
              <p:nvPr/>
            </p:nvSpPr>
            <p:spPr>
              <a:xfrm rot="2750059">
                <a:off x="7203325" y="234415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6360D5CE-67DC-4854-8E95-372A88D19D54}"/>
                  </a:ext>
                </a:extLst>
              </p:cNvPr>
              <p:cNvSpPr/>
              <p:nvPr/>
            </p:nvSpPr>
            <p:spPr>
              <a:xfrm rot="7313666">
                <a:off x="7077382" y="317017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5352AF59-F254-45E2-BE72-C68207810DCA}"/>
                  </a:ext>
                </a:extLst>
              </p:cNvPr>
              <p:cNvSpPr/>
              <p:nvPr/>
            </p:nvSpPr>
            <p:spPr>
              <a:xfrm rot="2750059">
                <a:off x="7210983" y="4048532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70A76FBF-12B3-46CC-9419-D62FBCF508A1}"/>
                  </a:ext>
                </a:extLst>
              </p:cNvPr>
              <p:cNvSpPr/>
              <p:nvPr/>
            </p:nvSpPr>
            <p:spPr>
              <a:xfrm rot="7313666">
                <a:off x="7139144" y="486700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B5FAD991-A046-4EDF-A849-08969BBCAFB9}"/>
                  </a:ext>
                </a:extLst>
              </p:cNvPr>
              <p:cNvSpPr/>
              <p:nvPr/>
            </p:nvSpPr>
            <p:spPr>
              <a:xfrm rot="7313666">
                <a:off x="7139144" y="6563836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EE3E61B8-7A54-4333-863B-94B7DD751DDC}"/>
                  </a:ext>
                </a:extLst>
              </p:cNvPr>
              <p:cNvSpPr/>
              <p:nvPr/>
            </p:nvSpPr>
            <p:spPr>
              <a:xfrm rot="2750059">
                <a:off x="7210983" y="5781809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3D73CD1D-5B9B-41CD-AA68-554F495745C2}"/>
                  </a:ext>
                </a:extLst>
              </p:cNvPr>
              <p:cNvSpPr/>
              <p:nvPr/>
            </p:nvSpPr>
            <p:spPr>
              <a:xfrm>
                <a:off x="5363501" y="642255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EC9B0A87-765F-418C-AB25-A17E836B6D40}"/>
                  </a:ext>
                </a:extLst>
              </p:cNvPr>
              <p:cNvSpPr/>
              <p:nvPr/>
            </p:nvSpPr>
            <p:spPr>
              <a:xfrm>
                <a:off x="4513578" y="3145030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35E5C6DF-6F8B-457A-882D-CF3B1631CE58}"/>
                  </a:ext>
                </a:extLst>
              </p:cNvPr>
              <p:cNvSpPr/>
              <p:nvPr/>
            </p:nvSpPr>
            <p:spPr>
              <a:xfrm>
                <a:off x="5449309" y="5729451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3B57E737-2859-46FF-B3DD-A5FA53A3AD19}"/>
                  </a:ext>
                </a:extLst>
              </p:cNvPr>
              <p:cNvSpPr/>
              <p:nvPr/>
            </p:nvSpPr>
            <p:spPr>
              <a:xfrm rot="19185010">
                <a:off x="4674570" y="238986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51D8AD06-A503-4F9A-B5FA-FE535A174447}"/>
                  </a:ext>
                </a:extLst>
              </p:cNvPr>
              <p:cNvSpPr/>
              <p:nvPr/>
            </p:nvSpPr>
            <p:spPr>
              <a:xfrm>
                <a:off x="3647423" y="6470668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F39DEC62-9258-422C-B7FD-7FE4F0D12498}"/>
                  </a:ext>
                </a:extLst>
              </p:cNvPr>
              <p:cNvSpPr/>
              <p:nvPr/>
            </p:nvSpPr>
            <p:spPr>
              <a:xfrm>
                <a:off x="3729568" y="148328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6ABC8579-681F-4B0B-83CC-F4A45381F2B6}"/>
                  </a:ext>
                </a:extLst>
              </p:cNvPr>
              <p:cNvSpPr/>
              <p:nvPr/>
            </p:nvSpPr>
            <p:spPr>
              <a:xfrm rot="19185010">
                <a:off x="8896833" y="74810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EEA3A307-F1C0-4E38-ADA3-ECE5A6FC98A6}"/>
                  </a:ext>
                </a:extLst>
              </p:cNvPr>
              <p:cNvSpPr/>
              <p:nvPr/>
            </p:nvSpPr>
            <p:spPr>
              <a:xfrm rot="19185010">
                <a:off x="8101283" y="661303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8FCE36AB-2BE2-41EF-93D8-2012C6F0C932}"/>
                  </a:ext>
                </a:extLst>
              </p:cNvPr>
              <p:cNvSpPr/>
              <p:nvPr/>
            </p:nvSpPr>
            <p:spPr>
              <a:xfrm rot="19185010">
                <a:off x="2964296" y="6613031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33E549BD-9D95-46C1-AE6B-42F4756C0B44}"/>
                  </a:ext>
                </a:extLst>
              </p:cNvPr>
              <p:cNvSpPr/>
              <p:nvPr/>
            </p:nvSpPr>
            <p:spPr>
              <a:xfrm rot="19185010">
                <a:off x="2964296" y="-137762"/>
                <a:ext cx="585042" cy="39398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EBC23E7-8A6D-45F8-9BD3-5ACE9E8E73B2}"/>
                  </a:ext>
                </a:extLst>
              </p:cNvPr>
              <p:cNvSpPr/>
              <p:nvPr/>
            </p:nvSpPr>
            <p:spPr>
              <a:xfrm>
                <a:off x="4513578" y="393060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471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798</TotalTime>
  <Words>533</Words>
  <Application>Microsoft Office PowerPoint</Application>
  <PresentationFormat>Widescreen</PresentationFormat>
  <Paragraphs>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93</cp:revision>
  <dcterms:created xsi:type="dcterms:W3CDTF">2020-12-15T22:45:57Z</dcterms:created>
  <dcterms:modified xsi:type="dcterms:W3CDTF">2020-12-18T16:41:53Z</dcterms:modified>
</cp:coreProperties>
</file>