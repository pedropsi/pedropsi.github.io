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1" r:id="rId3"/>
    <p:sldId id="258" r:id="rId4"/>
    <p:sldId id="272" r:id="rId5"/>
    <p:sldId id="273" r:id="rId6"/>
    <p:sldId id="270" r:id="rId7"/>
    <p:sldId id="259" r:id="rId8"/>
    <p:sldId id="261" r:id="rId9"/>
    <p:sldId id="256" r:id="rId10"/>
    <p:sldId id="262" r:id="rId11"/>
    <p:sldId id="263" r:id="rId12"/>
    <p:sldId id="260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425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660066"/>
    <a:srgbClr val="385723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356" y="364"/>
      </p:cViewPr>
      <p:guideLst>
        <p:guide pos="6425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6033B1A-E238-41B7-B541-99323E577022}"/>
              </a:ext>
            </a:extLst>
          </p:cNvPr>
          <p:cNvGrpSpPr/>
          <p:nvPr/>
        </p:nvGrpSpPr>
        <p:grpSpPr>
          <a:xfrm>
            <a:off x="176361" y="214313"/>
            <a:ext cx="3251200" cy="3251200"/>
            <a:chOff x="-5805339" y="-137685"/>
            <a:chExt cx="2552768" cy="2543707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3412C7-834C-423B-817F-8C224414C5B1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28C25D4-EDC3-482C-80CB-D5A1AAC594D2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4B18788-F94D-4593-8CD3-AA24351C7BE1}"/>
                </a:ext>
              </a:extLst>
            </p:cNvPr>
            <p:cNvSpPr/>
            <p:nvPr/>
          </p:nvSpPr>
          <p:spPr>
            <a:xfrm rot="7313666">
              <a:off x="-4442745" y="4570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95D8E10-52BC-442B-A1E6-B250FBC69E03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E9C123D-6DCB-4658-A179-211B50B09958}"/>
              </a:ext>
            </a:extLst>
          </p:cNvPr>
          <p:cNvGrpSpPr/>
          <p:nvPr/>
        </p:nvGrpSpPr>
        <p:grpSpPr>
          <a:xfrm>
            <a:off x="-919119" y="944082"/>
            <a:ext cx="15168519" cy="4969836"/>
            <a:chOff x="-919119" y="-1223336"/>
            <a:chExt cx="15168519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6250873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-1113043"/>
              <a:ext cx="14768749" cy="47694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1003185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-88037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330254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9" name="Group 368">
            <a:extLst>
              <a:ext uri="{FF2B5EF4-FFF2-40B4-BE49-F238E27FC236}">
                <a16:creationId xmlns:a16="http://schemas.microsoft.com/office/drawing/2014/main" id="{03B78E89-0CE4-4D6C-9317-C6A492036C1D}"/>
              </a:ext>
            </a:extLst>
          </p:cNvPr>
          <p:cNvGrpSpPr/>
          <p:nvPr/>
        </p:nvGrpSpPr>
        <p:grpSpPr>
          <a:xfrm rot="5400000">
            <a:off x="-543920" y="-4845698"/>
            <a:ext cx="16103604" cy="17768599"/>
            <a:chOff x="-2620522" y="-2917017"/>
            <a:chExt cx="13847236" cy="6997914"/>
          </a:xfrm>
        </p:grpSpPr>
        <p:sp>
          <p:nvSpPr>
            <p:cNvPr id="370" name="Rectangle 369">
              <a:extLst>
                <a:ext uri="{FF2B5EF4-FFF2-40B4-BE49-F238E27FC236}">
                  <a16:creationId xmlns:a16="http://schemas.microsoft.com/office/drawing/2014/main" id="{B151E9B8-D68A-45AF-A7E7-B069EAC3D833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Rectangle 370">
              <a:extLst>
                <a:ext uri="{FF2B5EF4-FFF2-40B4-BE49-F238E27FC236}">
                  <a16:creationId xmlns:a16="http://schemas.microsoft.com/office/drawing/2014/main" id="{C832E3C3-8307-41D9-81C4-2CEE135C079D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Rectangle 371">
              <a:extLst>
                <a:ext uri="{FF2B5EF4-FFF2-40B4-BE49-F238E27FC236}">
                  <a16:creationId xmlns:a16="http://schemas.microsoft.com/office/drawing/2014/main" id="{714FF1CC-159A-4ACC-9C9D-5179C3DEFCBD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1B9A0697-05E1-429C-AE7D-4261895D048D}"/>
                </a:ext>
              </a:extLst>
            </p:cNvPr>
            <p:cNvSpPr/>
            <p:nvPr/>
          </p:nvSpPr>
          <p:spPr>
            <a:xfrm>
              <a:off x="-2620522" y="2296795"/>
              <a:ext cx="13847236" cy="1784102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02" name="Rectangle 401">
            <a:extLst>
              <a:ext uri="{FF2B5EF4-FFF2-40B4-BE49-F238E27FC236}">
                <a16:creationId xmlns:a16="http://schemas.microsoft.com/office/drawing/2014/main" id="{F5AC8F00-B30C-4204-9439-26C39CD7E0AE}"/>
              </a:ext>
            </a:extLst>
          </p:cNvPr>
          <p:cNvSpPr/>
          <p:nvPr/>
        </p:nvSpPr>
        <p:spPr>
          <a:xfrm>
            <a:off x="-1258963" y="-3911600"/>
            <a:ext cx="17514963" cy="159258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408" name="Rectangle 407">
            <a:extLst>
              <a:ext uri="{FF2B5EF4-FFF2-40B4-BE49-F238E27FC236}">
                <a16:creationId xmlns:a16="http://schemas.microsoft.com/office/drawing/2014/main" id="{7938B9A8-FB6D-484C-B087-5BA93D08120F}"/>
              </a:ext>
            </a:extLst>
          </p:cNvPr>
          <p:cNvSpPr/>
          <p:nvPr/>
        </p:nvSpPr>
        <p:spPr>
          <a:xfrm>
            <a:off x="10132109" y="5130299"/>
            <a:ext cx="5615890" cy="6641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0" y="-3233073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3BA4272D-04A6-4FD0-9FE9-5CE3464ECEC9}"/>
              </a:ext>
            </a:extLst>
          </p:cNvPr>
          <p:cNvGrpSpPr/>
          <p:nvPr/>
        </p:nvGrpSpPr>
        <p:grpSpPr>
          <a:xfrm>
            <a:off x="-477130" y="-1107415"/>
            <a:ext cx="15493927" cy="12000059"/>
            <a:chOff x="-477130" y="-1107415"/>
            <a:chExt cx="15493927" cy="12000059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833651-2C3F-4FE6-B96F-2665EEA1A244}"/>
                </a:ext>
              </a:extLst>
            </p:cNvPr>
            <p:cNvGrpSpPr/>
            <p:nvPr/>
          </p:nvGrpSpPr>
          <p:grpSpPr>
            <a:xfrm>
              <a:off x="-48660" y="-1107415"/>
              <a:ext cx="5144357" cy="5726843"/>
              <a:chOff x="-48660" y="-1107415"/>
              <a:chExt cx="5144357" cy="572684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A3A3BE7-1FB2-4654-8B4A-C9847E08B606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23B0F8FA-BBDF-4C00-836F-AAC91DEF1ED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1B7D76AA-6749-4A48-BC3C-AE39832725FB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36EE6F30-682E-4AC1-B501-22B20ACFFAA3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564A4516-7D9C-497D-B10A-3C7A8937E5E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0207A09A-CA1E-4E6A-A223-C14BC96CFAA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36FB485B-2BD2-42E3-A818-6B3EF91780F9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BF958281-AB79-4A42-9D4F-84A2ADBC8927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9C23E05E-8A16-4B30-B9F7-5F7D1789C3C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9DCE42C2-2B70-4683-9A88-4E612FF0F6E9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1D3A54A-E47C-4FC5-91A8-B6834EEC8C77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6130478D-D2B1-4589-9580-781BBC4799DC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DC55EC37-0D67-446C-9118-F4C35F78D3C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Rectangle 97">
                  <a:extLst>
                    <a:ext uri="{FF2B5EF4-FFF2-40B4-BE49-F238E27FC236}">
                      <a16:creationId xmlns:a16="http://schemas.microsoft.com/office/drawing/2014/main" id="{41A8E5C4-AC55-4823-8C53-B941A883D2CF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5C67D4C9-7AE6-4C9B-90D5-749769D1B965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190F77AB-DCAD-4E78-A8A3-4FE4E63AA42F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4091B173-D51E-466C-9567-B8A72055E2F0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15EB669-1719-4E60-AE75-5AB98E0E208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359728A2-C925-4AB3-A23C-F99E5EF36A32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C11B636E-D76E-48E3-B03B-49B0FBD8B14F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C6F1A3D6-8141-4DE1-95C0-E6AA4372260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DCBC419-B908-4E85-B7A7-F6EB1DC627FC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E1FA136-DF9B-4B6E-898F-48E47095413B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0D53D4A3-9EB7-471B-A5E3-A0A0C9503E03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981C8AEC-3CFB-4686-A5AF-9CCA27BF1283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47CBE527-BBDF-4AA7-A60C-65780E4846C7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F46EFCD-D525-435A-91BA-CEE2F56B971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77BFB324-82A5-4EEC-869C-06B0A780D38C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7" name="Freeform: Shape 76">
                  <a:extLst>
                    <a:ext uri="{FF2B5EF4-FFF2-40B4-BE49-F238E27FC236}">
                      <a16:creationId xmlns:a16="http://schemas.microsoft.com/office/drawing/2014/main" id="{28B5B18B-ED1C-4C5E-A0E0-52EAAFB29D23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8" name="Freeform: Shape 77">
                  <a:extLst>
                    <a:ext uri="{FF2B5EF4-FFF2-40B4-BE49-F238E27FC236}">
                      <a16:creationId xmlns:a16="http://schemas.microsoft.com/office/drawing/2014/main" id="{A2AA4BB3-1085-46EA-98F9-2DD18AD2935D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9" name="Freeform: Shape 78">
                  <a:extLst>
                    <a:ext uri="{FF2B5EF4-FFF2-40B4-BE49-F238E27FC236}">
                      <a16:creationId xmlns:a16="http://schemas.microsoft.com/office/drawing/2014/main" id="{72A4DC65-DDD1-47B4-AC9B-FAF4757BE35B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Freeform: Shape 79">
                  <a:extLst>
                    <a:ext uri="{FF2B5EF4-FFF2-40B4-BE49-F238E27FC236}">
                      <a16:creationId xmlns:a16="http://schemas.microsoft.com/office/drawing/2014/main" id="{49B27FF0-9FAA-4D5E-A94C-A2A9D093C911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Freeform: Shape 80">
                  <a:extLst>
                    <a:ext uri="{FF2B5EF4-FFF2-40B4-BE49-F238E27FC236}">
                      <a16:creationId xmlns:a16="http://schemas.microsoft.com/office/drawing/2014/main" id="{918A07BA-421A-4BD5-AAED-26A0118207E1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76E43C4D-5472-4D99-B079-77868285C98E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742E698E-6E94-43AA-8DC1-3A5D9DB91A6F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F11A7B8-0BF4-4A60-B031-38C2B6E12352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2439A8DD-A58E-4C19-A3DD-19E330CAE2A7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E13E405B-15C7-4995-805A-44DF3255B602}"/>
                    </a:ext>
                  </a:extLst>
                </p:cNvPr>
                <p:cNvSpPr/>
                <p:nvPr/>
              </p:nvSpPr>
              <p:spPr>
                <a:xfrm>
                  <a:off x="2422519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0E3DE539-EA65-499D-B202-6012938D444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2477" y="1362258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3C35F97B-069D-4D04-8A9E-381EDE05A648}"/>
                  </a:ext>
                </a:extLst>
              </p:cNvPr>
              <p:cNvSpPr/>
              <p:nvPr/>
            </p:nvSpPr>
            <p:spPr>
              <a:xfrm>
                <a:off x="-48660" y="-1107415"/>
                <a:ext cx="51443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part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2742DFC-1724-4641-8437-CCC80FDEC4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042937" y="1499450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27930DC1-48BB-4B79-8980-4B4E5B8D83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157" y="187664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E0533F7-C99D-42B3-ADA1-654F181FD7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47396" y="635167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23C716E-6CA7-4FEC-9225-B638820A1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8617" y="3509343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669C422C-1C2A-4B4E-B9BF-6B533DF1011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70299" y="19898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38098335-85BE-4825-A0A0-AC2A0CEB7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8785" y="2802011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89429EDE-B6FA-4BFF-8BB1-92136CBE8E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82236" y="4404469"/>
                <a:ext cx="1740460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Multiplication Sign 73">
                <a:extLst>
                  <a:ext uri="{FF2B5EF4-FFF2-40B4-BE49-F238E27FC236}">
                    <a16:creationId xmlns:a16="http://schemas.microsoft.com/office/drawing/2014/main" id="{5F15D63F-37DF-40BB-969D-E16071E640D3}"/>
                  </a:ext>
                </a:extLst>
              </p:cNvPr>
              <p:cNvSpPr/>
              <p:nvPr/>
            </p:nvSpPr>
            <p:spPr>
              <a:xfrm>
                <a:off x="2723366" y="-7950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Multiplication Sign 74">
                <a:extLst>
                  <a:ext uri="{FF2B5EF4-FFF2-40B4-BE49-F238E27FC236}">
                    <a16:creationId xmlns:a16="http://schemas.microsoft.com/office/drawing/2014/main" id="{5D11DCF3-2881-4550-B5CE-6FC19F10766A}"/>
                  </a:ext>
                </a:extLst>
              </p:cNvPr>
              <p:cNvSpPr/>
              <p:nvPr/>
            </p:nvSpPr>
            <p:spPr>
              <a:xfrm>
                <a:off x="1531219" y="36869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49AF5D0B-D1BF-47E1-8825-72C305CAA3D8}"/>
                  </a:ext>
                </a:extLst>
              </p:cNvPr>
              <p:cNvSpPr/>
              <p:nvPr/>
            </p:nvSpPr>
            <p:spPr>
              <a:xfrm>
                <a:off x="-48660" y="-738528"/>
                <a:ext cx="512832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has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less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two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b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ACBB3DF-7377-4567-A0C8-15AB7104F340}"/>
                </a:ext>
              </a:extLst>
            </p:cNvPr>
            <p:cNvGrpSpPr/>
            <p:nvPr/>
          </p:nvGrpSpPr>
          <p:grpSpPr>
            <a:xfrm>
              <a:off x="3653526" y="-1107415"/>
              <a:ext cx="5931825" cy="5724969"/>
              <a:chOff x="-1346069" y="-1105541"/>
              <a:chExt cx="5931825" cy="5724969"/>
            </a:xfrm>
          </p:grpSpPr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D949769-95D7-4D95-A73F-26483F668CFA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B6C41BCD-1F18-474E-8457-989C0F146EE6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01B27FA-6B4C-4E46-92C4-53E356C812D6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ADAE39D0-C882-4779-86BF-F44FBC12A824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3B79DB9-69F3-475A-AEAA-6F8E287268C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0A585CAF-404E-41A3-81E4-B278B0ED7800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B1FDCB9-0B7B-4BC0-8BD4-B2B7DF869ED8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22A1ED06-E3F8-4F45-89C5-F376D9C5BCFD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093B1C30-1556-443C-8DF1-5660AAB7E663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F420A9B-3A33-49D2-A963-D5948A453FF6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FB09E8C-6BDC-4390-AD03-928BF047DF3D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2F2DFCA2-F39F-4282-B19C-BEC57CAD2B6F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C8627B3-661C-4F5B-BABA-61D8F2D609E0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E680C0CF-9546-43C0-81FF-D0FF2DCA9CE2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B3458A2F-D2CD-4CC7-8AA1-A68857626566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4440D093-9F0F-43A5-86F5-F9A3CB39AC69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23E8E6AA-A1B5-43F1-A052-2625B753D27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C79D3E7D-CF53-4746-A5C2-87B6AC4E8626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FDCE589-C3F5-421D-9946-E315E8638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82A5E265-A488-431A-91D5-792D0CA32A82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16E87B01-AFCA-4523-9BD7-61A855C8FF4E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A0F7E77-27DA-4A50-ABCD-3AB42BB941E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5AEAFD62-2070-4B22-95BD-5F9EF5AF9D6D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E69C1C7C-DA79-4A86-A467-6397E4FF8FE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CA2B0188-0D17-4EC0-9E95-7547C58E03C6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02F8ABFA-4CD5-465A-A39E-A6F43FC7E2D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D8005269-CDC5-4380-8477-1B32866D816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C9228E4-54D5-463B-9390-DAEA6B7612E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44706D90-808E-428A-99BE-E5EFCFA093E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7226EA7C-17CB-4494-A36F-E20B164936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9391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2B3D4549-5427-4B3B-BD84-FE9B800D02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E0AF50B9-DE9D-4F6C-97F7-E36058F46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4C308C38-BE36-4C94-8D82-09E45CED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958B5C6C-9D47-4834-B9DA-51B96C900D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804826" y="273290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2E44685-7BE5-4577-96DF-71059C2088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285062" y="248178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2BB5AA7C-C434-4FB5-96AB-FDB3C5A077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71137" y="663433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39E125F2-AC8B-4FDF-A73D-5209D60E99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93731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3E5E2C74-3308-4552-A0A3-8B1EC47C1880}"/>
                  </a:ext>
                </a:extLst>
              </p:cNvPr>
              <p:cNvSpPr/>
              <p:nvPr/>
            </p:nvSpPr>
            <p:spPr>
              <a:xfrm>
                <a:off x="249066" y="-1105541"/>
                <a:ext cx="432682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25" name="Multiplication Sign 124">
                <a:extLst>
                  <a:ext uri="{FF2B5EF4-FFF2-40B4-BE49-F238E27FC236}">
                    <a16:creationId xmlns:a16="http://schemas.microsoft.com/office/drawing/2014/main" id="{F4744DCF-EA20-43A9-938F-52306ACABC5B}"/>
                  </a:ext>
                </a:extLst>
              </p:cNvPr>
              <p:cNvSpPr/>
              <p:nvPr/>
            </p:nvSpPr>
            <p:spPr>
              <a:xfrm>
                <a:off x="3381709" y="17572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4C709DA4-A285-4AD7-BE2A-89C8C7426618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28" name="Freeform: Shape 127">
                  <a:extLst>
                    <a:ext uri="{FF2B5EF4-FFF2-40B4-BE49-F238E27FC236}">
                      <a16:creationId xmlns:a16="http://schemas.microsoft.com/office/drawing/2014/main" id="{A6546F8E-9573-419E-9CE3-D9C236ABD5EB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9" name="Freeform: Shape 128">
                  <a:extLst>
                    <a:ext uri="{FF2B5EF4-FFF2-40B4-BE49-F238E27FC236}">
                      <a16:creationId xmlns:a16="http://schemas.microsoft.com/office/drawing/2014/main" id="{986E2D20-D5A2-49B3-8DC0-11CA38AC612A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0" name="Freeform: Shape 129">
                  <a:extLst>
                    <a:ext uri="{FF2B5EF4-FFF2-40B4-BE49-F238E27FC236}">
                      <a16:creationId xmlns:a16="http://schemas.microsoft.com/office/drawing/2014/main" id="{1B61A4AB-5D13-46DD-861C-C904A6A6293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1" name="Freeform: Shape 130">
                  <a:extLst>
                    <a:ext uri="{FF2B5EF4-FFF2-40B4-BE49-F238E27FC236}">
                      <a16:creationId xmlns:a16="http://schemas.microsoft.com/office/drawing/2014/main" id="{5660BB48-6FC4-4E64-8B5E-93F02249225D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B3C2C6FC-1201-4A1A-AE41-2F9A3D3065E7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1DAF02E8-7B25-4DCF-B5B6-18C798632C56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E43D6F11-06DF-4407-8715-44604613182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7962317E-70A5-48F4-8085-EC515A6D6E6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3E64EB7E-A17A-4AF0-A75E-4858C82557AF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63235931-4563-4189-A85D-77E919EECD1A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D404E3B-81CE-48FE-8E7C-890B82A21D55}"/>
                    </a:ext>
                  </a:extLst>
                </p:cNvPr>
                <p:cNvSpPr/>
                <p:nvPr/>
              </p:nvSpPr>
              <p:spPr>
                <a:xfrm>
                  <a:off x="2435573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0D0B6FC-458A-4053-BAE0-4BDBDAD95DA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-1346069" y="1065487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81F0C705-6C69-45AC-AAC2-009274DC3E0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50218" y="66343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B40CE125-A496-419C-B958-D23FA2FD065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67205" y="663435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Connector 382">
                <a:extLst>
                  <a:ext uri="{FF2B5EF4-FFF2-40B4-BE49-F238E27FC236}">
                    <a16:creationId xmlns:a16="http://schemas.microsoft.com/office/drawing/2014/main" id="{31E238A7-3497-49F5-AD51-B7DF9A1EE5F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87988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746155"/>
              <a:chOff x="-352236" y="-1126727"/>
              <a:chExt cx="5078699" cy="5746155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43E957E-C1FF-4BB5-B97A-79E804DD120B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C76B140E-E7D9-4CEC-9D8C-D10655A574A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43989F16-8040-400D-A667-316687EE61FF}"/>
                    </a:ext>
                  </a:extLst>
                </p:cNvPr>
                <p:cNvSpPr/>
                <p:nvPr/>
              </p:nvSpPr>
              <p:spPr>
                <a:xfrm>
                  <a:off x="246052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752610"/>
              <a:chOff x="-9135191" y="-1133182"/>
              <a:chExt cx="13720947" cy="5752610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7" name="Freeform: Shape 236">
                  <a:extLst>
                    <a:ext uri="{FF2B5EF4-FFF2-40B4-BE49-F238E27FC236}">
                      <a16:creationId xmlns:a16="http://schemas.microsoft.com/office/drawing/2014/main" id="{C9DB2586-945C-4654-A042-C5D3448FF6A2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9" name="Freeform: Shape 238">
                  <a:extLst>
                    <a:ext uri="{FF2B5EF4-FFF2-40B4-BE49-F238E27FC236}">
                      <a16:creationId xmlns:a16="http://schemas.microsoft.com/office/drawing/2014/main" id="{E693E4F5-D58C-4F77-BC40-A8F344B2D177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F3C89D9F-5E37-4440-BCF8-0E67234D4A31}"/>
                    </a:ext>
                  </a:extLst>
                </p:cNvPr>
                <p:cNvSpPr/>
                <p:nvPr/>
              </p:nvSpPr>
              <p:spPr>
                <a:xfrm>
                  <a:off x="2409563" y="402458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DD3058F1-F337-44FC-BF93-6A096C6AC48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236269" y="619596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504010"/>
              <a:chOff x="259534" y="-884582"/>
              <a:chExt cx="4345824" cy="5504010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0" name="Freeform: Shape 289">
                  <a:extLst>
                    <a:ext uri="{FF2B5EF4-FFF2-40B4-BE49-F238E27FC236}">
                      <a16:creationId xmlns:a16="http://schemas.microsoft.com/office/drawing/2014/main" id="{5A8B791A-B258-415C-B29E-1CA0AC83A230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Freeform: Shape 291">
                  <a:extLst>
                    <a:ext uri="{FF2B5EF4-FFF2-40B4-BE49-F238E27FC236}">
                      <a16:creationId xmlns:a16="http://schemas.microsoft.com/office/drawing/2014/main" id="{255848A2-01C8-491B-8F01-94137B614BD3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E52D9911-28E3-4695-AE61-C0A0C34D3D7E}"/>
                    </a:ext>
                  </a:extLst>
                </p:cNvPr>
                <p:cNvSpPr/>
                <p:nvPr/>
              </p:nvSpPr>
              <p:spPr>
                <a:xfrm>
                  <a:off x="2435411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417180"/>
              <a:chOff x="259534" y="-797752"/>
              <a:chExt cx="4417722" cy="5417180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-23159"/>
                <a:ext cx="3325301" cy="4642587"/>
                <a:chOff x="752095" y="-23159"/>
                <a:chExt cx="3325301" cy="4642587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0" name="Freeform: Shape 339">
                  <a:extLst>
                    <a:ext uri="{FF2B5EF4-FFF2-40B4-BE49-F238E27FC236}">
                      <a16:creationId xmlns:a16="http://schemas.microsoft.com/office/drawing/2014/main" id="{A1A27F8E-540F-4F66-9CB5-698811D6EE9C}"/>
                    </a:ext>
                  </a:extLst>
                </p:cNvPr>
                <p:cNvSpPr/>
                <p:nvPr/>
              </p:nvSpPr>
              <p:spPr>
                <a:xfrm>
                  <a:off x="758756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9DA29387-026F-4293-A877-18A43E8587E8}"/>
                    </a:ext>
                  </a:extLst>
                </p:cNvPr>
                <p:cNvSpPr/>
                <p:nvPr/>
              </p:nvSpPr>
              <p:spPr>
                <a:xfrm>
                  <a:off x="3310067" y="-23159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21EB6737-A713-4B91-BB29-16B07968DDAD}"/>
                    </a:ext>
                  </a:extLst>
                </p:cNvPr>
                <p:cNvSpPr/>
                <p:nvPr/>
              </p:nvSpPr>
              <p:spPr>
                <a:xfrm>
                  <a:off x="2335115" y="4076754"/>
                  <a:ext cx="767329" cy="542674"/>
                </a:xfrm>
                <a:custGeom>
                  <a:avLst/>
                  <a:gdLst>
                    <a:gd name="connsiteX0" fmla="*/ 3374525 w 7088726"/>
                    <a:gd name="connsiteY0" fmla="*/ 0 h 5013326"/>
                    <a:gd name="connsiteX1" fmla="*/ 6731628 w 7088726"/>
                    <a:gd name="connsiteY1" fmla="*/ 2250371 h 5013326"/>
                    <a:gd name="connsiteX2" fmla="*/ 6745640 w 7088726"/>
                    <a:gd name="connsiteY2" fmla="*/ 2456493 h 5013326"/>
                    <a:gd name="connsiteX3" fmla="*/ 6767042 w 7088726"/>
                    <a:gd name="connsiteY3" fmla="*/ 2464222 h 5013326"/>
                    <a:gd name="connsiteX4" fmla="*/ 7088726 w 7088726"/>
                    <a:gd name="connsiteY4" fmla="*/ 2640203 h 5013326"/>
                    <a:gd name="connsiteX5" fmla="*/ 6980334 w 7088726"/>
                    <a:gd name="connsiteY5" fmla="*/ 2711697 h 5013326"/>
                    <a:gd name="connsiteX6" fmla="*/ 6839882 w 7088726"/>
                    <a:gd name="connsiteY6" fmla="*/ 2630615 h 5013326"/>
                    <a:gd name="connsiteX7" fmla="*/ 6743553 w 7088726"/>
                    <a:gd name="connsiteY7" fmla="*/ 2587522 h 5013326"/>
                    <a:gd name="connsiteX8" fmla="*/ 6731628 w 7088726"/>
                    <a:gd name="connsiteY8" fmla="*/ 2762955 h 5013326"/>
                    <a:gd name="connsiteX9" fmla="*/ 3374525 w 7088726"/>
                    <a:gd name="connsiteY9" fmla="*/ 5013326 h 5013326"/>
                    <a:gd name="connsiteX10" fmla="*/ 0 w 7088726"/>
                    <a:gd name="connsiteY10" fmla="*/ 2506663 h 5013326"/>
                    <a:gd name="connsiteX11" fmla="*/ 3374525 w 7088726"/>
                    <a:gd name="connsiteY11" fmla="*/ 0 h 50133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7088726" h="5013326">
                      <a:moveTo>
                        <a:pt x="3374525" y="0"/>
                      </a:moveTo>
                      <a:cubicBezTo>
                        <a:pt x="5121743" y="0"/>
                        <a:pt x="6558818" y="986371"/>
                        <a:pt x="6731628" y="2250371"/>
                      </a:cubicBezTo>
                      <a:lnTo>
                        <a:pt x="6745640" y="2456493"/>
                      </a:lnTo>
                      <a:lnTo>
                        <a:pt x="6767042" y="2464222"/>
                      </a:lnTo>
                      <a:cubicBezTo>
                        <a:pt x="6883359" y="2512796"/>
                        <a:pt x="6991617" y="2571674"/>
                        <a:pt x="7088726" y="2640203"/>
                      </a:cubicBezTo>
                      <a:lnTo>
                        <a:pt x="6980334" y="2711697"/>
                      </a:lnTo>
                      <a:cubicBezTo>
                        <a:pt x="6935797" y="2682593"/>
                        <a:pt x="6888870" y="2655544"/>
                        <a:pt x="6839882" y="2630615"/>
                      </a:cubicBezTo>
                      <a:lnTo>
                        <a:pt x="6743553" y="2587522"/>
                      </a:lnTo>
                      <a:lnTo>
                        <a:pt x="6731628" y="2762955"/>
                      </a:lnTo>
                      <a:cubicBezTo>
                        <a:pt x="6558818" y="4026955"/>
                        <a:pt x="5121743" y="5013326"/>
                        <a:pt x="3374525" y="5013326"/>
                      </a:cubicBezTo>
                      <a:cubicBezTo>
                        <a:pt x="1510826" y="5013326"/>
                        <a:pt x="0" y="3891055"/>
                        <a:pt x="0" y="2506663"/>
                      </a:cubicBezTo>
                      <a:cubicBezTo>
                        <a:pt x="0" y="1122271"/>
                        <a:pt x="1510826" y="0"/>
                        <a:pt x="3374525" y="0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CAA9B67-1DE3-4188-93FD-E35D30A5C475}"/>
              </a:ext>
            </a:extLst>
          </p:cNvPr>
          <p:cNvSpPr/>
          <p:nvPr/>
        </p:nvSpPr>
        <p:spPr>
          <a:xfrm>
            <a:off x="10683025" y="10977990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#22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F4A488E2-93EF-4F8D-9C58-5DEA30D1B178}"/>
              </a:ext>
            </a:extLst>
          </p:cNvPr>
          <p:cNvCxnSpPr>
            <a:cxnSpLocks/>
          </p:cNvCxnSpPr>
          <p:nvPr/>
        </p:nvCxnSpPr>
        <p:spPr>
          <a:xfrm>
            <a:off x="2777987" y="1965145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679FBE0-FC19-478F-96ED-AD67552CA947}"/>
              </a:ext>
            </a:extLst>
          </p:cNvPr>
          <p:cNvGrpSpPr/>
          <p:nvPr/>
        </p:nvGrpSpPr>
        <p:grpSpPr>
          <a:xfrm>
            <a:off x="1944504" y="6004389"/>
            <a:ext cx="9762101" cy="9593926"/>
            <a:chOff x="-292006" y="4232506"/>
            <a:chExt cx="6212428" cy="6105404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1321589" y="512909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4742674" y="683151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3042952" y="934043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529136" y="848691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1314970" y="924720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1263459" y="589772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2949234" y="749302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4987F530-EA84-4929-BDB1-EA6F2257CC38}"/>
                </a:ext>
              </a:extLst>
            </p:cNvPr>
            <p:cNvSpPr/>
            <p:nvPr/>
          </p:nvSpPr>
          <p:spPr>
            <a:xfrm>
              <a:off x="287840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4592666" y="582888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F4B4416A-8BE9-48FF-B24F-5E15E0F736E0}"/>
                </a:ext>
              </a:extLst>
            </p:cNvPr>
            <p:cNvSpPr/>
            <p:nvPr/>
          </p:nvSpPr>
          <p:spPr>
            <a:xfrm>
              <a:off x="461576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380AB24-D2EA-4907-9E9A-5C9F57F92F0E}"/>
                </a:ext>
              </a:extLst>
            </p:cNvPr>
            <p:cNvSpPr/>
            <p:nvPr/>
          </p:nvSpPr>
          <p:spPr>
            <a:xfrm>
              <a:off x="3665363" y="4232506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4706912" y="432554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2171574" y="7527845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-292006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5335380" y="9943926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A877F76-7553-4FDF-AD87-434713529DA3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6B253DD-9428-4D35-B032-4AE3F4A39F0B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1BAB696-1E19-490A-BB58-4CAEF447AB4C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89DA9CB1-1CFF-4EE5-9563-33B6265D9034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89BD5C70-6DFE-4398-B848-1B360C723935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AEBA6FE8-BEE6-4875-8DF4-462AD0487F06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290EB8E0-1680-4F57-A2E7-174454146F2C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E2239B5-1C7C-4693-92A9-6BF1F9C4027D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77" name="Subtitle 2">
                <a:extLst>
                  <a:ext uri="{FF2B5EF4-FFF2-40B4-BE49-F238E27FC236}">
                    <a16:creationId xmlns:a16="http://schemas.microsoft.com/office/drawing/2014/main" id="{0C78E328-ECBD-47F1-ABA9-CADA9B166F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001C088E-F493-43F7-ADDC-FB1CC586964C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7443069-DF45-4603-BDD1-F152D8024F13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20B84A8-7627-4D7C-A8BA-70E359A459B1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43F52E73-E5EC-40D3-90D1-244A6EAA7464}"/>
              </a:ext>
            </a:extLst>
          </p:cNvPr>
          <p:cNvGrpSpPr/>
          <p:nvPr/>
        </p:nvGrpSpPr>
        <p:grpSpPr>
          <a:xfrm>
            <a:off x="1845338" y="5973659"/>
            <a:ext cx="9940262" cy="9681256"/>
            <a:chOff x="6063939" y="4082348"/>
            <a:chExt cx="6577929" cy="6406533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9495435" y="420757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11228591" y="75504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9523414" y="839703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11250442" y="5000574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7729580" y="7512222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37A0F091-8096-44CC-9F7D-4DDB24C1781D}"/>
                </a:ext>
              </a:extLst>
            </p:cNvPr>
            <p:cNvSpPr/>
            <p:nvPr/>
          </p:nvSpPr>
          <p:spPr>
            <a:xfrm>
              <a:off x="10271630" y="6723207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A44E0450-451B-48D5-8298-A159D4198885}"/>
                </a:ext>
              </a:extLst>
            </p:cNvPr>
            <p:cNvSpPr/>
            <p:nvPr/>
          </p:nvSpPr>
          <p:spPr>
            <a:xfrm>
              <a:off x="10302301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10281708" y="418044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A018DA0-CAFD-480A-9A8D-C67B483F757E}"/>
                </a:ext>
              </a:extLst>
            </p:cNvPr>
            <p:cNvSpPr/>
            <p:nvPr/>
          </p:nvSpPr>
          <p:spPr>
            <a:xfrm>
              <a:off x="6063939" y="6749402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B2D3321-192F-435C-8EEA-561B6BF800B0}"/>
                </a:ext>
              </a:extLst>
            </p:cNvPr>
            <p:cNvSpPr/>
            <p:nvPr/>
          </p:nvSpPr>
          <p:spPr>
            <a:xfrm>
              <a:off x="8506973" y="413251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7018744" y="922375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9553371" y="92201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1975998" y="419272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8563448" y="596861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0F3ED8C-00BA-4014-98D0-71B143DE0EC6}"/>
                </a:ext>
              </a:extLst>
            </p:cNvPr>
            <p:cNvSpPr/>
            <p:nvPr/>
          </p:nvSpPr>
          <p:spPr>
            <a:xfrm>
              <a:off x="11874539" y="9172893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6972861" y="5055698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6983883" y="750696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2033219" y="1009489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561" name="Group 560">
            <a:extLst>
              <a:ext uri="{FF2B5EF4-FFF2-40B4-BE49-F238E27FC236}">
                <a16:creationId xmlns:a16="http://schemas.microsoft.com/office/drawing/2014/main" id="{CB92D0B0-D38D-40DF-BA19-13E40A8D8428}"/>
              </a:ext>
            </a:extLst>
          </p:cNvPr>
          <p:cNvGrpSpPr/>
          <p:nvPr/>
        </p:nvGrpSpPr>
        <p:grpSpPr>
          <a:xfrm>
            <a:off x="2763666" y="6489548"/>
            <a:ext cx="8562162" cy="8563418"/>
            <a:chOff x="2055302" y="-271815"/>
            <a:chExt cx="7426573" cy="7427661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007387" y="-173714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133328" y="66798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1975843" y="147105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083712" y="234416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1957769" y="317018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091370" y="404853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019531" y="486700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019531" y="6563837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091370" y="578181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7127000" y="-173715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7252941" y="66798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7095456" y="14710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7203325" y="234415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7077382" y="317017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7210983" y="4048532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7139144" y="486700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7139144" y="6563836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7210983" y="5781809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3D73CD1D-5B9B-41CD-AA68-554F495745C2}"/>
                </a:ext>
              </a:extLst>
            </p:cNvPr>
            <p:cNvSpPr/>
            <p:nvPr/>
          </p:nvSpPr>
          <p:spPr>
            <a:xfrm>
              <a:off x="5363501" y="642255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EC9B0A87-765F-418C-AB25-A17E836B6D40}"/>
                </a:ext>
              </a:extLst>
            </p:cNvPr>
            <p:cNvSpPr/>
            <p:nvPr/>
          </p:nvSpPr>
          <p:spPr>
            <a:xfrm>
              <a:off x="4513578" y="3145030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35E5C6DF-6F8B-457A-882D-CF3B1631CE58}"/>
                </a:ext>
              </a:extLst>
            </p:cNvPr>
            <p:cNvSpPr/>
            <p:nvPr/>
          </p:nvSpPr>
          <p:spPr>
            <a:xfrm>
              <a:off x="5449309" y="5729451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4674570" y="238986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51D8AD06-A503-4F9A-B5FA-FE535A174447}"/>
                </a:ext>
              </a:extLst>
            </p:cNvPr>
            <p:cNvSpPr/>
            <p:nvPr/>
          </p:nvSpPr>
          <p:spPr>
            <a:xfrm>
              <a:off x="3647423" y="6470668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F39DEC62-9258-422C-B7FD-7FE4F0D12498}"/>
                </a:ext>
              </a:extLst>
            </p:cNvPr>
            <p:cNvSpPr/>
            <p:nvPr/>
          </p:nvSpPr>
          <p:spPr>
            <a:xfrm>
              <a:off x="3729568" y="148328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8896833" y="74810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8101283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2964296" y="6613031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2964296" y="-13776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7EBC23E7-8A6D-45F8-9BD3-5ACE9E8E73B2}"/>
                </a:ext>
              </a:extLst>
            </p:cNvPr>
            <p:cNvSpPr/>
            <p:nvPr/>
          </p:nvSpPr>
          <p:spPr>
            <a:xfrm>
              <a:off x="4513578" y="3930609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A377A2-791A-4A22-BA80-F1F8B98C1228}"/>
              </a:ext>
            </a:extLst>
          </p:cNvPr>
          <p:cNvGrpSpPr/>
          <p:nvPr/>
        </p:nvGrpSpPr>
        <p:grpSpPr>
          <a:xfrm>
            <a:off x="-141975" y="1287039"/>
            <a:ext cx="13870675" cy="4257797"/>
            <a:chOff x="-141975" y="1287039"/>
            <a:chExt cx="13870675" cy="4257797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9F7830CB-C137-43A2-A95B-77C6E0AC1C3D}"/>
                </a:ext>
              </a:extLst>
            </p:cNvPr>
            <p:cNvGrpSpPr/>
            <p:nvPr/>
          </p:nvGrpSpPr>
          <p:grpSpPr>
            <a:xfrm>
              <a:off x="-101601" y="3170603"/>
              <a:ext cx="13704152" cy="2374233"/>
              <a:chOff x="-101601" y="1003185"/>
              <a:chExt cx="13704152" cy="2374233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836BCBB5-AEA6-4DA8-98B5-584B2F873D37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E086827B-357F-4AFA-9B92-815D82193038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F5AB99D2-4CAB-474F-9745-C6BE6F2827E1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8756708-D44D-4FA2-ADD7-E7D4FFC77BA2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12EE4C3B-4C33-4EF0-A7DD-6712BC6E0C6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D1BC2EA6-C6C9-4C87-9143-90FDB4493359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54" name="Subtitle 2">
                <a:extLst>
                  <a:ext uri="{FF2B5EF4-FFF2-40B4-BE49-F238E27FC236}">
                    <a16:creationId xmlns:a16="http://schemas.microsoft.com/office/drawing/2014/main" id="{E26488DA-FCD4-41A9-83FC-466615AC5E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309" y="1351213"/>
                <a:ext cx="3570572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0EE852F-9234-4FB0-B574-C195440D58C6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0246F93-222D-440D-A885-9B22170EC9A8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9471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</TotalTime>
  <Words>533</Words>
  <Application>Microsoft Office PowerPoint</Application>
  <PresentationFormat>Widescreen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98</cp:revision>
  <dcterms:created xsi:type="dcterms:W3CDTF">2020-12-15T22:45:57Z</dcterms:created>
  <dcterms:modified xsi:type="dcterms:W3CDTF">2020-12-18T19:06:04Z</dcterms:modified>
</cp:coreProperties>
</file>