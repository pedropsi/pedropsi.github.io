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301" r:id="rId3"/>
    <p:sldId id="300" r:id="rId4"/>
    <p:sldId id="299" r:id="rId5"/>
    <p:sldId id="298" r:id="rId6"/>
    <p:sldId id="297" r:id="rId7"/>
    <p:sldId id="293" r:id="rId8"/>
    <p:sldId id="286" r:id="rId9"/>
    <p:sldId id="294" r:id="rId10"/>
    <p:sldId id="295" r:id="rId11"/>
    <p:sldId id="296" r:id="rId12"/>
    <p:sldId id="292" r:id="rId13"/>
    <p:sldId id="290" r:id="rId14"/>
    <p:sldId id="279" r:id="rId15"/>
    <p:sldId id="275" r:id="rId16"/>
    <p:sldId id="271" r:id="rId17"/>
    <p:sldId id="258" r:id="rId18"/>
    <p:sldId id="272" r:id="rId19"/>
    <p:sldId id="273" r:id="rId20"/>
    <p:sldId id="276" r:id="rId21"/>
    <p:sldId id="274" r:id="rId22"/>
    <p:sldId id="259" r:id="rId23"/>
    <p:sldId id="261" r:id="rId24"/>
    <p:sldId id="256" r:id="rId25"/>
    <p:sldId id="262" r:id="rId26"/>
    <p:sldId id="263" r:id="rId27"/>
    <p:sldId id="260" r:id="rId28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357" userDrawn="1">
          <p15:clr>
            <a:srgbClr val="A4A3A4"/>
          </p15:clr>
        </p15:guide>
        <p15:guide id="3" orient="horz" pos="21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E2DF"/>
    <a:srgbClr val="595959"/>
    <a:srgbClr val="CCECFF"/>
    <a:srgbClr val="660066"/>
    <a:srgbClr val="CC0000"/>
    <a:srgbClr val="385723"/>
    <a:srgbClr val="000099"/>
    <a:srgbClr val="990000"/>
    <a:srgbClr val="7F7F7F"/>
    <a:srgbClr val="66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32" autoAdjust="0"/>
    <p:restoredTop sz="93158" autoAdjust="0"/>
  </p:normalViewPr>
  <p:slideViewPr>
    <p:cSldViewPr snapToGrid="0" showGuides="1">
      <p:cViewPr>
        <p:scale>
          <a:sx n="25" d="100"/>
          <a:sy n="25" d="100"/>
        </p:scale>
        <p:origin x="2128" y="980"/>
      </p:cViewPr>
      <p:guideLst>
        <p:guide pos="6357"/>
        <p:guide orient="horz" pos="21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3786-D428-4F48-941F-309901B29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70B57-DF33-4D86-B48E-7DAEE7957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8963-B873-4F3D-9825-9BF988DE3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116C-2555-46E0-9885-301E0EDE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B79D-FE46-4208-B6BD-CC50EB2B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243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A560-5493-4D29-943F-0041C8DC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65C2-C150-466C-A37B-4CDC6B52B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81EFA-0BA8-4B7A-83CE-BA27B25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3B91-CAFD-454D-AF6D-E3599114D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1F48-5D54-4FCE-8883-365C61C6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999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CBCB3-00F4-40AC-A18F-5DAA869D0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BE7A-0461-468F-8848-B7255FB4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62A62-E2CF-4BA3-96B4-2955E9191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53A07-C541-4707-B5C5-DF4B1C55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A593-8695-46B4-8FE0-F7F8B6AA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75687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CA8DF-7848-4286-AF0A-4D1222C2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A6B73-346D-4F11-9A55-4643C7A51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13784-5C34-4184-A49A-D926C6922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C2C2C-5545-4E15-88E7-D29E358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32F3-01E4-4C37-A30D-D93D28F7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09D0-A145-48E9-869A-40BCEA16A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1474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5E43-6616-421A-A5D7-5DF0B5AE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4B9B5-B7A4-4990-B36E-43006B32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D7294-9FE9-451A-B195-9DA6A7316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286C1-8613-4260-BC2E-C639E99612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A1C5C0-32CF-45D9-A4FE-1763CB0D7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C3C3C-7909-486A-B280-44B0B73B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1BFD-0FE4-4743-9709-6B1CF595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F02EC-099F-4867-A6A7-D65CF51E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79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5972A-53F9-46FB-BC8C-9E14E507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A58FF-274F-41EB-B662-DB29E43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BC8E53-2C91-495C-9EC8-8C6E0F29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FC1E8-191D-4124-8BA9-A93DA7B8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42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7400-BCD5-4D19-A514-09668560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6EDDB-62A1-4A16-8D2B-C9958E92F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F1373-D4FE-4ECC-9423-BE24D0882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751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4C0F-3FAF-4181-B2D4-717A250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C778-3DC6-4C25-B97D-FB677B83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906C8-BA2B-414C-BE34-E3CA43F8D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0B07A-28B8-4EF0-818D-4E483BE1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2AC8F-C10E-4564-843E-D21D7F0F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3AA02-E921-49BB-8746-E1B0227A2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358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4420-08CC-49D9-9FA9-32C143D1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6D7CC0-FF91-421B-8653-EDF5CF848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02486-5747-4100-B7AA-74B08656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83377-CEFF-407B-92A8-C799C4242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0AEFA-6530-4A33-8F01-42A2CBDDC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DBA7-D448-489A-86A6-6411820C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3113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236-50FF-4B0E-83A7-D85789E9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EAF51B-3554-4CD2-A6FF-9336640150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CCF2-4039-4304-B33D-8DA7CB2B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9F76B-524A-4204-8631-AA03B275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8012C-2B1F-43EB-8ECA-AB3CBE1F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3153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013BE-B7CB-48AD-9C07-DE9280EF64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DFAE9-6C8C-42C1-8855-69618AA26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B4AF-AA47-45BA-BED3-BAF20B76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2DC0-5810-4B30-BE7F-31D7CA65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F2787-0AF7-4DE5-8F9C-0FA65E9A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012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0506C-C1AE-4514-BEC6-090FE382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14C9A-F601-4C13-8EBB-D6664729E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2B31F-F321-4D1F-8F1C-6D9C8FE19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51C4C-8A42-4A74-B53C-6BFFBDE77309}" type="datetimeFigureOut">
              <a:rPr lang="pt-PT" smtClean="0"/>
              <a:t>11/01/2021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0C3D-D4A1-435F-ACEB-DD055845B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3230-6C5F-45DA-A0E4-22BBCC600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554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C70C68-FA87-4F17-8DCC-23BDFD68AA05}"/>
              </a:ext>
            </a:extLst>
          </p:cNvPr>
          <p:cNvSpPr/>
          <p:nvPr/>
        </p:nvSpPr>
        <p:spPr>
          <a:xfrm>
            <a:off x="-907200" y="-123880"/>
            <a:ext cx="12192000" cy="6876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F8AAA891-1E52-462A-9B4A-9F7D664A2DF7}"/>
              </a:ext>
            </a:extLst>
          </p:cNvPr>
          <p:cNvGrpSpPr/>
          <p:nvPr/>
        </p:nvGrpSpPr>
        <p:grpSpPr>
          <a:xfrm>
            <a:off x="484077" y="544868"/>
            <a:ext cx="6490556" cy="3251200"/>
            <a:chOff x="114200" y="48489"/>
            <a:chExt cx="6490556" cy="325120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6B60529-DE61-4473-9618-152BE7D26BA5}"/>
                </a:ext>
              </a:extLst>
            </p:cNvPr>
            <p:cNvGrpSpPr/>
            <p:nvPr/>
          </p:nvGrpSpPr>
          <p:grpSpPr>
            <a:xfrm>
              <a:off x="114200" y="48489"/>
              <a:ext cx="3251200" cy="3251200"/>
              <a:chOff x="-5805339" y="-137685"/>
              <a:chExt cx="2552768" cy="254370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0D523A6-F92A-4ED8-B6AA-B29451383F43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FF778B0-BA0F-4B66-B791-FF5D61BBBFCE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CA2EE0EB-EA6A-4FEC-8245-31866266E67A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0BF10983-0629-40E1-8BED-43FD1BCF0537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57736BE-120E-4354-AA59-73E8E9EF21C9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34B2DA-54E0-4A6D-94C4-B67B451686D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5412915-6C6C-44AA-BEF7-273068626830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1FA8027-B959-4521-985D-9FC8993AE8CF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0D98424-9550-4F38-9F48-56328ABBB336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D65A8A-A1D3-4C75-98E4-FD566BF3E1C2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DA19025D-1944-4B97-AFE8-DDF3B9F1BBD2}"/>
                </a:ext>
              </a:extLst>
            </p:cNvPr>
            <p:cNvGrpSpPr/>
            <p:nvPr/>
          </p:nvGrpSpPr>
          <p:grpSpPr>
            <a:xfrm>
              <a:off x="3353556" y="48489"/>
              <a:ext cx="3251200" cy="3251200"/>
              <a:chOff x="-5805339" y="-137685"/>
              <a:chExt cx="2552768" cy="2543707"/>
            </a:xfrm>
          </p:grpSpPr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DA5F6D01-22D7-4A7E-AC87-E5D8266A6BE7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15BA3C85-D7C0-404D-983B-E7FC777FBAC1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20FDCAC1-220F-49F8-8704-B1C3AA0305FB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123360D5-A23D-45D3-8A99-795CB225E4C5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5255CF56-33BB-471A-A06D-BF9E51B691C2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B09030FA-A0E6-4CC4-AF0B-DA7F6FE8DC95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A7C53A7D-77BB-4663-8AAB-049EBE308308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C567C798-6EFC-41CD-8CAA-BF292418ADFB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65427792-0719-4849-9BF7-B21D3785BA67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2483F62F-2443-42D7-8BDF-606A2ECF1344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DDBE1C-8797-4743-B6CA-772A2AD78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35194" y="1763583"/>
            <a:ext cx="4200955" cy="2387600"/>
          </a:xfrm>
        </p:spPr>
        <p:txBody>
          <a:bodyPr>
            <a:normAutofit fontScale="90000"/>
          </a:bodyPr>
          <a:lstStyle/>
          <a:p>
            <a:pPr algn="l"/>
            <a:r>
              <a:rPr lang="pt-PT" sz="6600" b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br>
              <a:rPr lang="pt-PT" sz="6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3600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sz="3600" dirty="0">
                <a:latin typeface="Arial" panose="020B0604020202020204" pitchFamily="34" charset="0"/>
                <a:cs typeface="Arial" panose="020B0604020202020204" pitchFamily="34" charset="0"/>
              </a:rPr>
              <a:t> experimental </a:t>
            </a:r>
            <a:br>
              <a:rPr lang="pt-PT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3600" dirty="0" err="1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pt-PT" sz="3600" dirty="0">
                <a:latin typeface="Arial" panose="020B0604020202020204" pitchFamily="34" charset="0"/>
                <a:cs typeface="Arial" panose="020B0604020202020204" pitchFamily="34" charset="0"/>
              </a:rPr>
              <a:t> puzzle </a:t>
            </a:r>
            <a:br>
              <a:rPr lang="pt-PT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3600" dirty="0" err="1"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PT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600" dirty="0" err="1">
                <a:latin typeface="Arial" panose="020B0604020202020204" pitchFamily="34" charset="0"/>
                <a:cs typeface="Arial" panose="020B0604020202020204" pitchFamily="34" charset="0"/>
              </a:rPr>
              <a:t>fruits</a:t>
            </a:r>
            <a:br>
              <a:rPr lang="pt-PT" sz="48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PT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B58EB-31D0-4626-96E2-8B63616D7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9100" y="3997715"/>
            <a:ext cx="4111485" cy="545066"/>
          </a:xfrm>
        </p:spPr>
        <p:txBody>
          <a:bodyPr/>
          <a:lstStyle/>
          <a:p>
            <a:pPr algn="r"/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 Pedro PSI 2020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207E298-A4E6-48FF-BE05-4CD20890B3B9}"/>
              </a:ext>
            </a:extLst>
          </p:cNvPr>
          <p:cNvSpPr txBox="1">
            <a:spLocks/>
          </p:cNvSpPr>
          <p:nvPr/>
        </p:nvSpPr>
        <p:spPr>
          <a:xfrm>
            <a:off x="1524000" y="5530465"/>
            <a:ext cx="9144000" cy="968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own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puzzles,</a:t>
            </a:r>
          </a:p>
          <a:p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send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them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 Pedro PSI for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dissemination</a:t>
            </a:r>
            <a:endParaRPr lang="pt-PT" b="1" i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8C25D4-EDC3-482C-80CB-D5A1AAC594D2}"/>
              </a:ext>
            </a:extLst>
          </p:cNvPr>
          <p:cNvSpPr/>
          <p:nvPr/>
        </p:nvSpPr>
        <p:spPr>
          <a:xfrm rot="19185010">
            <a:off x="1199105" y="2492186"/>
            <a:ext cx="745108" cy="503565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4B18788-F94D-4593-8CD3-AA24351C7BE1}"/>
              </a:ext>
            </a:extLst>
          </p:cNvPr>
          <p:cNvSpPr/>
          <p:nvPr/>
        </p:nvSpPr>
        <p:spPr>
          <a:xfrm rot="7313666">
            <a:off x="4406571" y="303445"/>
            <a:ext cx="882052" cy="629041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BCE2CFE-1D2D-4C43-89B8-19E75CD64619}"/>
              </a:ext>
            </a:extLst>
          </p:cNvPr>
          <p:cNvGrpSpPr>
            <a:grpSpLocks noChangeAspect="1"/>
          </p:cNvGrpSpPr>
          <p:nvPr/>
        </p:nvGrpSpPr>
        <p:grpSpPr>
          <a:xfrm>
            <a:off x="10128250" y="5356271"/>
            <a:ext cx="1143000" cy="1143000"/>
            <a:chOff x="-5805339" y="-137685"/>
            <a:chExt cx="2552768" cy="25437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97CBB2C-5E5A-4138-960E-A2822CE1A74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064CEF0-0911-43FE-9EA3-FD407307BDC4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811996A-F3A6-4D27-849F-9805AB4472E6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5E1CB1F4-43FF-4731-9392-BC667E54A2E0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8EFFCC9B-F3B0-44AE-BF91-67DF36013FD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83E9293-8DC9-41C3-A819-4D98C317921D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46E47DA-2C8E-4E5B-B963-617FA7FBFAA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67B84D1-494B-4F54-B41D-E13F4D714D1E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198921-35F6-40BC-9AB5-C09F3C274687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702F465-7423-45A0-A752-3DBC4A24F994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3E76936-5E83-4343-9831-869A9FBA3519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F8171CB-7B71-4DFD-A438-5A61A327FD74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310DA4C-6772-481C-9331-DEBE2D0723B6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ABD9F72-E9E8-4F42-AD3A-5BA21374D696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0047131-EB53-49B2-A8C5-3CC23347DE9C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67CA4E8-BBF1-486B-9101-AA62647C67DF}"/>
              </a:ext>
            </a:extLst>
          </p:cNvPr>
          <p:cNvSpPr/>
          <p:nvPr/>
        </p:nvSpPr>
        <p:spPr>
          <a:xfrm rot="8358001">
            <a:off x="212825" y="94681"/>
            <a:ext cx="715928" cy="996183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817F0925-D53C-4096-AA8D-0C8FDF968790}"/>
              </a:ext>
            </a:extLst>
          </p:cNvPr>
          <p:cNvSpPr/>
          <p:nvPr/>
        </p:nvSpPr>
        <p:spPr>
          <a:xfrm>
            <a:off x="2335230" y="1263649"/>
            <a:ext cx="686744" cy="700152"/>
          </a:xfrm>
          <a:custGeom>
            <a:avLst/>
            <a:gdLst>
              <a:gd name="connsiteX0" fmla="*/ 0 w 1846349"/>
              <a:gd name="connsiteY0" fmla="*/ 749807 h 749807"/>
              <a:gd name="connsiteX1" fmla="*/ 923175 w 1846349"/>
              <a:gd name="connsiteY1" fmla="*/ 0 h 749807"/>
              <a:gd name="connsiteX2" fmla="*/ 1846349 w 1846349"/>
              <a:gd name="connsiteY2" fmla="*/ 749807 h 749807"/>
              <a:gd name="connsiteX3" fmla="*/ 0 w 1846349"/>
              <a:gd name="connsiteY3" fmla="*/ 749807 h 749807"/>
              <a:gd name="connsiteX0" fmla="*/ 0 w 1846349"/>
              <a:gd name="connsiteY0" fmla="*/ 1136275 h 1136275"/>
              <a:gd name="connsiteX1" fmla="*/ 923175 w 1846349"/>
              <a:gd name="connsiteY1" fmla="*/ 386468 h 1136275"/>
              <a:gd name="connsiteX2" fmla="*/ 664333 w 1846349"/>
              <a:gd name="connsiteY2" fmla="*/ 324 h 1136275"/>
              <a:gd name="connsiteX3" fmla="*/ 1846349 w 1846349"/>
              <a:gd name="connsiteY3" fmla="*/ 1136275 h 1136275"/>
              <a:gd name="connsiteX4" fmla="*/ 0 w 1846349"/>
              <a:gd name="connsiteY4" fmla="*/ 1136275 h 1136275"/>
              <a:gd name="connsiteX0" fmla="*/ 0 w 1846349"/>
              <a:gd name="connsiteY0" fmla="*/ 1136275 h 1136275"/>
              <a:gd name="connsiteX1" fmla="*/ 699893 w 1846349"/>
              <a:gd name="connsiteY1" fmla="*/ 579444 h 1136275"/>
              <a:gd name="connsiteX2" fmla="*/ 923175 w 1846349"/>
              <a:gd name="connsiteY2" fmla="*/ 386468 h 1136275"/>
              <a:gd name="connsiteX3" fmla="*/ 664333 w 1846349"/>
              <a:gd name="connsiteY3" fmla="*/ 324 h 1136275"/>
              <a:gd name="connsiteX4" fmla="*/ 1846349 w 1846349"/>
              <a:gd name="connsiteY4" fmla="*/ 1136275 h 1136275"/>
              <a:gd name="connsiteX5" fmla="*/ 0 w 1846349"/>
              <a:gd name="connsiteY5" fmla="*/ 1136275 h 1136275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81173 w 1846349"/>
              <a:gd name="connsiteY1" fmla="*/ 5638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81173 w 1846349"/>
              <a:gd name="connsiteY1" fmla="*/ 5638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791333 w 1846349"/>
              <a:gd name="connsiteY2" fmla="*/ 474980 h 1181671"/>
              <a:gd name="connsiteX3" fmla="*/ 506853 w 1846349"/>
              <a:gd name="connsiteY3" fmla="*/ 0 h 1181671"/>
              <a:gd name="connsiteX4" fmla="*/ 923175 w 1846349"/>
              <a:gd name="connsiteY4" fmla="*/ 431864 h 1181671"/>
              <a:gd name="connsiteX5" fmla="*/ 664333 w 1846349"/>
              <a:gd name="connsiteY5" fmla="*/ 45720 h 1181671"/>
              <a:gd name="connsiteX6" fmla="*/ 1846349 w 1846349"/>
              <a:gd name="connsiteY6" fmla="*/ 1181671 h 1181671"/>
              <a:gd name="connsiteX7" fmla="*/ 0 w 1846349"/>
              <a:gd name="connsiteY7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791333 w 1846349"/>
              <a:gd name="connsiteY2" fmla="*/ 474980 h 1181671"/>
              <a:gd name="connsiteX3" fmla="*/ 506853 w 1846349"/>
              <a:gd name="connsiteY3" fmla="*/ 0 h 1181671"/>
              <a:gd name="connsiteX4" fmla="*/ 923175 w 1846349"/>
              <a:gd name="connsiteY4" fmla="*/ 431864 h 1181671"/>
              <a:gd name="connsiteX5" fmla="*/ 664333 w 1846349"/>
              <a:gd name="connsiteY5" fmla="*/ 45720 h 1181671"/>
              <a:gd name="connsiteX6" fmla="*/ 1846349 w 1846349"/>
              <a:gd name="connsiteY6" fmla="*/ 1181671 h 1181671"/>
              <a:gd name="connsiteX7" fmla="*/ 0 w 1846349"/>
              <a:gd name="connsiteY7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827316 w 1846349"/>
              <a:gd name="connsiteY3" fmla="*/ 48133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827316 w 1846349"/>
              <a:gd name="connsiteY3" fmla="*/ 48133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86017 w 1846349"/>
              <a:gd name="connsiteY6" fmla="*/ 2455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646553 w 1846349"/>
              <a:gd name="connsiteY1" fmla="*/ 489797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688887 w 1846349"/>
              <a:gd name="connsiteY1" fmla="*/ 576580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229878 h 1229878"/>
              <a:gd name="connsiteX1" fmla="*/ 688887 w 1846349"/>
              <a:gd name="connsiteY1" fmla="*/ 626904 h 1229878"/>
              <a:gd name="connsiteX2" fmla="*/ 500291 w 1846349"/>
              <a:gd name="connsiteY2" fmla="*/ 105675 h 1229878"/>
              <a:gd name="connsiteX3" fmla="*/ 827316 w 1846349"/>
              <a:gd name="connsiteY3" fmla="*/ 529537 h 1229878"/>
              <a:gd name="connsiteX4" fmla="*/ 487803 w 1846349"/>
              <a:gd name="connsiteY4" fmla="*/ 50324 h 1229878"/>
              <a:gd name="connsiteX5" fmla="*/ 923175 w 1846349"/>
              <a:gd name="connsiteY5" fmla="*/ 480071 h 1229878"/>
              <a:gd name="connsiteX6" fmla="*/ 979717 w 1846349"/>
              <a:gd name="connsiteY6" fmla="*/ 265 h 1229878"/>
              <a:gd name="connsiteX7" fmla="*/ 1846349 w 1846349"/>
              <a:gd name="connsiteY7" fmla="*/ 1229878 h 1229878"/>
              <a:gd name="connsiteX8" fmla="*/ 0 w 1846349"/>
              <a:gd name="connsiteY8" fmla="*/ 1229878 h 1229878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500291 w 1846349"/>
              <a:gd name="connsiteY2" fmla="*/ 195051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79717 w 1846349"/>
              <a:gd name="connsiteY6" fmla="*/ 89641 h 1319254"/>
              <a:gd name="connsiteX7" fmla="*/ 1846349 w 1846349"/>
              <a:gd name="connsiteY7" fmla="*/ 1319254 h 1319254"/>
              <a:gd name="connsiteX8" fmla="*/ 0 w 1846349"/>
              <a:gd name="connsiteY8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79717 w 1846349"/>
              <a:gd name="connsiteY6" fmla="*/ 89641 h 1319254"/>
              <a:gd name="connsiteX7" fmla="*/ 1846349 w 1846349"/>
              <a:gd name="connsiteY7" fmla="*/ 1319254 h 1319254"/>
              <a:gd name="connsiteX8" fmla="*/ 0 w 1846349"/>
              <a:gd name="connsiteY8" fmla="*/ 1319254 h 1319254"/>
              <a:gd name="connsiteX0" fmla="*/ 0 w 1846349"/>
              <a:gd name="connsiteY0" fmla="*/ 1398088 h 1398088"/>
              <a:gd name="connsiteX1" fmla="*/ 688887 w 1846349"/>
              <a:gd name="connsiteY1" fmla="*/ 795114 h 1398088"/>
              <a:gd name="connsiteX2" fmla="*/ 693966 w 1846349"/>
              <a:gd name="connsiteY2" fmla="*/ 126247 h 1398088"/>
              <a:gd name="connsiteX3" fmla="*/ 827316 w 1846349"/>
              <a:gd name="connsiteY3" fmla="*/ 697747 h 1398088"/>
              <a:gd name="connsiteX4" fmla="*/ 806891 w 1846349"/>
              <a:gd name="connsiteY4" fmla="*/ 78834 h 1398088"/>
              <a:gd name="connsiteX5" fmla="*/ 923175 w 1846349"/>
              <a:gd name="connsiteY5" fmla="*/ 648281 h 1398088"/>
              <a:gd name="connsiteX6" fmla="*/ 893992 w 1846349"/>
              <a:gd name="connsiteY6" fmla="*/ 200 h 1398088"/>
              <a:gd name="connsiteX7" fmla="*/ 1846349 w 1846349"/>
              <a:gd name="connsiteY7" fmla="*/ 1398088 h 1398088"/>
              <a:gd name="connsiteX8" fmla="*/ 0 w 1846349"/>
              <a:gd name="connsiteY8" fmla="*/ 1398088 h 1398088"/>
              <a:gd name="connsiteX0" fmla="*/ 0 w 1846349"/>
              <a:gd name="connsiteY0" fmla="*/ 1398088 h 1398088"/>
              <a:gd name="connsiteX1" fmla="*/ 688887 w 1846349"/>
              <a:gd name="connsiteY1" fmla="*/ 795114 h 1398088"/>
              <a:gd name="connsiteX2" fmla="*/ 693966 w 1846349"/>
              <a:gd name="connsiteY2" fmla="*/ 126247 h 1398088"/>
              <a:gd name="connsiteX3" fmla="*/ 827316 w 1846349"/>
              <a:gd name="connsiteY3" fmla="*/ 697747 h 1398088"/>
              <a:gd name="connsiteX4" fmla="*/ 806891 w 1846349"/>
              <a:gd name="connsiteY4" fmla="*/ 78834 h 1398088"/>
              <a:gd name="connsiteX5" fmla="*/ 923175 w 1846349"/>
              <a:gd name="connsiteY5" fmla="*/ 648281 h 1398088"/>
              <a:gd name="connsiteX6" fmla="*/ 893992 w 1846349"/>
              <a:gd name="connsiteY6" fmla="*/ 200 h 1398088"/>
              <a:gd name="connsiteX7" fmla="*/ 1846349 w 1846349"/>
              <a:gd name="connsiteY7" fmla="*/ 1398088 h 1398088"/>
              <a:gd name="connsiteX8" fmla="*/ 0 w 1846349"/>
              <a:gd name="connsiteY8" fmla="*/ 1398088 h 1398088"/>
              <a:gd name="connsiteX0" fmla="*/ 0 w 1879396"/>
              <a:gd name="connsiteY0" fmla="*/ 1398136 h 1398136"/>
              <a:gd name="connsiteX1" fmla="*/ 688887 w 1879396"/>
              <a:gd name="connsiteY1" fmla="*/ 795162 h 1398136"/>
              <a:gd name="connsiteX2" fmla="*/ 693966 w 1879396"/>
              <a:gd name="connsiteY2" fmla="*/ 126295 h 1398136"/>
              <a:gd name="connsiteX3" fmla="*/ 827316 w 1879396"/>
              <a:gd name="connsiteY3" fmla="*/ 697795 h 1398136"/>
              <a:gd name="connsiteX4" fmla="*/ 806891 w 1879396"/>
              <a:gd name="connsiteY4" fmla="*/ 78882 h 1398136"/>
              <a:gd name="connsiteX5" fmla="*/ 923175 w 1879396"/>
              <a:gd name="connsiteY5" fmla="*/ 648329 h 1398136"/>
              <a:gd name="connsiteX6" fmla="*/ 893992 w 1879396"/>
              <a:gd name="connsiteY6" fmla="*/ 248 h 1398136"/>
              <a:gd name="connsiteX7" fmla="*/ 1112008 w 1879396"/>
              <a:gd name="connsiteY7" fmla="*/ 713669 h 1398136"/>
              <a:gd name="connsiteX8" fmla="*/ 1846349 w 1879396"/>
              <a:gd name="connsiteY8" fmla="*/ 1398136 h 1398136"/>
              <a:gd name="connsiteX9" fmla="*/ 0 w 1879396"/>
              <a:gd name="connsiteY9" fmla="*/ 1398136 h 1398136"/>
              <a:gd name="connsiteX0" fmla="*/ 0 w 1846349"/>
              <a:gd name="connsiteY0" fmla="*/ 1398136 h 1398136"/>
              <a:gd name="connsiteX1" fmla="*/ 688887 w 1846349"/>
              <a:gd name="connsiteY1" fmla="*/ 795162 h 1398136"/>
              <a:gd name="connsiteX2" fmla="*/ 693966 w 1846349"/>
              <a:gd name="connsiteY2" fmla="*/ 126295 h 1398136"/>
              <a:gd name="connsiteX3" fmla="*/ 827316 w 1846349"/>
              <a:gd name="connsiteY3" fmla="*/ 697795 h 1398136"/>
              <a:gd name="connsiteX4" fmla="*/ 806891 w 1846349"/>
              <a:gd name="connsiteY4" fmla="*/ 78882 h 1398136"/>
              <a:gd name="connsiteX5" fmla="*/ 923175 w 1846349"/>
              <a:gd name="connsiteY5" fmla="*/ 648329 h 1398136"/>
              <a:gd name="connsiteX6" fmla="*/ 893992 w 1846349"/>
              <a:gd name="connsiteY6" fmla="*/ 248 h 1398136"/>
              <a:gd name="connsiteX7" fmla="*/ 1112008 w 1846349"/>
              <a:gd name="connsiteY7" fmla="*/ 713669 h 1398136"/>
              <a:gd name="connsiteX8" fmla="*/ 1846349 w 1846349"/>
              <a:gd name="connsiteY8" fmla="*/ 1398136 h 1398136"/>
              <a:gd name="connsiteX9" fmla="*/ 0 w 1846349"/>
              <a:gd name="connsiteY9" fmla="*/ 1398136 h 1398136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97810 h 1197810"/>
              <a:gd name="connsiteX1" fmla="*/ 688887 w 1846349"/>
              <a:gd name="connsiteY1" fmla="*/ 594836 h 1197810"/>
              <a:gd name="connsiteX2" fmla="*/ 766991 w 1846349"/>
              <a:gd name="connsiteY2" fmla="*/ 8519 h 1197810"/>
              <a:gd name="connsiteX3" fmla="*/ 855891 w 1846349"/>
              <a:gd name="connsiteY3" fmla="*/ 481594 h 1197810"/>
              <a:gd name="connsiteX4" fmla="*/ 829433 w 1846349"/>
              <a:gd name="connsiteY4" fmla="*/ 87893 h 1197810"/>
              <a:gd name="connsiteX5" fmla="*/ 895791 w 1846349"/>
              <a:gd name="connsiteY5" fmla="*/ 30956 h 1197810"/>
              <a:gd name="connsiteX6" fmla="*/ 923175 w 1846349"/>
              <a:gd name="connsiteY6" fmla="*/ 448003 h 1197810"/>
              <a:gd name="connsiteX7" fmla="*/ 982892 w 1846349"/>
              <a:gd name="connsiteY7" fmla="*/ 95197 h 1197810"/>
              <a:gd name="connsiteX8" fmla="*/ 1112008 w 1846349"/>
              <a:gd name="connsiteY8" fmla="*/ 513343 h 1197810"/>
              <a:gd name="connsiteX9" fmla="*/ 1846349 w 1846349"/>
              <a:gd name="connsiteY9" fmla="*/ 1197810 h 1197810"/>
              <a:gd name="connsiteX10" fmla="*/ 0 w 1846349"/>
              <a:gd name="connsiteY10" fmla="*/ 1197810 h 1197810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11666 w 1846349"/>
              <a:gd name="connsiteY5" fmla="*/ 21928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08491 w 1846349"/>
              <a:gd name="connsiteY5" fmla="*/ 222462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898966 w 1846349"/>
              <a:gd name="connsiteY5" fmla="*/ 23833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14841 w 1846349"/>
              <a:gd name="connsiteY5" fmla="*/ 23833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883091 w 1846349"/>
              <a:gd name="connsiteY5" fmla="*/ 247862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311041 h 1311041"/>
              <a:gd name="connsiteX1" fmla="*/ 688887 w 1846349"/>
              <a:gd name="connsiteY1" fmla="*/ 708067 h 1311041"/>
              <a:gd name="connsiteX2" fmla="*/ 766991 w 1846349"/>
              <a:gd name="connsiteY2" fmla="*/ 121750 h 1311041"/>
              <a:gd name="connsiteX3" fmla="*/ 855891 w 1846349"/>
              <a:gd name="connsiteY3" fmla="*/ 594825 h 1311041"/>
              <a:gd name="connsiteX4" fmla="*/ 850600 w 1846349"/>
              <a:gd name="connsiteY4" fmla="*/ 41 h 1311041"/>
              <a:gd name="connsiteX5" fmla="*/ 923175 w 1846349"/>
              <a:gd name="connsiteY5" fmla="*/ 561234 h 1311041"/>
              <a:gd name="connsiteX6" fmla="*/ 982892 w 1846349"/>
              <a:gd name="connsiteY6" fmla="*/ 208428 h 1311041"/>
              <a:gd name="connsiteX7" fmla="*/ 1112008 w 1846349"/>
              <a:gd name="connsiteY7" fmla="*/ 626574 h 1311041"/>
              <a:gd name="connsiteX8" fmla="*/ 1846349 w 1846349"/>
              <a:gd name="connsiteY8" fmla="*/ 1311041 h 1311041"/>
              <a:gd name="connsiteX9" fmla="*/ 0 w 1846349"/>
              <a:gd name="connsiteY9" fmla="*/ 1311041 h 1311041"/>
              <a:gd name="connsiteX0" fmla="*/ 0 w 1846349"/>
              <a:gd name="connsiteY0" fmla="*/ 1311041 h 1311041"/>
              <a:gd name="connsiteX1" fmla="*/ 688887 w 1846349"/>
              <a:gd name="connsiteY1" fmla="*/ 708067 h 1311041"/>
              <a:gd name="connsiteX2" fmla="*/ 766991 w 1846349"/>
              <a:gd name="connsiteY2" fmla="*/ 121750 h 1311041"/>
              <a:gd name="connsiteX3" fmla="*/ 855891 w 1846349"/>
              <a:gd name="connsiteY3" fmla="*/ 594825 h 1311041"/>
              <a:gd name="connsiteX4" fmla="*/ 850600 w 1846349"/>
              <a:gd name="connsiteY4" fmla="*/ 41 h 1311041"/>
              <a:gd name="connsiteX5" fmla="*/ 923175 w 1846349"/>
              <a:gd name="connsiteY5" fmla="*/ 561234 h 1311041"/>
              <a:gd name="connsiteX6" fmla="*/ 982892 w 1846349"/>
              <a:gd name="connsiteY6" fmla="*/ 208428 h 1311041"/>
              <a:gd name="connsiteX7" fmla="*/ 1112008 w 1846349"/>
              <a:gd name="connsiteY7" fmla="*/ 626574 h 1311041"/>
              <a:gd name="connsiteX8" fmla="*/ 1846349 w 1846349"/>
              <a:gd name="connsiteY8" fmla="*/ 1311041 h 1311041"/>
              <a:gd name="connsiteX9" fmla="*/ 0 w 1846349"/>
              <a:gd name="connsiteY9" fmla="*/ 1311041 h 1311041"/>
              <a:gd name="connsiteX0" fmla="*/ 0 w 1846349"/>
              <a:gd name="connsiteY0" fmla="*/ 1315273 h 1315273"/>
              <a:gd name="connsiteX1" fmla="*/ 688887 w 1846349"/>
              <a:gd name="connsiteY1" fmla="*/ 712299 h 1315273"/>
              <a:gd name="connsiteX2" fmla="*/ 766991 w 1846349"/>
              <a:gd name="connsiteY2" fmla="*/ 125982 h 1315273"/>
              <a:gd name="connsiteX3" fmla="*/ 855891 w 1846349"/>
              <a:gd name="connsiteY3" fmla="*/ 599057 h 1315273"/>
              <a:gd name="connsiteX4" fmla="*/ 833666 w 1846349"/>
              <a:gd name="connsiteY4" fmla="*/ 40 h 1315273"/>
              <a:gd name="connsiteX5" fmla="*/ 923175 w 1846349"/>
              <a:gd name="connsiteY5" fmla="*/ 565466 h 1315273"/>
              <a:gd name="connsiteX6" fmla="*/ 982892 w 1846349"/>
              <a:gd name="connsiteY6" fmla="*/ 212660 h 1315273"/>
              <a:gd name="connsiteX7" fmla="*/ 1112008 w 1846349"/>
              <a:gd name="connsiteY7" fmla="*/ 630806 h 1315273"/>
              <a:gd name="connsiteX8" fmla="*/ 1846349 w 1846349"/>
              <a:gd name="connsiteY8" fmla="*/ 1315273 h 1315273"/>
              <a:gd name="connsiteX9" fmla="*/ 0 w 1846349"/>
              <a:gd name="connsiteY9" fmla="*/ 1315273 h 1315273"/>
              <a:gd name="connsiteX0" fmla="*/ 0 w 1846349"/>
              <a:gd name="connsiteY0" fmla="*/ 1315233 h 1315233"/>
              <a:gd name="connsiteX1" fmla="*/ 688887 w 1846349"/>
              <a:gd name="connsiteY1" fmla="*/ 712259 h 1315233"/>
              <a:gd name="connsiteX2" fmla="*/ 766991 w 1846349"/>
              <a:gd name="connsiteY2" fmla="*/ 125942 h 1315233"/>
              <a:gd name="connsiteX3" fmla="*/ 855891 w 1846349"/>
              <a:gd name="connsiteY3" fmla="*/ 599017 h 1315233"/>
              <a:gd name="connsiteX4" fmla="*/ 833666 w 1846349"/>
              <a:gd name="connsiteY4" fmla="*/ 0 h 1315233"/>
              <a:gd name="connsiteX5" fmla="*/ 923175 w 1846349"/>
              <a:gd name="connsiteY5" fmla="*/ 565426 h 1315233"/>
              <a:gd name="connsiteX6" fmla="*/ 982892 w 1846349"/>
              <a:gd name="connsiteY6" fmla="*/ 212620 h 1315233"/>
              <a:gd name="connsiteX7" fmla="*/ 1112008 w 1846349"/>
              <a:gd name="connsiteY7" fmla="*/ 630766 h 1315233"/>
              <a:gd name="connsiteX8" fmla="*/ 1846349 w 1846349"/>
              <a:gd name="connsiteY8" fmla="*/ 1315233 h 1315233"/>
              <a:gd name="connsiteX9" fmla="*/ 0 w 1846349"/>
              <a:gd name="connsiteY9" fmla="*/ 1315233 h 1315233"/>
              <a:gd name="connsiteX0" fmla="*/ 0 w 1846349"/>
              <a:gd name="connsiteY0" fmla="*/ 1315233 h 1315233"/>
              <a:gd name="connsiteX1" fmla="*/ 688887 w 1846349"/>
              <a:gd name="connsiteY1" fmla="*/ 712259 h 1315233"/>
              <a:gd name="connsiteX2" fmla="*/ 766991 w 1846349"/>
              <a:gd name="connsiteY2" fmla="*/ 125942 h 1315233"/>
              <a:gd name="connsiteX3" fmla="*/ 855891 w 1846349"/>
              <a:gd name="connsiteY3" fmla="*/ 599017 h 1315233"/>
              <a:gd name="connsiteX4" fmla="*/ 833666 w 1846349"/>
              <a:gd name="connsiteY4" fmla="*/ 0 h 1315233"/>
              <a:gd name="connsiteX5" fmla="*/ 923175 w 1846349"/>
              <a:gd name="connsiteY5" fmla="*/ 565426 h 1315233"/>
              <a:gd name="connsiteX6" fmla="*/ 993476 w 1846349"/>
              <a:gd name="connsiteY6" fmla="*/ 174520 h 1315233"/>
              <a:gd name="connsiteX7" fmla="*/ 1112008 w 1846349"/>
              <a:gd name="connsiteY7" fmla="*/ 630766 h 1315233"/>
              <a:gd name="connsiteX8" fmla="*/ 1846349 w 1846349"/>
              <a:gd name="connsiteY8" fmla="*/ 1315233 h 1315233"/>
              <a:gd name="connsiteX9" fmla="*/ 0 w 1846349"/>
              <a:gd name="connsiteY9" fmla="*/ 1315233 h 1315233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766991 w 1846349"/>
              <a:gd name="connsiteY2" fmla="*/ 222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112008 w 1879882"/>
              <a:gd name="connsiteY7" fmla="*/ 465666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099308 w 1879882"/>
              <a:gd name="connsiteY7" fmla="*/ 486832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099308 w 1879882"/>
              <a:gd name="connsiteY7" fmla="*/ 486832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88538"/>
              <a:gd name="connsiteY0" fmla="*/ 1150133 h 1150133"/>
              <a:gd name="connsiteX1" fmla="*/ 688887 w 1888538"/>
              <a:gd name="connsiteY1" fmla="*/ 547159 h 1150133"/>
              <a:gd name="connsiteX2" fmla="*/ 855890 w 1888538"/>
              <a:gd name="connsiteY2" fmla="*/ 26458 h 1150133"/>
              <a:gd name="connsiteX3" fmla="*/ 855891 w 1888538"/>
              <a:gd name="connsiteY3" fmla="*/ 433917 h 1150133"/>
              <a:gd name="connsiteX4" fmla="*/ 924683 w 1888538"/>
              <a:gd name="connsiteY4" fmla="*/ 0 h 1150133"/>
              <a:gd name="connsiteX5" fmla="*/ 923175 w 1888538"/>
              <a:gd name="connsiteY5" fmla="*/ 400326 h 1150133"/>
              <a:gd name="connsiteX6" fmla="*/ 993476 w 1888538"/>
              <a:gd name="connsiteY6" fmla="*/ 9420 h 1150133"/>
              <a:gd name="connsiteX7" fmla="*/ 1099308 w 1888538"/>
              <a:gd name="connsiteY7" fmla="*/ 486832 h 1150133"/>
              <a:gd name="connsiteX8" fmla="*/ 1377650 w 1888538"/>
              <a:gd name="connsiteY8" fmla="*/ 701674 h 1150133"/>
              <a:gd name="connsiteX9" fmla="*/ 1846349 w 1888538"/>
              <a:gd name="connsiteY9" fmla="*/ 1150133 h 1150133"/>
              <a:gd name="connsiteX10" fmla="*/ 0 w 1888538"/>
              <a:gd name="connsiteY10" fmla="*/ 1150133 h 1150133"/>
              <a:gd name="connsiteX0" fmla="*/ 0 w 1888538"/>
              <a:gd name="connsiteY0" fmla="*/ 1150133 h 1150133"/>
              <a:gd name="connsiteX1" fmla="*/ 688887 w 1888538"/>
              <a:gd name="connsiteY1" fmla="*/ 547159 h 1150133"/>
              <a:gd name="connsiteX2" fmla="*/ 855890 w 1888538"/>
              <a:gd name="connsiteY2" fmla="*/ 26458 h 1150133"/>
              <a:gd name="connsiteX3" fmla="*/ 855891 w 1888538"/>
              <a:gd name="connsiteY3" fmla="*/ 433917 h 1150133"/>
              <a:gd name="connsiteX4" fmla="*/ 924683 w 1888538"/>
              <a:gd name="connsiteY4" fmla="*/ 0 h 1150133"/>
              <a:gd name="connsiteX5" fmla="*/ 923175 w 1888538"/>
              <a:gd name="connsiteY5" fmla="*/ 400326 h 1150133"/>
              <a:gd name="connsiteX6" fmla="*/ 993476 w 1888538"/>
              <a:gd name="connsiteY6" fmla="*/ 9420 h 1150133"/>
              <a:gd name="connsiteX7" fmla="*/ 1099308 w 1888538"/>
              <a:gd name="connsiteY7" fmla="*/ 486832 h 1150133"/>
              <a:gd name="connsiteX8" fmla="*/ 1377650 w 1888538"/>
              <a:gd name="connsiteY8" fmla="*/ 701674 h 1150133"/>
              <a:gd name="connsiteX9" fmla="*/ 1846349 w 1888538"/>
              <a:gd name="connsiteY9" fmla="*/ 1150133 h 1150133"/>
              <a:gd name="connsiteX10" fmla="*/ 0 w 1888538"/>
              <a:gd name="connsiteY10" fmla="*/ 1150133 h 1150133"/>
              <a:gd name="connsiteX0" fmla="*/ 0 w 1908026"/>
              <a:gd name="connsiteY0" fmla="*/ 1150133 h 1150133"/>
              <a:gd name="connsiteX1" fmla="*/ 688887 w 1908026"/>
              <a:gd name="connsiteY1" fmla="*/ 547159 h 1150133"/>
              <a:gd name="connsiteX2" fmla="*/ 855890 w 1908026"/>
              <a:gd name="connsiteY2" fmla="*/ 26458 h 1150133"/>
              <a:gd name="connsiteX3" fmla="*/ 855891 w 1908026"/>
              <a:gd name="connsiteY3" fmla="*/ 433917 h 1150133"/>
              <a:gd name="connsiteX4" fmla="*/ 924683 w 1908026"/>
              <a:gd name="connsiteY4" fmla="*/ 0 h 1150133"/>
              <a:gd name="connsiteX5" fmla="*/ 923175 w 1908026"/>
              <a:gd name="connsiteY5" fmla="*/ 400326 h 1150133"/>
              <a:gd name="connsiteX6" fmla="*/ 993476 w 1908026"/>
              <a:gd name="connsiteY6" fmla="*/ 9420 h 1150133"/>
              <a:gd name="connsiteX7" fmla="*/ 1099308 w 1908026"/>
              <a:gd name="connsiteY7" fmla="*/ 486832 h 1150133"/>
              <a:gd name="connsiteX8" fmla="*/ 1597783 w 1908026"/>
              <a:gd name="connsiteY8" fmla="*/ 748241 h 1150133"/>
              <a:gd name="connsiteX9" fmla="*/ 1846349 w 1908026"/>
              <a:gd name="connsiteY9" fmla="*/ 1150133 h 1150133"/>
              <a:gd name="connsiteX10" fmla="*/ 0 w 1908026"/>
              <a:gd name="connsiteY10" fmla="*/ 1150133 h 1150133"/>
              <a:gd name="connsiteX0" fmla="*/ 0 w 1873816"/>
              <a:gd name="connsiteY0" fmla="*/ 1150133 h 1150133"/>
              <a:gd name="connsiteX1" fmla="*/ 688887 w 1873816"/>
              <a:gd name="connsiteY1" fmla="*/ 547159 h 1150133"/>
              <a:gd name="connsiteX2" fmla="*/ 855890 w 1873816"/>
              <a:gd name="connsiteY2" fmla="*/ 26458 h 1150133"/>
              <a:gd name="connsiteX3" fmla="*/ 855891 w 1873816"/>
              <a:gd name="connsiteY3" fmla="*/ 433917 h 1150133"/>
              <a:gd name="connsiteX4" fmla="*/ 924683 w 1873816"/>
              <a:gd name="connsiteY4" fmla="*/ 0 h 1150133"/>
              <a:gd name="connsiteX5" fmla="*/ 923175 w 1873816"/>
              <a:gd name="connsiteY5" fmla="*/ 400326 h 1150133"/>
              <a:gd name="connsiteX6" fmla="*/ 993476 w 1873816"/>
              <a:gd name="connsiteY6" fmla="*/ 9420 h 1150133"/>
              <a:gd name="connsiteX7" fmla="*/ 1099308 w 1873816"/>
              <a:gd name="connsiteY7" fmla="*/ 486832 h 1150133"/>
              <a:gd name="connsiteX8" fmla="*/ 1846349 w 1873816"/>
              <a:gd name="connsiteY8" fmla="*/ 1150133 h 1150133"/>
              <a:gd name="connsiteX9" fmla="*/ 0 w 1873816"/>
              <a:gd name="connsiteY9" fmla="*/ 1150133 h 1150133"/>
              <a:gd name="connsiteX0" fmla="*/ 0 w 1997492"/>
              <a:gd name="connsiteY0" fmla="*/ 1150133 h 1404133"/>
              <a:gd name="connsiteX1" fmla="*/ 688887 w 1997492"/>
              <a:gd name="connsiteY1" fmla="*/ 547159 h 1404133"/>
              <a:gd name="connsiteX2" fmla="*/ 855890 w 1997492"/>
              <a:gd name="connsiteY2" fmla="*/ 26458 h 1404133"/>
              <a:gd name="connsiteX3" fmla="*/ 855891 w 1997492"/>
              <a:gd name="connsiteY3" fmla="*/ 433917 h 1404133"/>
              <a:gd name="connsiteX4" fmla="*/ 924683 w 1997492"/>
              <a:gd name="connsiteY4" fmla="*/ 0 h 1404133"/>
              <a:gd name="connsiteX5" fmla="*/ 923175 w 1997492"/>
              <a:gd name="connsiteY5" fmla="*/ 400326 h 1404133"/>
              <a:gd name="connsiteX6" fmla="*/ 993476 w 1997492"/>
              <a:gd name="connsiteY6" fmla="*/ 9420 h 1404133"/>
              <a:gd name="connsiteX7" fmla="*/ 1099308 w 1997492"/>
              <a:gd name="connsiteY7" fmla="*/ 486832 h 1404133"/>
              <a:gd name="connsiteX8" fmla="*/ 1973349 w 1997492"/>
              <a:gd name="connsiteY8" fmla="*/ 1404133 h 1404133"/>
              <a:gd name="connsiteX9" fmla="*/ 0 w 1997492"/>
              <a:gd name="connsiteY9" fmla="*/ 1150133 h 1404133"/>
              <a:gd name="connsiteX0" fmla="*/ 0 w 2005766"/>
              <a:gd name="connsiteY0" fmla="*/ 1150133 h 1387200"/>
              <a:gd name="connsiteX1" fmla="*/ 688887 w 2005766"/>
              <a:gd name="connsiteY1" fmla="*/ 547159 h 1387200"/>
              <a:gd name="connsiteX2" fmla="*/ 855890 w 2005766"/>
              <a:gd name="connsiteY2" fmla="*/ 26458 h 1387200"/>
              <a:gd name="connsiteX3" fmla="*/ 855891 w 2005766"/>
              <a:gd name="connsiteY3" fmla="*/ 433917 h 1387200"/>
              <a:gd name="connsiteX4" fmla="*/ 924683 w 2005766"/>
              <a:gd name="connsiteY4" fmla="*/ 0 h 1387200"/>
              <a:gd name="connsiteX5" fmla="*/ 923175 w 2005766"/>
              <a:gd name="connsiteY5" fmla="*/ 400326 h 1387200"/>
              <a:gd name="connsiteX6" fmla="*/ 993476 w 2005766"/>
              <a:gd name="connsiteY6" fmla="*/ 9420 h 1387200"/>
              <a:gd name="connsiteX7" fmla="*/ 1099308 w 2005766"/>
              <a:gd name="connsiteY7" fmla="*/ 486832 h 1387200"/>
              <a:gd name="connsiteX8" fmla="*/ 1981816 w 2005766"/>
              <a:gd name="connsiteY8" fmla="*/ 1387200 h 1387200"/>
              <a:gd name="connsiteX9" fmla="*/ 0 w 2005766"/>
              <a:gd name="connsiteY9" fmla="*/ 1150133 h 1387200"/>
              <a:gd name="connsiteX0" fmla="*/ 0 w 1993208"/>
              <a:gd name="connsiteY0" fmla="*/ 1150133 h 1387200"/>
              <a:gd name="connsiteX1" fmla="*/ 688887 w 1993208"/>
              <a:gd name="connsiteY1" fmla="*/ 547159 h 1387200"/>
              <a:gd name="connsiteX2" fmla="*/ 855890 w 1993208"/>
              <a:gd name="connsiteY2" fmla="*/ 26458 h 1387200"/>
              <a:gd name="connsiteX3" fmla="*/ 855891 w 1993208"/>
              <a:gd name="connsiteY3" fmla="*/ 433917 h 1387200"/>
              <a:gd name="connsiteX4" fmla="*/ 924683 w 1993208"/>
              <a:gd name="connsiteY4" fmla="*/ 0 h 1387200"/>
              <a:gd name="connsiteX5" fmla="*/ 923175 w 1993208"/>
              <a:gd name="connsiteY5" fmla="*/ 400326 h 1387200"/>
              <a:gd name="connsiteX6" fmla="*/ 993476 w 1993208"/>
              <a:gd name="connsiteY6" fmla="*/ 9420 h 1387200"/>
              <a:gd name="connsiteX7" fmla="*/ 1099308 w 1993208"/>
              <a:gd name="connsiteY7" fmla="*/ 486832 h 1387200"/>
              <a:gd name="connsiteX8" fmla="*/ 1981816 w 1993208"/>
              <a:gd name="connsiteY8" fmla="*/ 1387200 h 1387200"/>
              <a:gd name="connsiteX9" fmla="*/ 0 w 1993208"/>
              <a:gd name="connsiteY9" fmla="*/ 1150133 h 1387200"/>
              <a:gd name="connsiteX0" fmla="*/ 0 w 2051804"/>
              <a:gd name="connsiteY0" fmla="*/ 1150133 h 1382967"/>
              <a:gd name="connsiteX1" fmla="*/ 688887 w 2051804"/>
              <a:gd name="connsiteY1" fmla="*/ 547159 h 1382967"/>
              <a:gd name="connsiteX2" fmla="*/ 855890 w 2051804"/>
              <a:gd name="connsiteY2" fmla="*/ 26458 h 1382967"/>
              <a:gd name="connsiteX3" fmla="*/ 855891 w 2051804"/>
              <a:gd name="connsiteY3" fmla="*/ 433917 h 1382967"/>
              <a:gd name="connsiteX4" fmla="*/ 924683 w 2051804"/>
              <a:gd name="connsiteY4" fmla="*/ 0 h 1382967"/>
              <a:gd name="connsiteX5" fmla="*/ 923175 w 2051804"/>
              <a:gd name="connsiteY5" fmla="*/ 400326 h 1382967"/>
              <a:gd name="connsiteX6" fmla="*/ 993476 w 2051804"/>
              <a:gd name="connsiteY6" fmla="*/ 9420 h 1382967"/>
              <a:gd name="connsiteX7" fmla="*/ 1099308 w 2051804"/>
              <a:gd name="connsiteY7" fmla="*/ 486832 h 1382967"/>
              <a:gd name="connsiteX8" fmla="*/ 2041083 w 2051804"/>
              <a:gd name="connsiteY8" fmla="*/ 1382967 h 1382967"/>
              <a:gd name="connsiteX9" fmla="*/ 0 w 2051804"/>
              <a:gd name="connsiteY9" fmla="*/ 1150133 h 1382967"/>
              <a:gd name="connsiteX0" fmla="*/ 0 w 2005238"/>
              <a:gd name="connsiteY0" fmla="*/ 989266 h 1382967"/>
              <a:gd name="connsiteX1" fmla="*/ 642321 w 2005238"/>
              <a:gd name="connsiteY1" fmla="*/ 547159 h 1382967"/>
              <a:gd name="connsiteX2" fmla="*/ 809324 w 2005238"/>
              <a:gd name="connsiteY2" fmla="*/ 26458 h 1382967"/>
              <a:gd name="connsiteX3" fmla="*/ 809325 w 2005238"/>
              <a:gd name="connsiteY3" fmla="*/ 433917 h 1382967"/>
              <a:gd name="connsiteX4" fmla="*/ 878117 w 2005238"/>
              <a:gd name="connsiteY4" fmla="*/ 0 h 1382967"/>
              <a:gd name="connsiteX5" fmla="*/ 876609 w 2005238"/>
              <a:gd name="connsiteY5" fmla="*/ 400326 h 1382967"/>
              <a:gd name="connsiteX6" fmla="*/ 946910 w 2005238"/>
              <a:gd name="connsiteY6" fmla="*/ 9420 h 1382967"/>
              <a:gd name="connsiteX7" fmla="*/ 1052742 w 2005238"/>
              <a:gd name="connsiteY7" fmla="*/ 486832 h 1382967"/>
              <a:gd name="connsiteX8" fmla="*/ 1994517 w 2005238"/>
              <a:gd name="connsiteY8" fmla="*/ 1382967 h 1382967"/>
              <a:gd name="connsiteX9" fmla="*/ 0 w 2005238"/>
              <a:gd name="connsiteY9" fmla="*/ 989266 h 1382967"/>
              <a:gd name="connsiteX0" fmla="*/ 0 w 2005238"/>
              <a:gd name="connsiteY0" fmla="*/ 989266 h 1382967"/>
              <a:gd name="connsiteX1" fmla="*/ 642321 w 2005238"/>
              <a:gd name="connsiteY1" fmla="*/ 547159 h 1382967"/>
              <a:gd name="connsiteX2" fmla="*/ 809324 w 2005238"/>
              <a:gd name="connsiteY2" fmla="*/ 26458 h 1382967"/>
              <a:gd name="connsiteX3" fmla="*/ 809325 w 2005238"/>
              <a:gd name="connsiteY3" fmla="*/ 433917 h 1382967"/>
              <a:gd name="connsiteX4" fmla="*/ 878117 w 2005238"/>
              <a:gd name="connsiteY4" fmla="*/ 0 h 1382967"/>
              <a:gd name="connsiteX5" fmla="*/ 876609 w 2005238"/>
              <a:gd name="connsiteY5" fmla="*/ 400326 h 1382967"/>
              <a:gd name="connsiteX6" fmla="*/ 946910 w 2005238"/>
              <a:gd name="connsiteY6" fmla="*/ 9420 h 1382967"/>
              <a:gd name="connsiteX7" fmla="*/ 1052742 w 2005238"/>
              <a:gd name="connsiteY7" fmla="*/ 486832 h 1382967"/>
              <a:gd name="connsiteX8" fmla="*/ 1994517 w 2005238"/>
              <a:gd name="connsiteY8" fmla="*/ 1382967 h 1382967"/>
              <a:gd name="connsiteX9" fmla="*/ 0 w 2005238"/>
              <a:gd name="connsiteY9" fmla="*/ 989266 h 1382967"/>
              <a:gd name="connsiteX0" fmla="*/ 0 w 2144938"/>
              <a:gd name="connsiteY0" fmla="*/ 1226333 h 1382967"/>
              <a:gd name="connsiteX1" fmla="*/ 782021 w 2144938"/>
              <a:gd name="connsiteY1" fmla="*/ 547159 h 1382967"/>
              <a:gd name="connsiteX2" fmla="*/ 949024 w 2144938"/>
              <a:gd name="connsiteY2" fmla="*/ 26458 h 1382967"/>
              <a:gd name="connsiteX3" fmla="*/ 949025 w 2144938"/>
              <a:gd name="connsiteY3" fmla="*/ 433917 h 1382967"/>
              <a:gd name="connsiteX4" fmla="*/ 1017817 w 2144938"/>
              <a:gd name="connsiteY4" fmla="*/ 0 h 1382967"/>
              <a:gd name="connsiteX5" fmla="*/ 1016309 w 2144938"/>
              <a:gd name="connsiteY5" fmla="*/ 400326 h 1382967"/>
              <a:gd name="connsiteX6" fmla="*/ 1086610 w 2144938"/>
              <a:gd name="connsiteY6" fmla="*/ 9420 h 1382967"/>
              <a:gd name="connsiteX7" fmla="*/ 1192442 w 2144938"/>
              <a:gd name="connsiteY7" fmla="*/ 486832 h 1382967"/>
              <a:gd name="connsiteX8" fmla="*/ 2134217 w 2144938"/>
              <a:gd name="connsiteY8" fmla="*/ 1382967 h 1382967"/>
              <a:gd name="connsiteX9" fmla="*/ 0 w 2144938"/>
              <a:gd name="connsiteY9" fmla="*/ 1226333 h 1382967"/>
              <a:gd name="connsiteX0" fmla="*/ 0 w 2144938"/>
              <a:gd name="connsiteY0" fmla="*/ 1226333 h 1382967"/>
              <a:gd name="connsiteX1" fmla="*/ 782021 w 2144938"/>
              <a:gd name="connsiteY1" fmla="*/ 547159 h 1382967"/>
              <a:gd name="connsiteX2" fmla="*/ 949024 w 2144938"/>
              <a:gd name="connsiteY2" fmla="*/ 26458 h 1382967"/>
              <a:gd name="connsiteX3" fmla="*/ 949025 w 2144938"/>
              <a:gd name="connsiteY3" fmla="*/ 433917 h 1382967"/>
              <a:gd name="connsiteX4" fmla="*/ 1017817 w 2144938"/>
              <a:gd name="connsiteY4" fmla="*/ 0 h 1382967"/>
              <a:gd name="connsiteX5" fmla="*/ 1016309 w 2144938"/>
              <a:gd name="connsiteY5" fmla="*/ 400326 h 1382967"/>
              <a:gd name="connsiteX6" fmla="*/ 1086610 w 2144938"/>
              <a:gd name="connsiteY6" fmla="*/ 9420 h 1382967"/>
              <a:gd name="connsiteX7" fmla="*/ 1192442 w 2144938"/>
              <a:gd name="connsiteY7" fmla="*/ 486832 h 1382967"/>
              <a:gd name="connsiteX8" fmla="*/ 2134217 w 2144938"/>
              <a:gd name="connsiteY8" fmla="*/ 1382967 h 1382967"/>
              <a:gd name="connsiteX9" fmla="*/ 0 w 2144938"/>
              <a:gd name="connsiteY9" fmla="*/ 1226333 h 138296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052330"/>
              <a:gd name="connsiteY0" fmla="*/ 1226333 h 2200370"/>
              <a:gd name="connsiteX1" fmla="*/ 782021 w 2052330"/>
              <a:gd name="connsiteY1" fmla="*/ 547159 h 2200370"/>
              <a:gd name="connsiteX2" fmla="*/ 949024 w 2052330"/>
              <a:gd name="connsiteY2" fmla="*/ 26458 h 2200370"/>
              <a:gd name="connsiteX3" fmla="*/ 949025 w 2052330"/>
              <a:gd name="connsiteY3" fmla="*/ 433917 h 2200370"/>
              <a:gd name="connsiteX4" fmla="*/ 1017817 w 2052330"/>
              <a:gd name="connsiteY4" fmla="*/ 0 h 2200370"/>
              <a:gd name="connsiteX5" fmla="*/ 1016309 w 2052330"/>
              <a:gd name="connsiteY5" fmla="*/ 400326 h 2200370"/>
              <a:gd name="connsiteX6" fmla="*/ 1086610 w 2052330"/>
              <a:gd name="connsiteY6" fmla="*/ 9420 h 2200370"/>
              <a:gd name="connsiteX7" fmla="*/ 1192442 w 2052330"/>
              <a:gd name="connsiteY7" fmla="*/ 486832 h 2200370"/>
              <a:gd name="connsiteX8" fmla="*/ 2029583 w 2052330"/>
              <a:gd name="connsiteY8" fmla="*/ 1290108 h 2200370"/>
              <a:gd name="connsiteX9" fmla="*/ 1135150 w 2052330"/>
              <a:gd name="connsiteY9" fmla="*/ 2200000 h 2200370"/>
              <a:gd name="connsiteX10" fmla="*/ 0 w 2052330"/>
              <a:gd name="connsiteY10" fmla="*/ 1226333 h 2200370"/>
              <a:gd name="connsiteX0" fmla="*/ 0 w 2115562"/>
              <a:gd name="connsiteY0" fmla="*/ 1226333 h 2200000"/>
              <a:gd name="connsiteX1" fmla="*/ 782021 w 2115562"/>
              <a:gd name="connsiteY1" fmla="*/ 547159 h 2200000"/>
              <a:gd name="connsiteX2" fmla="*/ 949024 w 2115562"/>
              <a:gd name="connsiteY2" fmla="*/ 26458 h 2200000"/>
              <a:gd name="connsiteX3" fmla="*/ 949025 w 2115562"/>
              <a:gd name="connsiteY3" fmla="*/ 433917 h 2200000"/>
              <a:gd name="connsiteX4" fmla="*/ 1017817 w 2115562"/>
              <a:gd name="connsiteY4" fmla="*/ 0 h 2200000"/>
              <a:gd name="connsiteX5" fmla="*/ 1016309 w 2115562"/>
              <a:gd name="connsiteY5" fmla="*/ 400326 h 2200000"/>
              <a:gd name="connsiteX6" fmla="*/ 1086610 w 2115562"/>
              <a:gd name="connsiteY6" fmla="*/ 9420 h 2200000"/>
              <a:gd name="connsiteX7" fmla="*/ 1192442 w 2115562"/>
              <a:gd name="connsiteY7" fmla="*/ 486832 h 2200000"/>
              <a:gd name="connsiteX8" fmla="*/ 2029583 w 2115562"/>
              <a:gd name="connsiteY8" fmla="*/ 1290108 h 2200000"/>
              <a:gd name="connsiteX9" fmla="*/ 1135150 w 2115562"/>
              <a:gd name="connsiteY9" fmla="*/ 2200000 h 2200000"/>
              <a:gd name="connsiteX10" fmla="*/ 0 w 2115562"/>
              <a:gd name="connsiteY10" fmla="*/ 1226333 h 2200000"/>
              <a:gd name="connsiteX0" fmla="*/ 0 w 2115562"/>
              <a:gd name="connsiteY0" fmla="*/ 1226333 h 2200370"/>
              <a:gd name="connsiteX1" fmla="*/ 782021 w 2115562"/>
              <a:gd name="connsiteY1" fmla="*/ 547159 h 2200370"/>
              <a:gd name="connsiteX2" fmla="*/ 949024 w 2115562"/>
              <a:gd name="connsiteY2" fmla="*/ 26458 h 2200370"/>
              <a:gd name="connsiteX3" fmla="*/ 949025 w 2115562"/>
              <a:gd name="connsiteY3" fmla="*/ 433917 h 2200370"/>
              <a:gd name="connsiteX4" fmla="*/ 1017817 w 2115562"/>
              <a:gd name="connsiteY4" fmla="*/ 0 h 2200370"/>
              <a:gd name="connsiteX5" fmla="*/ 1016309 w 2115562"/>
              <a:gd name="connsiteY5" fmla="*/ 400326 h 2200370"/>
              <a:gd name="connsiteX6" fmla="*/ 1086610 w 2115562"/>
              <a:gd name="connsiteY6" fmla="*/ 9420 h 2200370"/>
              <a:gd name="connsiteX7" fmla="*/ 1192442 w 2115562"/>
              <a:gd name="connsiteY7" fmla="*/ 486832 h 2200370"/>
              <a:gd name="connsiteX8" fmla="*/ 2029583 w 2115562"/>
              <a:gd name="connsiteY8" fmla="*/ 1290108 h 2200370"/>
              <a:gd name="connsiteX9" fmla="*/ 1135150 w 2115562"/>
              <a:gd name="connsiteY9" fmla="*/ 2200000 h 2200370"/>
              <a:gd name="connsiteX10" fmla="*/ 0 w 2115562"/>
              <a:gd name="connsiteY10" fmla="*/ 1226333 h 2200370"/>
              <a:gd name="connsiteX0" fmla="*/ 91962 w 2207524"/>
              <a:gd name="connsiteY0" fmla="*/ 1226333 h 2200425"/>
              <a:gd name="connsiteX1" fmla="*/ 873983 w 2207524"/>
              <a:gd name="connsiteY1" fmla="*/ 547159 h 2200425"/>
              <a:gd name="connsiteX2" fmla="*/ 1040986 w 2207524"/>
              <a:gd name="connsiteY2" fmla="*/ 26458 h 2200425"/>
              <a:gd name="connsiteX3" fmla="*/ 1040987 w 2207524"/>
              <a:gd name="connsiteY3" fmla="*/ 433917 h 2200425"/>
              <a:gd name="connsiteX4" fmla="*/ 1109779 w 2207524"/>
              <a:gd name="connsiteY4" fmla="*/ 0 h 2200425"/>
              <a:gd name="connsiteX5" fmla="*/ 1108271 w 2207524"/>
              <a:gd name="connsiteY5" fmla="*/ 400326 h 2200425"/>
              <a:gd name="connsiteX6" fmla="*/ 1178572 w 2207524"/>
              <a:gd name="connsiteY6" fmla="*/ 9420 h 2200425"/>
              <a:gd name="connsiteX7" fmla="*/ 1284404 w 2207524"/>
              <a:gd name="connsiteY7" fmla="*/ 486832 h 2200425"/>
              <a:gd name="connsiteX8" fmla="*/ 2121545 w 2207524"/>
              <a:gd name="connsiteY8" fmla="*/ 1290108 h 2200425"/>
              <a:gd name="connsiteX9" fmla="*/ 1227112 w 2207524"/>
              <a:gd name="connsiteY9" fmla="*/ 2200000 h 2200425"/>
              <a:gd name="connsiteX10" fmla="*/ 91962 w 2207524"/>
              <a:gd name="connsiteY10" fmla="*/ 1226333 h 2200425"/>
              <a:gd name="connsiteX0" fmla="*/ 91962 w 2210837"/>
              <a:gd name="connsiteY0" fmla="*/ 1226333 h 2200425"/>
              <a:gd name="connsiteX1" fmla="*/ 873983 w 2210837"/>
              <a:gd name="connsiteY1" fmla="*/ 547159 h 2200425"/>
              <a:gd name="connsiteX2" fmla="*/ 1040986 w 2210837"/>
              <a:gd name="connsiteY2" fmla="*/ 26458 h 2200425"/>
              <a:gd name="connsiteX3" fmla="*/ 1040987 w 2210837"/>
              <a:gd name="connsiteY3" fmla="*/ 433917 h 2200425"/>
              <a:gd name="connsiteX4" fmla="*/ 1109779 w 2210837"/>
              <a:gd name="connsiteY4" fmla="*/ 0 h 2200425"/>
              <a:gd name="connsiteX5" fmla="*/ 1108271 w 2210837"/>
              <a:gd name="connsiteY5" fmla="*/ 400326 h 2200425"/>
              <a:gd name="connsiteX6" fmla="*/ 1178572 w 2210837"/>
              <a:gd name="connsiteY6" fmla="*/ 9420 h 2200425"/>
              <a:gd name="connsiteX7" fmla="*/ 1284404 w 2210837"/>
              <a:gd name="connsiteY7" fmla="*/ 486832 h 2200425"/>
              <a:gd name="connsiteX8" fmla="*/ 2125779 w 2210837"/>
              <a:gd name="connsiteY8" fmla="*/ 1294341 h 2200425"/>
              <a:gd name="connsiteX9" fmla="*/ 1227112 w 2210837"/>
              <a:gd name="connsiteY9" fmla="*/ 2200000 h 2200425"/>
              <a:gd name="connsiteX10" fmla="*/ 91962 w 2210837"/>
              <a:gd name="connsiteY10" fmla="*/ 1226333 h 2200425"/>
              <a:gd name="connsiteX0" fmla="*/ 91962 w 2210837"/>
              <a:gd name="connsiteY0" fmla="*/ 1226333 h 2200425"/>
              <a:gd name="connsiteX1" fmla="*/ 873983 w 2210837"/>
              <a:gd name="connsiteY1" fmla="*/ 547159 h 2200425"/>
              <a:gd name="connsiteX2" fmla="*/ 1040986 w 2210837"/>
              <a:gd name="connsiteY2" fmla="*/ 26458 h 2200425"/>
              <a:gd name="connsiteX3" fmla="*/ 1040987 w 2210837"/>
              <a:gd name="connsiteY3" fmla="*/ 433917 h 2200425"/>
              <a:gd name="connsiteX4" fmla="*/ 1109779 w 2210837"/>
              <a:gd name="connsiteY4" fmla="*/ 0 h 2200425"/>
              <a:gd name="connsiteX5" fmla="*/ 1108271 w 2210837"/>
              <a:gd name="connsiteY5" fmla="*/ 400326 h 2200425"/>
              <a:gd name="connsiteX6" fmla="*/ 1178572 w 2210837"/>
              <a:gd name="connsiteY6" fmla="*/ 9420 h 2200425"/>
              <a:gd name="connsiteX7" fmla="*/ 1284404 w 2210837"/>
              <a:gd name="connsiteY7" fmla="*/ 486832 h 2200425"/>
              <a:gd name="connsiteX8" fmla="*/ 2125779 w 2210837"/>
              <a:gd name="connsiteY8" fmla="*/ 1294341 h 2200425"/>
              <a:gd name="connsiteX9" fmla="*/ 1227112 w 2210837"/>
              <a:gd name="connsiteY9" fmla="*/ 2200000 h 2200425"/>
              <a:gd name="connsiteX10" fmla="*/ 91962 w 2210837"/>
              <a:gd name="connsiteY10" fmla="*/ 1226333 h 2200425"/>
              <a:gd name="connsiteX0" fmla="*/ 91962 w 2155041"/>
              <a:gd name="connsiteY0" fmla="*/ 1226333 h 2200425"/>
              <a:gd name="connsiteX1" fmla="*/ 873983 w 2155041"/>
              <a:gd name="connsiteY1" fmla="*/ 547159 h 2200425"/>
              <a:gd name="connsiteX2" fmla="*/ 1040986 w 2155041"/>
              <a:gd name="connsiteY2" fmla="*/ 26458 h 2200425"/>
              <a:gd name="connsiteX3" fmla="*/ 1040987 w 2155041"/>
              <a:gd name="connsiteY3" fmla="*/ 433917 h 2200425"/>
              <a:gd name="connsiteX4" fmla="*/ 1109779 w 2155041"/>
              <a:gd name="connsiteY4" fmla="*/ 0 h 2200425"/>
              <a:gd name="connsiteX5" fmla="*/ 1108271 w 2155041"/>
              <a:gd name="connsiteY5" fmla="*/ 400326 h 2200425"/>
              <a:gd name="connsiteX6" fmla="*/ 1178572 w 2155041"/>
              <a:gd name="connsiteY6" fmla="*/ 9420 h 2200425"/>
              <a:gd name="connsiteX7" fmla="*/ 1284404 w 2155041"/>
              <a:gd name="connsiteY7" fmla="*/ 486832 h 2200425"/>
              <a:gd name="connsiteX8" fmla="*/ 2125779 w 2155041"/>
              <a:gd name="connsiteY8" fmla="*/ 1294341 h 2200425"/>
              <a:gd name="connsiteX9" fmla="*/ 1227112 w 2155041"/>
              <a:gd name="connsiteY9" fmla="*/ 2200000 h 2200425"/>
              <a:gd name="connsiteX10" fmla="*/ 91962 w 2155041"/>
              <a:gd name="connsiteY10" fmla="*/ 1226333 h 2200425"/>
              <a:gd name="connsiteX0" fmla="*/ 91962 w 2251682"/>
              <a:gd name="connsiteY0" fmla="*/ 1226333 h 2202105"/>
              <a:gd name="connsiteX1" fmla="*/ 873983 w 2251682"/>
              <a:gd name="connsiteY1" fmla="*/ 547159 h 2202105"/>
              <a:gd name="connsiteX2" fmla="*/ 1040986 w 2251682"/>
              <a:gd name="connsiteY2" fmla="*/ 26458 h 2202105"/>
              <a:gd name="connsiteX3" fmla="*/ 1040987 w 2251682"/>
              <a:gd name="connsiteY3" fmla="*/ 433917 h 2202105"/>
              <a:gd name="connsiteX4" fmla="*/ 1109779 w 2251682"/>
              <a:gd name="connsiteY4" fmla="*/ 0 h 2202105"/>
              <a:gd name="connsiteX5" fmla="*/ 1108271 w 2251682"/>
              <a:gd name="connsiteY5" fmla="*/ 400326 h 2202105"/>
              <a:gd name="connsiteX6" fmla="*/ 1178572 w 2251682"/>
              <a:gd name="connsiteY6" fmla="*/ 9420 h 2202105"/>
              <a:gd name="connsiteX7" fmla="*/ 1284404 w 2251682"/>
              <a:gd name="connsiteY7" fmla="*/ 486832 h 2202105"/>
              <a:gd name="connsiteX8" fmla="*/ 2125779 w 2251682"/>
              <a:gd name="connsiteY8" fmla="*/ 1294341 h 2202105"/>
              <a:gd name="connsiteX9" fmla="*/ 2154144 w 2251682"/>
              <a:gd name="connsiteY9" fmla="*/ 1480736 h 2202105"/>
              <a:gd name="connsiteX10" fmla="*/ 1227112 w 2251682"/>
              <a:gd name="connsiteY10" fmla="*/ 2200000 h 2202105"/>
              <a:gd name="connsiteX11" fmla="*/ 91962 w 2251682"/>
              <a:gd name="connsiteY11" fmla="*/ 1226333 h 2202105"/>
              <a:gd name="connsiteX0" fmla="*/ 91962 w 2251682"/>
              <a:gd name="connsiteY0" fmla="*/ 1226333 h 2205558"/>
              <a:gd name="connsiteX1" fmla="*/ 873983 w 2251682"/>
              <a:gd name="connsiteY1" fmla="*/ 547159 h 2205558"/>
              <a:gd name="connsiteX2" fmla="*/ 1040986 w 2251682"/>
              <a:gd name="connsiteY2" fmla="*/ 26458 h 2205558"/>
              <a:gd name="connsiteX3" fmla="*/ 1040987 w 2251682"/>
              <a:gd name="connsiteY3" fmla="*/ 433917 h 2205558"/>
              <a:gd name="connsiteX4" fmla="*/ 1109779 w 2251682"/>
              <a:gd name="connsiteY4" fmla="*/ 0 h 2205558"/>
              <a:gd name="connsiteX5" fmla="*/ 1108271 w 2251682"/>
              <a:gd name="connsiteY5" fmla="*/ 400326 h 2205558"/>
              <a:gd name="connsiteX6" fmla="*/ 1178572 w 2251682"/>
              <a:gd name="connsiteY6" fmla="*/ 9420 h 2205558"/>
              <a:gd name="connsiteX7" fmla="*/ 1284404 w 2251682"/>
              <a:gd name="connsiteY7" fmla="*/ 486832 h 2205558"/>
              <a:gd name="connsiteX8" fmla="*/ 2125779 w 2251682"/>
              <a:gd name="connsiteY8" fmla="*/ 1294341 h 2205558"/>
              <a:gd name="connsiteX9" fmla="*/ 2154144 w 2251682"/>
              <a:gd name="connsiteY9" fmla="*/ 1480736 h 2205558"/>
              <a:gd name="connsiteX10" fmla="*/ 1227112 w 2251682"/>
              <a:gd name="connsiteY10" fmla="*/ 2200000 h 2205558"/>
              <a:gd name="connsiteX11" fmla="*/ 91962 w 2251682"/>
              <a:gd name="connsiteY11" fmla="*/ 1226333 h 2205558"/>
              <a:gd name="connsiteX0" fmla="*/ 91962 w 2251682"/>
              <a:gd name="connsiteY0" fmla="*/ 1226333 h 2205558"/>
              <a:gd name="connsiteX1" fmla="*/ 873983 w 2251682"/>
              <a:gd name="connsiteY1" fmla="*/ 547159 h 2205558"/>
              <a:gd name="connsiteX2" fmla="*/ 1040986 w 2251682"/>
              <a:gd name="connsiteY2" fmla="*/ 26458 h 2205558"/>
              <a:gd name="connsiteX3" fmla="*/ 1040987 w 2251682"/>
              <a:gd name="connsiteY3" fmla="*/ 433917 h 2205558"/>
              <a:gd name="connsiteX4" fmla="*/ 1109779 w 2251682"/>
              <a:gd name="connsiteY4" fmla="*/ 0 h 2205558"/>
              <a:gd name="connsiteX5" fmla="*/ 1108271 w 2251682"/>
              <a:gd name="connsiteY5" fmla="*/ 400326 h 2205558"/>
              <a:gd name="connsiteX6" fmla="*/ 1178572 w 2251682"/>
              <a:gd name="connsiteY6" fmla="*/ 9420 h 2205558"/>
              <a:gd name="connsiteX7" fmla="*/ 1284404 w 2251682"/>
              <a:gd name="connsiteY7" fmla="*/ 486832 h 2205558"/>
              <a:gd name="connsiteX8" fmla="*/ 2125779 w 2251682"/>
              <a:gd name="connsiteY8" fmla="*/ 1294341 h 2205558"/>
              <a:gd name="connsiteX9" fmla="*/ 2154144 w 2251682"/>
              <a:gd name="connsiteY9" fmla="*/ 1480736 h 2205558"/>
              <a:gd name="connsiteX10" fmla="*/ 1227112 w 2251682"/>
              <a:gd name="connsiteY10" fmla="*/ 2200000 h 2205558"/>
              <a:gd name="connsiteX11" fmla="*/ 91962 w 2251682"/>
              <a:gd name="connsiteY11" fmla="*/ 1226333 h 2205558"/>
              <a:gd name="connsiteX0" fmla="*/ 91962 w 2198577"/>
              <a:gd name="connsiteY0" fmla="*/ 1226333 h 2205558"/>
              <a:gd name="connsiteX1" fmla="*/ 873983 w 2198577"/>
              <a:gd name="connsiteY1" fmla="*/ 547159 h 2205558"/>
              <a:gd name="connsiteX2" fmla="*/ 1040986 w 2198577"/>
              <a:gd name="connsiteY2" fmla="*/ 26458 h 2205558"/>
              <a:gd name="connsiteX3" fmla="*/ 1040987 w 2198577"/>
              <a:gd name="connsiteY3" fmla="*/ 433917 h 2205558"/>
              <a:gd name="connsiteX4" fmla="*/ 1109779 w 2198577"/>
              <a:gd name="connsiteY4" fmla="*/ 0 h 2205558"/>
              <a:gd name="connsiteX5" fmla="*/ 1108271 w 2198577"/>
              <a:gd name="connsiteY5" fmla="*/ 400326 h 2205558"/>
              <a:gd name="connsiteX6" fmla="*/ 1178572 w 2198577"/>
              <a:gd name="connsiteY6" fmla="*/ 9420 h 2205558"/>
              <a:gd name="connsiteX7" fmla="*/ 1284404 w 2198577"/>
              <a:gd name="connsiteY7" fmla="*/ 486832 h 2205558"/>
              <a:gd name="connsiteX8" fmla="*/ 2125779 w 2198577"/>
              <a:gd name="connsiteY8" fmla="*/ 1294341 h 2205558"/>
              <a:gd name="connsiteX9" fmla="*/ 2154144 w 2198577"/>
              <a:gd name="connsiteY9" fmla="*/ 1480736 h 2205558"/>
              <a:gd name="connsiteX10" fmla="*/ 1227112 w 2198577"/>
              <a:gd name="connsiteY10" fmla="*/ 2200000 h 2205558"/>
              <a:gd name="connsiteX11" fmla="*/ 91962 w 2198577"/>
              <a:gd name="connsiteY11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5779 w 2159953"/>
              <a:gd name="connsiteY8" fmla="*/ 1294341 h 2205558"/>
              <a:gd name="connsiteX9" fmla="*/ 2154144 w 2159953"/>
              <a:gd name="connsiteY9" fmla="*/ 1480736 h 2205558"/>
              <a:gd name="connsiteX10" fmla="*/ 1227112 w 2159953"/>
              <a:gd name="connsiteY10" fmla="*/ 2200000 h 2205558"/>
              <a:gd name="connsiteX11" fmla="*/ 91962 w 2159953"/>
              <a:gd name="connsiteY11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5779 w 2159953"/>
              <a:gd name="connsiteY8" fmla="*/ 1294341 h 2205558"/>
              <a:gd name="connsiteX9" fmla="*/ 2154144 w 2159953"/>
              <a:gd name="connsiteY9" fmla="*/ 1480736 h 2205558"/>
              <a:gd name="connsiteX10" fmla="*/ 1227112 w 2159953"/>
              <a:gd name="connsiteY10" fmla="*/ 2200000 h 2205558"/>
              <a:gd name="connsiteX11" fmla="*/ 91962 w 2159953"/>
              <a:gd name="connsiteY11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0185 w 2159953"/>
              <a:gd name="connsiteY8" fmla="*/ 1212458 h 2205558"/>
              <a:gd name="connsiteX9" fmla="*/ 2125779 w 2159953"/>
              <a:gd name="connsiteY9" fmla="*/ 1294341 h 2205558"/>
              <a:gd name="connsiteX10" fmla="*/ 2154144 w 2159953"/>
              <a:gd name="connsiteY10" fmla="*/ 1480736 h 2205558"/>
              <a:gd name="connsiteX11" fmla="*/ 1227112 w 2159953"/>
              <a:gd name="connsiteY11" fmla="*/ 2200000 h 2205558"/>
              <a:gd name="connsiteX12" fmla="*/ 91962 w 2159953"/>
              <a:gd name="connsiteY12" fmla="*/ 1226333 h 2205558"/>
              <a:gd name="connsiteX0" fmla="*/ 91962 w 2248968"/>
              <a:gd name="connsiteY0" fmla="*/ 1226333 h 2205558"/>
              <a:gd name="connsiteX1" fmla="*/ 873983 w 2248968"/>
              <a:gd name="connsiteY1" fmla="*/ 547159 h 2205558"/>
              <a:gd name="connsiteX2" fmla="*/ 1040986 w 2248968"/>
              <a:gd name="connsiteY2" fmla="*/ 26458 h 2205558"/>
              <a:gd name="connsiteX3" fmla="*/ 1040987 w 2248968"/>
              <a:gd name="connsiteY3" fmla="*/ 433917 h 2205558"/>
              <a:gd name="connsiteX4" fmla="*/ 1109779 w 2248968"/>
              <a:gd name="connsiteY4" fmla="*/ 0 h 2205558"/>
              <a:gd name="connsiteX5" fmla="*/ 1108271 w 2248968"/>
              <a:gd name="connsiteY5" fmla="*/ 400326 h 2205558"/>
              <a:gd name="connsiteX6" fmla="*/ 1178572 w 2248968"/>
              <a:gd name="connsiteY6" fmla="*/ 9420 h 2205558"/>
              <a:gd name="connsiteX7" fmla="*/ 1284404 w 2248968"/>
              <a:gd name="connsiteY7" fmla="*/ 486832 h 2205558"/>
              <a:gd name="connsiteX8" fmla="*/ 2120185 w 2248968"/>
              <a:gd name="connsiteY8" fmla="*/ 1212458 h 2205558"/>
              <a:gd name="connsiteX9" fmla="*/ 2154144 w 2248968"/>
              <a:gd name="connsiteY9" fmla="*/ 1480736 h 2205558"/>
              <a:gd name="connsiteX10" fmla="*/ 1227112 w 2248968"/>
              <a:gd name="connsiteY10" fmla="*/ 2200000 h 2205558"/>
              <a:gd name="connsiteX11" fmla="*/ 91962 w 2248968"/>
              <a:gd name="connsiteY11" fmla="*/ 1226333 h 2205558"/>
              <a:gd name="connsiteX0" fmla="*/ 91962 w 2250985"/>
              <a:gd name="connsiteY0" fmla="*/ 1226333 h 2205558"/>
              <a:gd name="connsiteX1" fmla="*/ 873983 w 2250985"/>
              <a:gd name="connsiteY1" fmla="*/ 547159 h 2205558"/>
              <a:gd name="connsiteX2" fmla="*/ 1040986 w 2250985"/>
              <a:gd name="connsiteY2" fmla="*/ 26458 h 2205558"/>
              <a:gd name="connsiteX3" fmla="*/ 1040987 w 2250985"/>
              <a:gd name="connsiteY3" fmla="*/ 433917 h 2205558"/>
              <a:gd name="connsiteX4" fmla="*/ 1109779 w 2250985"/>
              <a:gd name="connsiteY4" fmla="*/ 0 h 2205558"/>
              <a:gd name="connsiteX5" fmla="*/ 1108271 w 2250985"/>
              <a:gd name="connsiteY5" fmla="*/ 400326 h 2205558"/>
              <a:gd name="connsiteX6" fmla="*/ 1178572 w 2250985"/>
              <a:gd name="connsiteY6" fmla="*/ 9420 h 2205558"/>
              <a:gd name="connsiteX7" fmla="*/ 1284404 w 2250985"/>
              <a:gd name="connsiteY7" fmla="*/ 486832 h 2205558"/>
              <a:gd name="connsiteX8" fmla="*/ 2120185 w 2250985"/>
              <a:gd name="connsiteY8" fmla="*/ 1212458 h 2205558"/>
              <a:gd name="connsiteX9" fmla="*/ 2157540 w 2250985"/>
              <a:gd name="connsiteY9" fmla="*/ 1480736 h 2205558"/>
              <a:gd name="connsiteX10" fmla="*/ 1227112 w 2250985"/>
              <a:gd name="connsiteY10" fmla="*/ 2200000 h 2205558"/>
              <a:gd name="connsiteX11" fmla="*/ 91962 w 2250985"/>
              <a:gd name="connsiteY11" fmla="*/ 1226333 h 2205558"/>
              <a:gd name="connsiteX0" fmla="*/ 91962 w 2200909"/>
              <a:gd name="connsiteY0" fmla="*/ 1226333 h 2205558"/>
              <a:gd name="connsiteX1" fmla="*/ 873983 w 2200909"/>
              <a:gd name="connsiteY1" fmla="*/ 547159 h 2205558"/>
              <a:gd name="connsiteX2" fmla="*/ 1040986 w 2200909"/>
              <a:gd name="connsiteY2" fmla="*/ 26458 h 2205558"/>
              <a:gd name="connsiteX3" fmla="*/ 1040987 w 2200909"/>
              <a:gd name="connsiteY3" fmla="*/ 433917 h 2205558"/>
              <a:gd name="connsiteX4" fmla="*/ 1109779 w 2200909"/>
              <a:gd name="connsiteY4" fmla="*/ 0 h 2205558"/>
              <a:gd name="connsiteX5" fmla="*/ 1108271 w 2200909"/>
              <a:gd name="connsiteY5" fmla="*/ 400326 h 2205558"/>
              <a:gd name="connsiteX6" fmla="*/ 1178572 w 2200909"/>
              <a:gd name="connsiteY6" fmla="*/ 9420 h 2205558"/>
              <a:gd name="connsiteX7" fmla="*/ 1284404 w 2200909"/>
              <a:gd name="connsiteY7" fmla="*/ 486832 h 2205558"/>
              <a:gd name="connsiteX8" fmla="*/ 2120185 w 2200909"/>
              <a:gd name="connsiteY8" fmla="*/ 1212458 h 2205558"/>
              <a:gd name="connsiteX9" fmla="*/ 2157540 w 2200909"/>
              <a:gd name="connsiteY9" fmla="*/ 1480736 h 2205558"/>
              <a:gd name="connsiteX10" fmla="*/ 1227112 w 2200909"/>
              <a:gd name="connsiteY10" fmla="*/ 2200000 h 2205558"/>
              <a:gd name="connsiteX11" fmla="*/ 91962 w 2200909"/>
              <a:gd name="connsiteY11" fmla="*/ 1226333 h 2205558"/>
              <a:gd name="connsiteX0" fmla="*/ 91962 w 2163320"/>
              <a:gd name="connsiteY0" fmla="*/ 1226333 h 2205558"/>
              <a:gd name="connsiteX1" fmla="*/ 873983 w 2163320"/>
              <a:gd name="connsiteY1" fmla="*/ 547159 h 2205558"/>
              <a:gd name="connsiteX2" fmla="*/ 1040986 w 2163320"/>
              <a:gd name="connsiteY2" fmla="*/ 26458 h 2205558"/>
              <a:gd name="connsiteX3" fmla="*/ 1040987 w 2163320"/>
              <a:gd name="connsiteY3" fmla="*/ 433917 h 2205558"/>
              <a:gd name="connsiteX4" fmla="*/ 1109779 w 2163320"/>
              <a:gd name="connsiteY4" fmla="*/ 0 h 2205558"/>
              <a:gd name="connsiteX5" fmla="*/ 1108271 w 2163320"/>
              <a:gd name="connsiteY5" fmla="*/ 400326 h 2205558"/>
              <a:gd name="connsiteX6" fmla="*/ 1178572 w 2163320"/>
              <a:gd name="connsiteY6" fmla="*/ 9420 h 2205558"/>
              <a:gd name="connsiteX7" fmla="*/ 1284404 w 2163320"/>
              <a:gd name="connsiteY7" fmla="*/ 486832 h 2205558"/>
              <a:gd name="connsiteX8" fmla="*/ 2120185 w 2163320"/>
              <a:gd name="connsiteY8" fmla="*/ 1212458 h 2205558"/>
              <a:gd name="connsiteX9" fmla="*/ 2157540 w 2163320"/>
              <a:gd name="connsiteY9" fmla="*/ 1480736 h 2205558"/>
              <a:gd name="connsiteX10" fmla="*/ 1227112 w 2163320"/>
              <a:gd name="connsiteY10" fmla="*/ 2200000 h 2205558"/>
              <a:gd name="connsiteX11" fmla="*/ 91962 w 2163320"/>
              <a:gd name="connsiteY11" fmla="*/ 1226333 h 2205558"/>
              <a:gd name="connsiteX0" fmla="*/ 91962 w 2163322"/>
              <a:gd name="connsiteY0" fmla="*/ 1226333 h 2205558"/>
              <a:gd name="connsiteX1" fmla="*/ 873983 w 2163322"/>
              <a:gd name="connsiteY1" fmla="*/ 547159 h 2205558"/>
              <a:gd name="connsiteX2" fmla="*/ 1040986 w 2163322"/>
              <a:gd name="connsiteY2" fmla="*/ 26458 h 2205558"/>
              <a:gd name="connsiteX3" fmla="*/ 1040987 w 2163322"/>
              <a:gd name="connsiteY3" fmla="*/ 433917 h 2205558"/>
              <a:gd name="connsiteX4" fmla="*/ 1109779 w 2163322"/>
              <a:gd name="connsiteY4" fmla="*/ 0 h 2205558"/>
              <a:gd name="connsiteX5" fmla="*/ 1108271 w 2163322"/>
              <a:gd name="connsiteY5" fmla="*/ 400326 h 2205558"/>
              <a:gd name="connsiteX6" fmla="*/ 1178572 w 2163322"/>
              <a:gd name="connsiteY6" fmla="*/ 9420 h 2205558"/>
              <a:gd name="connsiteX7" fmla="*/ 1284404 w 2163322"/>
              <a:gd name="connsiteY7" fmla="*/ 486832 h 2205558"/>
              <a:gd name="connsiteX8" fmla="*/ 2120185 w 2163322"/>
              <a:gd name="connsiteY8" fmla="*/ 1212458 h 2205558"/>
              <a:gd name="connsiteX9" fmla="*/ 2157540 w 2163322"/>
              <a:gd name="connsiteY9" fmla="*/ 1480736 h 2205558"/>
              <a:gd name="connsiteX10" fmla="*/ 1227112 w 2163322"/>
              <a:gd name="connsiteY10" fmla="*/ 2200000 h 2205558"/>
              <a:gd name="connsiteX11" fmla="*/ 91962 w 2163322"/>
              <a:gd name="connsiteY11" fmla="*/ 1226333 h 2205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63322" h="2205558">
                <a:moveTo>
                  <a:pt x="91962" y="1226333"/>
                </a:moveTo>
                <a:cubicBezTo>
                  <a:pt x="335703" y="820731"/>
                  <a:pt x="659876" y="694528"/>
                  <a:pt x="873983" y="547159"/>
                </a:cubicBezTo>
                <a:cubicBezTo>
                  <a:pt x="1008518" y="443665"/>
                  <a:pt x="1042786" y="203199"/>
                  <a:pt x="1040986" y="26458"/>
                </a:cubicBezTo>
                <a:cubicBezTo>
                  <a:pt x="1092103" y="240770"/>
                  <a:pt x="1031780" y="326284"/>
                  <a:pt x="1040987" y="433917"/>
                </a:cubicBezTo>
                <a:cubicBezTo>
                  <a:pt x="1063564" y="336021"/>
                  <a:pt x="1104915" y="145299"/>
                  <a:pt x="1109779" y="0"/>
                </a:cubicBezTo>
                <a:cubicBezTo>
                  <a:pt x="1150627" y="178553"/>
                  <a:pt x="1105978" y="248825"/>
                  <a:pt x="1108271" y="400326"/>
                </a:cubicBezTo>
                <a:cubicBezTo>
                  <a:pt x="1136714" y="282618"/>
                  <a:pt x="1185054" y="249895"/>
                  <a:pt x="1178572" y="9420"/>
                </a:cubicBezTo>
                <a:cubicBezTo>
                  <a:pt x="1219569" y="247323"/>
                  <a:pt x="1184945" y="325817"/>
                  <a:pt x="1284404" y="486832"/>
                </a:cubicBezTo>
                <a:cubicBezTo>
                  <a:pt x="1442472" y="695828"/>
                  <a:pt x="1915431" y="721302"/>
                  <a:pt x="2120185" y="1212458"/>
                </a:cubicBezTo>
                <a:cubicBezTo>
                  <a:pt x="2142888" y="1296608"/>
                  <a:pt x="2173945" y="1401044"/>
                  <a:pt x="2157540" y="1480736"/>
                </a:cubicBezTo>
                <a:cubicBezTo>
                  <a:pt x="2231893" y="2045981"/>
                  <a:pt x="1570809" y="2242401"/>
                  <a:pt x="1227112" y="2200000"/>
                </a:cubicBezTo>
                <a:cubicBezTo>
                  <a:pt x="-31804" y="2218344"/>
                  <a:pt x="-126555" y="1639789"/>
                  <a:pt x="91962" y="1226333"/>
                </a:cubicBezTo>
                <a:close/>
              </a:path>
            </a:pathLst>
          </a:custGeom>
          <a:solidFill>
            <a:srgbClr val="9A4D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6E06F93-5EDF-487F-B96E-26965DAFF172}"/>
              </a:ext>
            </a:extLst>
          </p:cNvPr>
          <p:cNvSpPr/>
          <p:nvPr/>
        </p:nvSpPr>
        <p:spPr>
          <a:xfrm>
            <a:off x="1264782" y="3323512"/>
            <a:ext cx="827533" cy="827671"/>
          </a:xfrm>
          <a:custGeom>
            <a:avLst/>
            <a:gdLst>
              <a:gd name="connsiteX0" fmla="*/ 0 w 1319754"/>
              <a:gd name="connsiteY0" fmla="*/ 659877 h 1319754"/>
              <a:gd name="connsiteX1" fmla="*/ 659877 w 1319754"/>
              <a:gd name="connsiteY1" fmla="*/ 0 h 1319754"/>
              <a:gd name="connsiteX2" fmla="*/ 1319754 w 1319754"/>
              <a:gd name="connsiteY2" fmla="*/ 659877 h 1319754"/>
              <a:gd name="connsiteX3" fmla="*/ 659877 w 1319754"/>
              <a:gd name="connsiteY3" fmla="*/ 1319754 h 1319754"/>
              <a:gd name="connsiteX4" fmla="*/ 0 w 1319754"/>
              <a:gd name="connsiteY4" fmla="*/ 659877 h 1319754"/>
              <a:gd name="connsiteX0" fmla="*/ 312210 w 1631964"/>
              <a:gd name="connsiteY0" fmla="*/ 1461156 h 2121033"/>
              <a:gd name="connsiteX1" fmla="*/ 151955 w 1631964"/>
              <a:gd name="connsiteY1" fmla="*/ 0 h 2121033"/>
              <a:gd name="connsiteX2" fmla="*/ 1631964 w 1631964"/>
              <a:gd name="connsiteY2" fmla="*/ 1461156 h 2121033"/>
              <a:gd name="connsiteX3" fmla="*/ 972087 w 1631964"/>
              <a:gd name="connsiteY3" fmla="*/ 2121033 h 2121033"/>
              <a:gd name="connsiteX4" fmla="*/ 312210 w 1631964"/>
              <a:gd name="connsiteY4" fmla="*/ 1461156 h 2121033"/>
              <a:gd name="connsiteX0" fmla="*/ 381484 w 2780520"/>
              <a:gd name="connsiteY0" fmla="*/ 1461156 h 2950591"/>
              <a:gd name="connsiteX1" fmla="*/ 221229 w 2780520"/>
              <a:gd name="connsiteY1" fmla="*/ 0 h 2950591"/>
              <a:gd name="connsiteX2" fmla="*/ 1701238 w 2780520"/>
              <a:gd name="connsiteY2" fmla="*/ 1461156 h 2950591"/>
              <a:gd name="connsiteX3" fmla="*/ 2719332 w 2780520"/>
              <a:gd name="connsiteY3" fmla="*/ 2950591 h 2950591"/>
              <a:gd name="connsiteX4" fmla="*/ 381484 w 2780520"/>
              <a:gd name="connsiteY4" fmla="*/ 1461156 h 2950591"/>
              <a:gd name="connsiteX0" fmla="*/ 330782 w 2675316"/>
              <a:gd name="connsiteY0" fmla="*/ 2262878 h 2989212"/>
              <a:gd name="connsiteX1" fmla="*/ 151673 w 2675316"/>
              <a:gd name="connsiteY1" fmla="*/ 9870 h 2989212"/>
              <a:gd name="connsiteX2" fmla="*/ 1631682 w 2675316"/>
              <a:gd name="connsiteY2" fmla="*/ 1471026 h 2989212"/>
              <a:gd name="connsiteX3" fmla="*/ 2649776 w 2675316"/>
              <a:gd name="connsiteY3" fmla="*/ 2960461 h 2989212"/>
              <a:gd name="connsiteX4" fmla="*/ 330782 w 2675316"/>
              <a:gd name="connsiteY4" fmla="*/ 2262878 h 2989212"/>
              <a:gd name="connsiteX0" fmla="*/ 409543 w 2617748"/>
              <a:gd name="connsiteY0" fmla="*/ 2320763 h 2997577"/>
              <a:gd name="connsiteX1" fmla="*/ 98459 w 2617748"/>
              <a:gd name="connsiteY1" fmla="*/ 11194 h 2997577"/>
              <a:gd name="connsiteX2" fmla="*/ 1578468 w 2617748"/>
              <a:gd name="connsiteY2" fmla="*/ 1472350 h 2997577"/>
              <a:gd name="connsiteX3" fmla="*/ 2596562 w 2617748"/>
              <a:gd name="connsiteY3" fmla="*/ 2961785 h 2997577"/>
              <a:gd name="connsiteX4" fmla="*/ 409543 w 2617748"/>
              <a:gd name="connsiteY4" fmla="*/ 2320763 h 2997577"/>
              <a:gd name="connsiteX0" fmla="*/ 536083 w 2744288"/>
              <a:gd name="connsiteY0" fmla="*/ 2309611 h 2973809"/>
              <a:gd name="connsiteX1" fmla="*/ 36463 w 2744288"/>
              <a:gd name="connsiteY1" fmla="*/ 1508332 h 2973809"/>
              <a:gd name="connsiteX2" fmla="*/ 224999 w 2744288"/>
              <a:gd name="connsiteY2" fmla="*/ 42 h 2973809"/>
              <a:gd name="connsiteX3" fmla="*/ 1705008 w 2744288"/>
              <a:gd name="connsiteY3" fmla="*/ 1461198 h 2973809"/>
              <a:gd name="connsiteX4" fmla="*/ 2723102 w 2744288"/>
              <a:gd name="connsiteY4" fmla="*/ 2950633 h 2973809"/>
              <a:gd name="connsiteX5" fmla="*/ 536083 w 2744288"/>
              <a:gd name="connsiteY5" fmla="*/ 2309611 h 2973809"/>
              <a:gd name="connsiteX0" fmla="*/ 1346789 w 2725493"/>
              <a:gd name="connsiteY0" fmla="*/ 2771524 h 3054677"/>
              <a:gd name="connsiteX1" fmla="*/ 36463 w 2725493"/>
              <a:gd name="connsiteY1" fmla="*/ 1508332 h 3054677"/>
              <a:gd name="connsiteX2" fmla="*/ 224999 w 2725493"/>
              <a:gd name="connsiteY2" fmla="*/ 42 h 3054677"/>
              <a:gd name="connsiteX3" fmla="*/ 1705008 w 2725493"/>
              <a:gd name="connsiteY3" fmla="*/ 1461198 h 3054677"/>
              <a:gd name="connsiteX4" fmla="*/ 2723102 w 2725493"/>
              <a:gd name="connsiteY4" fmla="*/ 2950633 h 3054677"/>
              <a:gd name="connsiteX5" fmla="*/ 1346789 w 2725493"/>
              <a:gd name="connsiteY5" fmla="*/ 2771524 h 3054677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3102"/>
              <a:gd name="connsiteY0" fmla="*/ 2771524 h 3048604"/>
              <a:gd name="connsiteX1" fmla="*/ 36463 w 2723102"/>
              <a:gd name="connsiteY1" fmla="*/ 1508332 h 3048604"/>
              <a:gd name="connsiteX2" fmla="*/ 224999 w 2723102"/>
              <a:gd name="connsiteY2" fmla="*/ 42 h 3048604"/>
              <a:gd name="connsiteX3" fmla="*/ 1705008 w 2723102"/>
              <a:gd name="connsiteY3" fmla="*/ 1461198 h 3048604"/>
              <a:gd name="connsiteX4" fmla="*/ 2723102 w 2723102"/>
              <a:gd name="connsiteY4" fmla="*/ 2950633 h 3048604"/>
              <a:gd name="connsiteX5" fmla="*/ 1346789 w 2723102"/>
              <a:gd name="connsiteY5" fmla="*/ 2771524 h 3048604"/>
              <a:gd name="connsiteX0" fmla="*/ 1323437 w 2699750"/>
              <a:gd name="connsiteY0" fmla="*/ 2772566 h 3049646"/>
              <a:gd name="connsiteX1" fmla="*/ 13111 w 2699750"/>
              <a:gd name="connsiteY1" fmla="*/ 1509374 h 3049646"/>
              <a:gd name="connsiteX2" fmla="*/ 201647 w 2699750"/>
              <a:gd name="connsiteY2" fmla="*/ 1084 h 3049646"/>
              <a:gd name="connsiteX3" fmla="*/ 795536 w 2699750"/>
              <a:gd name="connsiteY3" fmla="*/ 1283131 h 3049646"/>
              <a:gd name="connsiteX4" fmla="*/ 2699750 w 2699750"/>
              <a:gd name="connsiteY4" fmla="*/ 2951675 h 3049646"/>
              <a:gd name="connsiteX5" fmla="*/ 1323437 w 2699750"/>
              <a:gd name="connsiteY5" fmla="*/ 2772566 h 3049646"/>
              <a:gd name="connsiteX0" fmla="*/ 1323437 w 2702394"/>
              <a:gd name="connsiteY0" fmla="*/ 2772559 h 3049639"/>
              <a:gd name="connsiteX1" fmla="*/ 13111 w 2702394"/>
              <a:gd name="connsiteY1" fmla="*/ 1509367 h 3049639"/>
              <a:gd name="connsiteX2" fmla="*/ 201647 w 2702394"/>
              <a:gd name="connsiteY2" fmla="*/ 1077 h 3049639"/>
              <a:gd name="connsiteX3" fmla="*/ 795536 w 2702394"/>
              <a:gd name="connsiteY3" fmla="*/ 1283124 h 3049639"/>
              <a:gd name="connsiteX4" fmla="*/ 1794778 w 2702394"/>
              <a:gd name="connsiteY4" fmla="*/ 2282365 h 3049639"/>
              <a:gd name="connsiteX5" fmla="*/ 2699750 w 2702394"/>
              <a:gd name="connsiteY5" fmla="*/ 2951668 h 3049639"/>
              <a:gd name="connsiteX6" fmla="*/ 1323437 w 2702394"/>
              <a:gd name="connsiteY6" fmla="*/ 2772559 h 3049639"/>
              <a:gd name="connsiteX0" fmla="*/ 1323437 w 2749356"/>
              <a:gd name="connsiteY0" fmla="*/ 2772559 h 3028516"/>
              <a:gd name="connsiteX1" fmla="*/ 13111 w 2749356"/>
              <a:gd name="connsiteY1" fmla="*/ 1509367 h 3028516"/>
              <a:gd name="connsiteX2" fmla="*/ 201647 w 2749356"/>
              <a:gd name="connsiteY2" fmla="*/ 1077 h 3028516"/>
              <a:gd name="connsiteX3" fmla="*/ 795536 w 2749356"/>
              <a:gd name="connsiteY3" fmla="*/ 1283124 h 3028516"/>
              <a:gd name="connsiteX4" fmla="*/ 1794778 w 2749356"/>
              <a:gd name="connsiteY4" fmla="*/ 2282365 h 3028516"/>
              <a:gd name="connsiteX5" fmla="*/ 2746884 w 2749356"/>
              <a:gd name="connsiteY5" fmla="*/ 2923388 h 3028516"/>
              <a:gd name="connsiteX6" fmla="*/ 1323437 w 2749356"/>
              <a:gd name="connsiteY6" fmla="*/ 2772559 h 3028516"/>
              <a:gd name="connsiteX0" fmla="*/ 1323437 w 2747022"/>
              <a:gd name="connsiteY0" fmla="*/ 2772559 h 3028516"/>
              <a:gd name="connsiteX1" fmla="*/ 13111 w 2747022"/>
              <a:gd name="connsiteY1" fmla="*/ 1509367 h 3028516"/>
              <a:gd name="connsiteX2" fmla="*/ 201647 w 2747022"/>
              <a:gd name="connsiteY2" fmla="*/ 1077 h 3028516"/>
              <a:gd name="connsiteX3" fmla="*/ 795536 w 2747022"/>
              <a:gd name="connsiteY3" fmla="*/ 1283124 h 3028516"/>
              <a:gd name="connsiteX4" fmla="*/ 1794778 w 2747022"/>
              <a:gd name="connsiteY4" fmla="*/ 2282365 h 3028516"/>
              <a:gd name="connsiteX5" fmla="*/ 2746884 w 2747022"/>
              <a:gd name="connsiteY5" fmla="*/ 2923388 h 3028516"/>
              <a:gd name="connsiteX6" fmla="*/ 1323437 w 2747022"/>
              <a:gd name="connsiteY6" fmla="*/ 2772559 h 3028516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213289"/>
              <a:gd name="connsiteY0" fmla="*/ 2839940 h 3095897"/>
              <a:gd name="connsiteX1" fmla="*/ 297364 w 3213289"/>
              <a:gd name="connsiteY1" fmla="*/ 1576748 h 3095897"/>
              <a:gd name="connsiteX2" fmla="*/ 5134 w 3213289"/>
              <a:gd name="connsiteY2" fmla="*/ 322983 h 3095897"/>
              <a:gd name="connsiteX3" fmla="*/ 485900 w 3213289"/>
              <a:gd name="connsiteY3" fmla="*/ 68458 h 3095897"/>
              <a:gd name="connsiteX4" fmla="*/ 1079789 w 3213289"/>
              <a:gd name="connsiteY4" fmla="*/ 1350505 h 3095897"/>
              <a:gd name="connsiteX5" fmla="*/ 2531517 w 3213289"/>
              <a:gd name="connsiteY5" fmla="*/ 2538282 h 3095897"/>
              <a:gd name="connsiteX6" fmla="*/ 3031137 w 3213289"/>
              <a:gd name="connsiteY6" fmla="*/ 2990769 h 3095897"/>
              <a:gd name="connsiteX7" fmla="*/ 1607690 w 3213289"/>
              <a:gd name="connsiteY7" fmla="*/ 2839940 h 3095897"/>
              <a:gd name="connsiteX0" fmla="*/ 1607690 w 3213289"/>
              <a:gd name="connsiteY0" fmla="*/ 2839940 h 3049834"/>
              <a:gd name="connsiteX1" fmla="*/ 297364 w 3213289"/>
              <a:gd name="connsiteY1" fmla="*/ 1576748 h 3049834"/>
              <a:gd name="connsiteX2" fmla="*/ 5134 w 3213289"/>
              <a:gd name="connsiteY2" fmla="*/ 322983 h 3049834"/>
              <a:gd name="connsiteX3" fmla="*/ 485900 w 3213289"/>
              <a:gd name="connsiteY3" fmla="*/ 68458 h 3049834"/>
              <a:gd name="connsiteX4" fmla="*/ 1079789 w 3213289"/>
              <a:gd name="connsiteY4" fmla="*/ 1350505 h 3049834"/>
              <a:gd name="connsiteX5" fmla="*/ 2531517 w 3213289"/>
              <a:gd name="connsiteY5" fmla="*/ 2538282 h 3049834"/>
              <a:gd name="connsiteX6" fmla="*/ 3031137 w 3213289"/>
              <a:gd name="connsiteY6" fmla="*/ 2990769 h 3049834"/>
              <a:gd name="connsiteX7" fmla="*/ 1607690 w 3213289"/>
              <a:gd name="connsiteY7" fmla="*/ 2839940 h 3049834"/>
              <a:gd name="connsiteX0" fmla="*/ 1609561 w 3215160"/>
              <a:gd name="connsiteY0" fmla="*/ 2833575 h 3043469"/>
              <a:gd name="connsiteX1" fmla="*/ 299235 w 3215160"/>
              <a:gd name="connsiteY1" fmla="*/ 1570383 h 3043469"/>
              <a:gd name="connsiteX2" fmla="*/ 7005 w 3215160"/>
              <a:gd name="connsiteY2" fmla="*/ 316618 h 3043469"/>
              <a:gd name="connsiteX3" fmla="*/ 120127 w 3215160"/>
              <a:gd name="connsiteY3" fmla="*/ 212924 h 3043469"/>
              <a:gd name="connsiteX4" fmla="*/ 487771 w 3215160"/>
              <a:gd name="connsiteY4" fmla="*/ 62093 h 3043469"/>
              <a:gd name="connsiteX5" fmla="*/ 1081660 w 3215160"/>
              <a:gd name="connsiteY5" fmla="*/ 1344140 h 3043469"/>
              <a:gd name="connsiteX6" fmla="*/ 2533388 w 3215160"/>
              <a:gd name="connsiteY6" fmla="*/ 2531917 h 3043469"/>
              <a:gd name="connsiteX7" fmla="*/ 3033008 w 3215160"/>
              <a:gd name="connsiteY7" fmla="*/ 2984404 h 3043469"/>
              <a:gd name="connsiteX8" fmla="*/ 1609561 w 3215160"/>
              <a:gd name="connsiteY8" fmla="*/ 2833575 h 3043469"/>
              <a:gd name="connsiteX0" fmla="*/ 1609561 w 3215160"/>
              <a:gd name="connsiteY0" fmla="*/ 2874965 h 3084859"/>
              <a:gd name="connsiteX1" fmla="*/ 299235 w 3215160"/>
              <a:gd name="connsiteY1" fmla="*/ 1611773 h 3084859"/>
              <a:gd name="connsiteX2" fmla="*/ 7005 w 3215160"/>
              <a:gd name="connsiteY2" fmla="*/ 358008 h 3084859"/>
              <a:gd name="connsiteX3" fmla="*/ 120127 w 3215160"/>
              <a:gd name="connsiteY3" fmla="*/ 254314 h 3084859"/>
              <a:gd name="connsiteX4" fmla="*/ 487771 w 3215160"/>
              <a:gd name="connsiteY4" fmla="*/ 103483 h 3084859"/>
              <a:gd name="connsiteX5" fmla="*/ 1081660 w 3215160"/>
              <a:gd name="connsiteY5" fmla="*/ 1385530 h 3084859"/>
              <a:gd name="connsiteX6" fmla="*/ 2533388 w 3215160"/>
              <a:gd name="connsiteY6" fmla="*/ 2573307 h 3084859"/>
              <a:gd name="connsiteX7" fmla="*/ 3033008 w 3215160"/>
              <a:gd name="connsiteY7" fmla="*/ 3025794 h 3084859"/>
              <a:gd name="connsiteX8" fmla="*/ 1609561 w 3215160"/>
              <a:gd name="connsiteY8" fmla="*/ 2874965 h 3084859"/>
              <a:gd name="connsiteX0" fmla="*/ 1610078 w 3215677"/>
              <a:gd name="connsiteY0" fmla="*/ 2982101 h 3191995"/>
              <a:gd name="connsiteX1" fmla="*/ 299752 w 3215677"/>
              <a:gd name="connsiteY1" fmla="*/ 1718909 h 3191995"/>
              <a:gd name="connsiteX2" fmla="*/ 7522 w 3215677"/>
              <a:gd name="connsiteY2" fmla="*/ 465144 h 3191995"/>
              <a:gd name="connsiteX3" fmla="*/ 114294 w 3215677"/>
              <a:gd name="connsiteY3" fmla="*/ 158250 h 3191995"/>
              <a:gd name="connsiteX4" fmla="*/ 488288 w 3215677"/>
              <a:gd name="connsiteY4" fmla="*/ 210619 h 3191995"/>
              <a:gd name="connsiteX5" fmla="*/ 1082177 w 3215677"/>
              <a:gd name="connsiteY5" fmla="*/ 1492666 h 3191995"/>
              <a:gd name="connsiteX6" fmla="*/ 2533905 w 3215677"/>
              <a:gd name="connsiteY6" fmla="*/ 2680443 h 3191995"/>
              <a:gd name="connsiteX7" fmla="*/ 3033525 w 3215677"/>
              <a:gd name="connsiteY7" fmla="*/ 3132930 h 3191995"/>
              <a:gd name="connsiteX8" fmla="*/ 1610078 w 3215677"/>
              <a:gd name="connsiteY8" fmla="*/ 2982101 h 3191995"/>
              <a:gd name="connsiteX0" fmla="*/ 1610078 w 3215677"/>
              <a:gd name="connsiteY0" fmla="*/ 2976093 h 3185987"/>
              <a:gd name="connsiteX1" fmla="*/ 299752 w 3215677"/>
              <a:gd name="connsiteY1" fmla="*/ 1712901 h 3185987"/>
              <a:gd name="connsiteX2" fmla="*/ 7522 w 3215677"/>
              <a:gd name="connsiteY2" fmla="*/ 459136 h 3185987"/>
              <a:gd name="connsiteX3" fmla="*/ 114294 w 3215677"/>
              <a:gd name="connsiteY3" fmla="*/ 152242 h 3185987"/>
              <a:gd name="connsiteX4" fmla="*/ 195012 w 3215677"/>
              <a:gd name="connsiteY4" fmla="*/ 628 h 3185987"/>
              <a:gd name="connsiteX5" fmla="*/ 488288 w 3215677"/>
              <a:gd name="connsiteY5" fmla="*/ 204611 h 3185987"/>
              <a:gd name="connsiteX6" fmla="*/ 1082177 w 3215677"/>
              <a:gd name="connsiteY6" fmla="*/ 1486658 h 3185987"/>
              <a:gd name="connsiteX7" fmla="*/ 2533905 w 3215677"/>
              <a:gd name="connsiteY7" fmla="*/ 2674435 h 3185987"/>
              <a:gd name="connsiteX8" fmla="*/ 3033525 w 3215677"/>
              <a:gd name="connsiteY8" fmla="*/ 3126922 h 3185987"/>
              <a:gd name="connsiteX9" fmla="*/ 1610078 w 3215677"/>
              <a:gd name="connsiteY9" fmla="*/ 2976093 h 3185987"/>
              <a:gd name="connsiteX0" fmla="*/ 1768665 w 3374264"/>
              <a:gd name="connsiteY0" fmla="*/ 3192987 h 3402881"/>
              <a:gd name="connsiteX1" fmla="*/ 458339 w 3374264"/>
              <a:gd name="connsiteY1" fmla="*/ 1929795 h 3402881"/>
              <a:gd name="connsiteX2" fmla="*/ 166109 w 3374264"/>
              <a:gd name="connsiteY2" fmla="*/ 676030 h 3402881"/>
              <a:gd name="connsiteX3" fmla="*/ 18881 w 3374264"/>
              <a:gd name="connsiteY3" fmla="*/ 13536 h 3402881"/>
              <a:gd name="connsiteX4" fmla="*/ 353599 w 3374264"/>
              <a:gd name="connsiteY4" fmla="*/ 217522 h 3402881"/>
              <a:gd name="connsiteX5" fmla="*/ 646875 w 3374264"/>
              <a:gd name="connsiteY5" fmla="*/ 421505 h 3402881"/>
              <a:gd name="connsiteX6" fmla="*/ 1240764 w 3374264"/>
              <a:gd name="connsiteY6" fmla="*/ 1703552 h 3402881"/>
              <a:gd name="connsiteX7" fmla="*/ 2692492 w 3374264"/>
              <a:gd name="connsiteY7" fmla="*/ 2891329 h 3402881"/>
              <a:gd name="connsiteX8" fmla="*/ 3192112 w 3374264"/>
              <a:gd name="connsiteY8" fmla="*/ 3343816 h 3402881"/>
              <a:gd name="connsiteX9" fmla="*/ 1768665 w 3374264"/>
              <a:gd name="connsiteY9" fmla="*/ 3192987 h 3402881"/>
              <a:gd name="connsiteX0" fmla="*/ 1768665 w 3374264"/>
              <a:gd name="connsiteY0" fmla="*/ 3191781 h 3401675"/>
              <a:gd name="connsiteX1" fmla="*/ 458339 w 3374264"/>
              <a:gd name="connsiteY1" fmla="*/ 1928589 h 3401675"/>
              <a:gd name="connsiteX2" fmla="*/ 166109 w 3374264"/>
              <a:gd name="connsiteY2" fmla="*/ 674824 h 3401675"/>
              <a:gd name="connsiteX3" fmla="*/ 18881 w 3374264"/>
              <a:gd name="connsiteY3" fmla="*/ 12330 h 3401675"/>
              <a:gd name="connsiteX4" fmla="*/ 328199 w 3374264"/>
              <a:gd name="connsiteY4" fmla="*/ 248066 h 3401675"/>
              <a:gd name="connsiteX5" fmla="*/ 646875 w 3374264"/>
              <a:gd name="connsiteY5" fmla="*/ 420299 h 3401675"/>
              <a:gd name="connsiteX6" fmla="*/ 1240764 w 3374264"/>
              <a:gd name="connsiteY6" fmla="*/ 1702346 h 3401675"/>
              <a:gd name="connsiteX7" fmla="*/ 2692492 w 3374264"/>
              <a:gd name="connsiteY7" fmla="*/ 2890123 h 3401675"/>
              <a:gd name="connsiteX8" fmla="*/ 3192112 w 3374264"/>
              <a:gd name="connsiteY8" fmla="*/ 3342610 h 3401675"/>
              <a:gd name="connsiteX9" fmla="*/ 1768665 w 3374264"/>
              <a:gd name="connsiteY9" fmla="*/ 3191781 h 3401675"/>
              <a:gd name="connsiteX0" fmla="*/ 1768665 w 3374264"/>
              <a:gd name="connsiteY0" fmla="*/ 3209144 h 3419038"/>
              <a:gd name="connsiteX1" fmla="*/ 458339 w 3374264"/>
              <a:gd name="connsiteY1" fmla="*/ 1945952 h 3419038"/>
              <a:gd name="connsiteX2" fmla="*/ 166109 w 3374264"/>
              <a:gd name="connsiteY2" fmla="*/ 692187 h 3419038"/>
              <a:gd name="connsiteX3" fmla="*/ 18881 w 3374264"/>
              <a:gd name="connsiteY3" fmla="*/ 29693 h 3419038"/>
              <a:gd name="connsiteX4" fmla="*/ 328199 w 3374264"/>
              <a:gd name="connsiteY4" fmla="*/ 265429 h 3419038"/>
              <a:gd name="connsiteX5" fmla="*/ 646875 w 3374264"/>
              <a:gd name="connsiteY5" fmla="*/ 437662 h 3419038"/>
              <a:gd name="connsiteX6" fmla="*/ 1240764 w 3374264"/>
              <a:gd name="connsiteY6" fmla="*/ 1719709 h 3419038"/>
              <a:gd name="connsiteX7" fmla="*/ 2692492 w 3374264"/>
              <a:gd name="connsiteY7" fmla="*/ 2907486 h 3419038"/>
              <a:gd name="connsiteX8" fmla="*/ 3192112 w 3374264"/>
              <a:gd name="connsiteY8" fmla="*/ 3359973 h 3419038"/>
              <a:gd name="connsiteX9" fmla="*/ 1768665 w 3374264"/>
              <a:gd name="connsiteY9" fmla="*/ 3209144 h 3419038"/>
              <a:gd name="connsiteX0" fmla="*/ 1768665 w 3374264"/>
              <a:gd name="connsiteY0" fmla="*/ 3206449 h 3416343"/>
              <a:gd name="connsiteX1" fmla="*/ 458339 w 3374264"/>
              <a:gd name="connsiteY1" fmla="*/ 1943257 h 3416343"/>
              <a:gd name="connsiteX2" fmla="*/ 166109 w 3374264"/>
              <a:gd name="connsiteY2" fmla="*/ 689492 h 3416343"/>
              <a:gd name="connsiteX3" fmla="*/ 18881 w 3374264"/>
              <a:gd name="connsiteY3" fmla="*/ 26998 h 3416343"/>
              <a:gd name="connsiteX4" fmla="*/ 328199 w 3374264"/>
              <a:gd name="connsiteY4" fmla="*/ 262734 h 3416343"/>
              <a:gd name="connsiteX5" fmla="*/ 646875 w 3374264"/>
              <a:gd name="connsiteY5" fmla="*/ 434967 h 3416343"/>
              <a:gd name="connsiteX6" fmla="*/ 1240764 w 3374264"/>
              <a:gd name="connsiteY6" fmla="*/ 1717014 h 3416343"/>
              <a:gd name="connsiteX7" fmla="*/ 2692492 w 3374264"/>
              <a:gd name="connsiteY7" fmla="*/ 2904791 h 3416343"/>
              <a:gd name="connsiteX8" fmla="*/ 3192112 w 3374264"/>
              <a:gd name="connsiteY8" fmla="*/ 3357278 h 3416343"/>
              <a:gd name="connsiteX9" fmla="*/ 1768665 w 3374264"/>
              <a:gd name="connsiteY9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02810"/>
              <a:gd name="connsiteX1" fmla="*/ 446156 w 3362081"/>
              <a:gd name="connsiteY1" fmla="*/ 1943257 h 3402810"/>
              <a:gd name="connsiteX2" fmla="*/ 122176 w 3362081"/>
              <a:gd name="connsiteY2" fmla="*/ 683142 h 3402810"/>
              <a:gd name="connsiteX3" fmla="*/ 214416 w 3362081"/>
              <a:gd name="connsiteY3" fmla="*/ 338934 h 3402810"/>
              <a:gd name="connsiteX4" fmla="*/ 6698 w 3362081"/>
              <a:gd name="connsiteY4" fmla="*/ 26998 h 3402810"/>
              <a:gd name="connsiteX5" fmla="*/ 316016 w 3362081"/>
              <a:gd name="connsiteY5" fmla="*/ 262734 h 3402810"/>
              <a:gd name="connsiteX6" fmla="*/ 634692 w 3362081"/>
              <a:gd name="connsiteY6" fmla="*/ 434967 h 3402810"/>
              <a:gd name="connsiteX7" fmla="*/ 1228581 w 3362081"/>
              <a:gd name="connsiteY7" fmla="*/ 1717014 h 3402810"/>
              <a:gd name="connsiteX8" fmla="*/ 2680309 w 3362081"/>
              <a:gd name="connsiteY8" fmla="*/ 2904791 h 3402810"/>
              <a:gd name="connsiteX9" fmla="*/ 3179929 w 3362081"/>
              <a:gd name="connsiteY9" fmla="*/ 3357278 h 3402810"/>
              <a:gd name="connsiteX10" fmla="*/ 1756482 w 3362081"/>
              <a:gd name="connsiteY10" fmla="*/ 3206449 h 3402810"/>
              <a:gd name="connsiteX0" fmla="*/ 1756482 w 3380304"/>
              <a:gd name="connsiteY0" fmla="*/ 3206449 h 3402810"/>
              <a:gd name="connsiteX1" fmla="*/ 446156 w 3380304"/>
              <a:gd name="connsiteY1" fmla="*/ 1943257 h 3402810"/>
              <a:gd name="connsiteX2" fmla="*/ 122176 w 3380304"/>
              <a:gd name="connsiteY2" fmla="*/ 683142 h 3402810"/>
              <a:gd name="connsiteX3" fmla="*/ 214416 w 3380304"/>
              <a:gd name="connsiteY3" fmla="*/ 338934 h 3402810"/>
              <a:gd name="connsiteX4" fmla="*/ 6698 w 3380304"/>
              <a:gd name="connsiteY4" fmla="*/ 26998 h 3402810"/>
              <a:gd name="connsiteX5" fmla="*/ 316016 w 3380304"/>
              <a:gd name="connsiteY5" fmla="*/ 262734 h 3402810"/>
              <a:gd name="connsiteX6" fmla="*/ 634692 w 3380304"/>
              <a:gd name="connsiteY6" fmla="*/ 434967 h 3402810"/>
              <a:gd name="connsiteX7" fmla="*/ 1228581 w 3380304"/>
              <a:gd name="connsiteY7" fmla="*/ 1717014 h 3402810"/>
              <a:gd name="connsiteX8" fmla="*/ 2680309 w 3380304"/>
              <a:gd name="connsiteY8" fmla="*/ 2904791 h 3402810"/>
              <a:gd name="connsiteX9" fmla="*/ 3179929 w 3380304"/>
              <a:gd name="connsiteY9" fmla="*/ 3357278 h 3402810"/>
              <a:gd name="connsiteX10" fmla="*/ 1756482 w 3380304"/>
              <a:gd name="connsiteY10" fmla="*/ 3206449 h 3402810"/>
              <a:gd name="connsiteX0" fmla="*/ 1756482 w 3380304"/>
              <a:gd name="connsiteY0" fmla="*/ 3206449 h 3394247"/>
              <a:gd name="connsiteX1" fmla="*/ 446156 w 3380304"/>
              <a:gd name="connsiteY1" fmla="*/ 1943257 h 3394247"/>
              <a:gd name="connsiteX2" fmla="*/ 122176 w 3380304"/>
              <a:gd name="connsiteY2" fmla="*/ 683142 h 3394247"/>
              <a:gd name="connsiteX3" fmla="*/ 214416 w 3380304"/>
              <a:gd name="connsiteY3" fmla="*/ 338934 h 3394247"/>
              <a:gd name="connsiteX4" fmla="*/ 6698 w 3380304"/>
              <a:gd name="connsiteY4" fmla="*/ 26998 h 3394247"/>
              <a:gd name="connsiteX5" fmla="*/ 316016 w 3380304"/>
              <a:gd name="connsiteY5" fmla="*/ 262734 h 3394247"/>
              <a:gd name="connsiteX6" fmla="*/ 634692 w 3380304"/>
              <a:gd name="connsiteY6" fmla="*/ 434967 h 3394247"/>
              <a:gd name="connsiteX7" fmla="*/ 1228581 w 3380304"/>
              <a:gd name="connsiteY7" fmla="*/ 1717014 h 3394247"/>
              <a:gd name="connsiteX8" fmla="*/ 2680309 w 3380304"/>
              <a:gd name="connsiteY8" fmla="*/ 2904791 h 3394247"/>
              <a:gd name="connsiteX9" fmla="*/ 3179929 w 3380304"/>
              <a:gd name="connsiteY9" fmla="*/ 3357278 h 3394247"/>
              <a:gd name="connsiteX10" fmla="*/ 1756482 w 3380304"/>
              <a:gd name="connsiteY10" fmla="*/ 3206449 h 339424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380304" h="3380867">
                <a:moveTo>
                  <a:pt x="1756482" y="3206449"/>
                </a:moveTo>
                <a:cubicBezTo>
                  <a:pt x="1308709" y="2966066"/>
                  <a:pt x="903356" y="2714684"/>
                  <a:pt x="446156" y="1943257"/>
                </a:cubicBezTo>
                <a:cubicBezTo>
                  <a:pt x="237195" y="1570898"/>
                  <a:pt x="141553" y="966274"/>
                  <a:pt x="122176" y="683142"/>
                </a:cubicBezTo>
                <a:cubicBezTo>
                  <a:pt x="102603" y="377655"/>
                  <a:pt x="137354" y="407440"/>
                  <a:pt x="214416" y="338934"/>
                </a:cubicBezTo>
                <a:cubicBezTo>
                  <a:pt x="189878" y="228518"/>
                  <a:pt x="-41985" y="26998"/>
                  <a:pt x="6698" y="26998"/>
                </a:cubicBezTo>
                <a:cubicBezTo>
                  <a:pt x="44296" y="-43070"/>
                  <a:pt x="120334" y="19056"/>
                  <a:pt x="316016" y="262734"/>
                </a:cubicBezTo>
                <a:cubicBezTo>
                  <a:pt x="378348" y="271462"/>
                  <a:pt x="482598" y="192587"/>
                  <a:pt x="634692" y="434967"/>
                </a:cubicBezTo>
                <a:cubicBezTo>
                  <a:pt x="786786" y="677347"/>
                  <a:pt x="992911" y="1360366"/>
                  <a:pt x="1228581" y="1717014"/>
                </a:cubicBezTo>
                <a:cubicBezTo>
                  <a:pt x="1596226" y="2196210"/>
                  <a:pt x="1957588" y="2645553"/>
                  <a:pt x="2680309" y="2904791"/>
                </a:cubicBezTo>
                <a:cubicBezTo>
                  <a:pt x="3817810" y="3220589"/>
                  <a:pt x="3241727" y="3325332"/>
                  <a:pt x="3179929" y="3357278"/>
                </a:cubicBezTo>
                <a:cubicBezTo>
                  <a:pt x="2822391" y="3411010"/>
                  <a:pt x="2320205" y="3377912"/>
                  <a:pt x="1756482" y="3206449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FF58A47-CDCA-407F-A4E9-46F6DBA98546}"/>
              </a:ext>
            </a:extLst>
          </p:cNvPr>
          <p:cNvSpPr/>
          <p:nvPr/>
        </p:nvSpPr>
        <p:spPr>
          <a:xfrm rot="1148020">
            <a:off x="3449645" y="2487971"/>
            <a:ext cx="636375" cy="586686"/>
          </a:xfrm>
          <a:custGeom>
            <a:avLst/>
            <a:gdLst>
              <a:gd name="connsiteX0" fmla="*/ 666541 w 2054641"/>
              <a:gd name="connsiteY0" fmla="*/ 0 h 1894217"/>
              <a:gd name="connsiteX1" fmla="*/ 782485 w 2054641"/>
              <a:gd name="connsiteY1" fmla="*/ 238848 h 1894217"/>
              <a:gd name="connsiteX2" fmla="*/ 828399 w 2054641"/>
              <a:gd name="connsiteY2" fmla="*/ 190144 h 1894217"/>
              <a:gd name="connsiteX3" fmla="*/ 1100724 w 2054641"/>
              <a:gd name="connsiteY3" fmla="*/ 35359 h 1894217"/>
              <a:gd name="connsiteX4" fmla="*/ 1240787 w 2054641"/>
              <a:gd name="connsiteY4" fmla="*/ 8025 h 1894217"/>
              <a:gd name="connsiteX5" fmla="*/ 1312062 w 2054641"/>
              <a:gd name="connsiteY5" fmla="*/ 8580 h 1894217"/>
              <a:gd name="connsiteX6" fmla="*/ 1282591 w 2054641"/>
              <a:gd name="connsiteY6" fmla="*/ 19126 h 1894217"/>
              <a:gd name="connsiteX7" fmla="*/ 1137977 w 2054641"/>
              <a:gd name="connsiteY7" fmla="*/ 95928 h 1894217"/>
              <a:gd name="connsiteX8" fmla="*/ 1124413 w 2054641"/>
              <a:gd name="connsiteY8" fmla="*/ 106774 h 1894217"/>
              <a:gd name="connsiteX9" fmla="*/ 1139564 w 2054641"/>
              <a:gd name="connsiteY9" fmla="*/ 104461 h 1894217"/>
              <a:gd name="connsiteX10" fmla="*/ 1211598 w 2054641"/>
              <a:gd name="connsiteY10" fmla="*/ 100824 h 1894217"/>
              <a:gd name="connsiteX11" fmla="*/ 1353583 w 2054641"/>
              <a:gd name="connsiteY11" fmla="*/ 115137 h 1894217"/>
              <a:gd name="connsiteX12" fmla="*/ 1421656 w 2054641"/>
              <a:gd name="connsiteY12" fmla="*/ 136268 h 1894217"/>
              <a:gd name="connsiteX13" fmla="*/ 1390394 w 2054641"/>
              <a:gd name="connsiteY13" fmla="*/ 137847 h 1894217"/>
              <a:gd name="connsiteX14" fmla="*/ 947377 w 2054641"/>
              <a:gd name="connsiteY14" fmla="*/ 313736 h 1894217"/>
              <a:gd name="connsiteX15" fmla="*/ 925770 w 2054641"/>
              <a:gd name="connsiteY15" fmla="*/ 333610 h 1894217"/>
              <a:gd name="connsiteX16" fmla="*/ 931084 w 2054641"/>
              <a:gd name="connsiteY16" fmla="*/ 337554 h 1894217"/>
              <a:gd name="connsiteX17" fmla="*/ 946024 w 2054641"/>
              <a:gd name="connsiteY17" fmla="*/ 326548 h 1894217"/>
              <a:gd name="connsiteX18" fmla="*/ 1080764 w 2054641"/>
              <a:gd name="connsiteY18" fmla="*/ 264032 h 1894217"/>
              <a:gd name="connsiteX19" fmla="*/ 2013931 w 2054641"/>
              <a:gd name="connsiteY19" fmla="*/ 716476 h 1894217"/>
              <a:gd name="connsiteX20" fmla="*/ 1631081 w 2054641"/>
              <a:gd name="connsiteY20" fmla="*/ 1621489 h 1894217"/>
              <a:gd name="connsiteX21" fmla="*/ 1624088 w 2054641"/>
              <a:gd name="connsiteY21" fmla="*/ 1624319 h 1894217"/>
              <a:gd name="connsiteX22" fmla="*/ 1616626 w 2054641"/>
              <a:gd name="connsiteY22" fmla="*/ 1630918 h 1894217"/>
              <a:gd name="connsiteX23" fmla="*/ 1279602 w 2054641"/>
              <a:gd name="connsiteY23" fmla="*/ 1808842 h 1894217"/>
              <a:gd name="connsiteX24" fmla="*/ 904801 w 2054641"/>
              <a:gd name="connsiteY24" fmla="*/ 1877878 h 1894217"/>
              <a:gd name="connsiteX25" fmla="*/ 888500 w 2054641"/>
              <a:gd name="connsiteY25" fmla="*/ 1876960 h 1894217"/>
              <a:gd name="connsiteX26" fmla="*/ 829369 w 2054641"/>
              <a:gd name="connsiteY26" fmla="*/ 1887873 h 1894217"/>
              <a:gd name="connsiteX27" fmla="*/ 40710 w 2054641"/>
              <a:gd name="connsiteY27" fmla="*/ 1401063 h 1894217"/>
              <a:gd name="connsiteX28" fmla="*/ 493154 w 2054641"/>
              <a:gd name="connsiteY28" fmla="*/ 467897 h 1894217"/>
              <a:gd name="connsiteX29" fmla="*/ 565231 w 2054641"/>
              <a:gd name="connsiteY29" fmla="*/ 446898 h 1894217"/>
              <a:gd name="connsiteX30" fmla="*/ 612932 w 2054641"/>
              <a:gd name="connsiteY30" fmla="*/ 438095 h 1894217"/>
              <a:gd name="connsiteX31" fmla="*/ 613811 w 2054641"/>
              <a:gd name="connsiteY31" fmla="*/ 436476 h 1894217"/>
              <a:gd name="connsiteX32" fmla="*/ 489365 w 2054641"/>
              <a:gd name="connsiteY32" fmla="*/ 429724 h 1894217"/>
              <a:gd name="connsiteX33" fmla="*/ 170712 w 2054641"/>
              <a:gd name="connsiteY33" fmla="*/ 502920 h 1894217"/>
              <a:gd name="connsiteX34" fmla="*/ 16109 w 2054641"/>
              <a:gd name="connsiteY34" fmla="*/ 590052 h 1894217"/>
              <a:gd name="connsiteX35" fmla="*/ 12072 w 2054641"/>
              <a:gd name="connsiteY35" fmla="*/ 593214 h 1894217"/>
              <a:gd name="connsiteX36" fmla="*/ 89875 w 2054641"/>
              <a:gd name="connsiteY36" fmla="*/ 493124 h 1894217"/>
              <a:gd name="connsiteX37" fmla="*/ 194548 w 2054641"/>
              <a:gd name="connsiteY37" fmla="*/ 402473 h 1894217"/>
              <a:gd name="connsiteX38" fmla="*/ 302383 w 2054641"/>
              <a:gd name="connsiteY38" fmla="*/ 341699 h 1894217"/>
              <a:gd name="connsiteX39" fmla="*/ 236158 w 2054641"/>
              <a:gd name="connsiteY39" fmla="*/ 348465 h 1894217"/>
              <a:gd name="connsiteX40" fmla="*/ 149964 w 2054641"/>
              <a:gd name="connsiteY40" fmla="*/ 366192 h 1894217"/>
              <a:gd name="connsiteX41" fmla="*/ 145071 w 2054641"/>
              <a:gd name="connsiteY41" fmla="*/ 367722 h 1894217"/>
              <a:gd name="connsiteX42" fmla="*/ 253235 w 2054641"/>
              <a:gd name="connsiteY42" fmla="*/ 301605 h 1894217"/>
              <a:gd name="connsiteX43" fmla="*/ 524261 w 2054641"/>
              <a:gd name="connsiteY43" fmla="*/ 232231 h 1894217"/>
              <a:gd name="connsiteX44" fmla="*/ 666793 w 2054641"/>
              <a:gd name="connsiteY44" fmla="*/ 239234 h 1894217"/>
              <a:gd name="connsiteX45" fmla="*/ 689717 w 2054641"/>
              <a:gd name="connsiteY45" fmla="*/ 245077 h 1894217"/>
              <a:gd name="connsiteX46" fmla="*/ 589017 w 2054641"/>
              <a:gd name="connsiteY46" fmla="*/ 37632 h 189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054641" h="1894217">
                <a:moveTo>
                  <a:pt x="666541" y="0"/>
                </a:moveTo>
                <a:lnTo>
                  <a:pt x="782485" y="238848"/>
                </a:lnTo>
                <a:lnTo>
                  <a:pt x="828399" y="190144"/>
                </a:lnTo>
                <a:cubicBezTo>
                  <a:pt x="903989" y="120817"/>
                  <a:pt x="995962" y="66987"/>
                  <a:pt x="1100724" y="35359"/>
                </a:cubicBezTo>
                <a:cubicBezTo>
                  <a:pt x="1147286" y="21302"/>
                  <a:pt x="1194169" y="12296"/>
                  <a:pt x="1240787" y="8025"/>
                </a:cubicBezTo>
                <a:lnTo>
                  <a:pt x="1312062" y="8580"/>
                </a:lnTo>
                <a:lnTo>
                  <a:pt x="1282591" y="19126"/>
                </a:lnTo>
                <a:cubicBezTo>
                  <a:pt x="1231344" y="40456"/>
                  <a:pt x="1183031" y="66258"/>
                  <a:pt x="1137977" y="95928"/>
                </a:cubicBezTo>
                <a:lnTo>
                  <a:pt x="1124413" y="106774"/>
                </a:lnTo>
                <a:lnTo>
                  <a:pt x="1139564" y="104461"/>
                </a:lnTo>
                <a:cubicBezTo>
                  <a:pt x="1163249" y="102057"/>
                  <a:pt x="1187281" y="100824"/>
                  <a:pt x="1211598" y="100824"/>
                </a:cubicBezTo>
                <a:cubicBezTo>
                  <a:pt x="1260235" y="100824"/>
                  <a:pt x="1307722" y="105752"/>
                  <a:pt x="1353583" y="115137"/>
                </a:cubicBezTo>
                <a:lnTo>
                  <a:pt x="1421656" y="136268"/>
                </a:lnTo>
                <a:lnTo>
                  <a:pt x="1390394" y="137847"/>
                </a:lnTo>
                <a:cubicBezTo>
                  <a:pt x="1224723" y="154672"/>
                  <a:pt x="1072695" y="217656"/>
                  <a:pt x="947377" y="313736"/>
                </a:cubicBezTo>
                <a:lnTo>
                  <a:pt x="925770" y="333610"/>
                </a:lnTo>
                <a:lnTo>
                  <a:pt x="931084" y="337554"/>
                </a:lnTo>
                <a:lnTo>
                  <a:pt x="946024" y="326548"/>
                </a:lnTo>
                <a:cubicBezTo>
                  <a:pt x="987922" y="301673"/>
                  <a:pt x="1032936" y="280625"/>
                  <a:pt x="1080764" y="264032"/>
                </a:cubicBezTo>
                <a:cubicBezTo>
                  <a:pt x="1463390" y="131284"/>
                  <a:pt x="1881183" y="333850"/>
                  <a:pt x="2013931" y="716476"/>
                </a:cubicBezTo>
                <a:cubicBezTo>
                  <a:pt x="2138382" y="1075187"/>
                  <a:pt x="1968123" y="1464807"/>
                  <a:pt x="1631081" y="1621489"/>
                </a:cubicBezTo>
                <a:lnTo>
                  <a:pt x="1624088" y="1624319"/>
                </a:lnTo>
                <a:lnTo>
                  <a:pt x="1616626" y="1630918"/>
                </a:lnTo>
                <a:cubicBezTo>
                  <a:pt x="1519395" y="1703929"/>
                  <a:pt x="1405850" y="1765042"/>
                  <a:pt x="1279602" y="1808842"/>
                </a:cubicBezTo>
                <a:cubicBezTo>
                  <a:pt x="1153355" y="1852642"/>
                  <a:pt x="1026357" y="1874983"/>
                  <a:pt x="904801" y="1877878"/>
                </a:cubicBezTo>
                <a:lnTo>
                  <a:pt x="888500" y="1876960"/>
                </a:lnTo>
                <a:lnTo>
                  <a:pt x="829369" y="1887873"/>
                </a:lnTo>
                <a:cubicBezTo>
                  <a:pt x="491257" y="1932800"/>
                  <a:pt x="156865" y="1735860"/>
                  <a:pt x="40710" y="1401063"/>
                </a:cubicBezTo>
                <a:cubicBezTo>
                  <a:pt x="-92037" y="1018438"/>
                  <a:pt x="110529" y="600645"/>
                  <a:pt x="493154" y="467897"/>
                </a:cubicBezTo>
                <a:cubicBezTo>
                  <a:pt x="517068" y="459600"/>
                  <a:pt x="541120" y="452613"/>
                  <a:pt x="565231" y="446898"/>
                </a:cubicBezTo>
                <a:lnTo>
                  <a:pt x="612932" y="438095"/>
                </a:lnTo>
                <a:lnTo>
                  <a:pt x="613811" y="436476"/>
                </a:lnTo>
                <a:lnTo>
                  <a:pt x="489365" y="429724"/>
                </a:lnTo>
                <a:cubicBezTo>
                  <a:pt x="382513" y="433695"/>
                  <a:pt x="274595" y="457429"/>
                  <a:pt x="170712" y="502920"/>
                </a:cubicBezTo>
                <a:cubicBezTo>
                  <a:pt x="115306" y="527182"/>
                  <a:pt x="63672" y="556485"/>
                  <a:pt x="16109" y="590052"/>
                </a:cubicBezTo>
                <a:lnTo>
                  <a:pt x="12072" y="593214"/>
                </a:lnTo>
                <a:lnTo>
                  <a:pt x="89875" y="493124"/>
                </a:lnTo>
                <a:cubicBezTo>
                  <a:pt x="121329" y="459891"/>
                  <a:pt x="156301" y="429467"/>
                  <a:pt x="194548" y="402473"/>
                </a:cubicBezTo>
                <a:lnTo>
                  <a:pt x="302383" y="341699"/>
                </a:lnTo>
                <a:lnTo>
                  <a:pt x="236158" y="348465"/>
                </a:lnTo>
                <a:cubicBezTo>
                  <a:pt x="206899" y="352965"/>
                  <a:pt x="178144" y="358900"/>
                  <a:pt x="149964" y="366192"/>
                </a:cubicBezTo>
                <a:lnTo>
                  <a:pt x="145071" y="367722"/>
                </a:lnTo>
                <a:lnTo>
                  <a:pt x="253235" y="301605"/>
                </a:lnTo>
                <a:cubicBezTo>
                  <a:pt x="335581" y="261673"/>
                  <a:pt x="427115" y="237225"/>
                  <a:pt x="524261" y="232231"/>
                </a:cubicBezTo>
                <a:cubicBezTo>
                  <a:pt x="572834" y="229733"/>
                  <a:pt x="620510" y="232216"/>
                  <a:pt x="666793" y="239234"/>
                </a:cubicBezTo>
                <a:lnTo>
                  <a:pt x="689717" y="245077"/>
                </a:lnTo>
                <a:lnTo>
                  <a:pt x="589017" y="37632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EB11570-5AD5-4941-ABC6-3EA80B90E4B1}"/>
              </a:ext>
            </a:extLst>
          </p:cNvPr>
          <p:cNvSpPr/>
          <p:nvPr/>
        </p:nvSpPr>
        <p:spPr>
          <a:xfrm rot="10800000">
            <a:off x="309162" y="3517087"/>
            <a:ext cx="542834" cy="530006"/>
          </a:xfrm>
          <a:custGeom>
            <a:avLst/>
            <a:gdLst>
              <a:gd name="connsiteX0" fmla="*/ 277831 w 542834"/>
              <a:gd name="connsiteY0" fmla="*/ 0 h 530006"/>
              <a:gd name="connsiteX1" fmla="*/ 380982 w 542834"/>
              <a:gd name="connsiteY1" fmla="*/ 20825 h 530006"/>
              <a:gd name="connsiteX2" fmla="*/ 418819 w 542834"/>
              <a:gd name="connsiteY2" fmla="*/ 41363 h 530006"/>
              <a:gd name="connsiteX3" fmla="*/ 457937 w 542834"/>
              <a:gd name="connsiteY3" fmla="*/ 52804 h 530006"/>
              <a:gd name="connsiteX4" fmla="*/ 509663 w 542834"/>
              <a:gd name="connsiteY4" fmla="*/ 99361 h 530006"/>
              <a:gd name="connsiteX5" fmla="*/ 533836 w 542834"/>
              <a:gd name="connsiteY5" fmla="*/ 165787 h 530006"/>
              <a:gd name="connsiteX6" fmla="*/ 531729 w 542834"/>
              <a:gd name="connsiteY6" fmla="*/ 193164 h 530006"/>
              <a:gd name="connsiteX7" fmla="*/ 537450 w 542834"/>
              <a:gd name="connsiteY7" fmla="*/ 211596 h 530006"/>
              <a:gd name="connsiteX8" fmla="*/ 542834 w 542834"/>
              <a:gd name="connsiteY8" fmla="*/ 265003 h 530006"/>
              <a:gd name="connsiteX9" fmla="*/ 277831 w 542834"/>
              <a:gd name="connsiteY9" fmla="*/ 530006 h 530006"/>
              <a:gd name="connsiteX10" fmla="*/ 129665 w 542834"/>
              <a:gd name="connsiteY10" fmla="*/ 484748 h 530006"/>
              <a:gd name="connsiteX11" fmla="*/ 115735 w 542834"/>
              <a:gd name="connsiteY11" fmla="*/ 473254 h 530006"/>
              <a:gd name="connsiteX12" fmla="*/ 82457 w 542834"/>
              <a:gd name="connsiteY12" fmla="*/ 456570 h 530006"/>
              <a:gd name="connsiteX13" fmla="*/ 76156 w 542834"/>
              <a:gd name="connsiteY13" fmla="*/ 450517 h 530006"/>
              <a:gd name="connsiteX14" fmla="*/ 23417 w 542834"/>
              <a:gd name="connsiteY14" fmla="*/ 480966 h 530006"/>
              <a:gd name="connsiteX15" fmla="*/ 0 w 542834"/>
              <a:gd name="connsiteY15" fmla="*/ 440407 h 530006"/>
              <a:gd name="connsiteX16" fmla="*/ 47643 w 542834"/>
              <a:gd name="connsiteY16" fmla="*/ 412900 h 530006"/>
              <a:gd name="connsiteX17" fmla="*/ 45488 w 542834"/>
              <a:gd name="connsiteY17" fmla="*/ 409140 h 530006"/>
              <a:gd name="connsiteX18" fmla="*/ 31848 w 542834"/>
              <a:gd name="connsiteY18" fmla="*/ 363569 h 530006"/>
              <a:gd name="connsiteX19" fmla="*/ 31845 w 542834"/>
              <a:gd name="connsiteY19" fmla="*/ 362328 h 530006"/>
              <a:gd name="connsiteX20" fmla="*/ 18212 w 542834"/>
              <a:gd name="connsiteY20" fmla="*/ 318410 h 530006"/>
              <a:gd name="connsiteX21" fmla="*/ 12828 w 542834"/>
              <a:gd name="connsiteY21" fmla="*/ 265003 h 530006"/>
              <a:gd name="connsiteX22" fmla="*/ 277831 w 542834"/>
              <a:gd name="connsiteY22" fmla="*/ 0 h 53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542834" h="530006">
                <a:moveTo>
                  <a:pt x="277831" y="0"/>
                </a:moveTo>
                <a:cubicBezTo>
                  <a:pt x="314420" y="0"/>
                  <a:pt x="349278" y="7416"/>
                  <a:pt x="380982" y="20825"/>
                </a:cubicBezTo>
                <a:lnTo>
                  <a:pt x="418819" y="41363"/>
                </a:lnTo>
                <a:lnTo>
                  <a:pt x="457937" y="52804"/>
                </a:lnTo>
                <a:cubicBezTo>
                  <a:pt x="478683" y="63992"/>
                  <a:pt x="496328" y="79512"/>
                  <a:pt x="509663" y="99361"/>
                </a:cubicBezTo>
                <a:cubicBezTo>
                  <a:pt x="522997" y="119211"/>
                  <a:pt x="530915" y="141745"/>
                  <a:pt x="533836" y="165787"/>
                </a:cubicBezTo>
                <a:lnTo>
                  <a:pt x="531729" y="193164"/>
                </a:lnTo>
                <a:lnTo>
                  <a:pt x="537450" y="211596"/>
                </a:lnTo>
                <a:cubicBezTo>
                  <a:pt x="540980" y="228847"/>
                  <a:pt x="542834" y="246709"/>
                  <a:pt x="542834" y="265003"/>
                </a:cubicBezTo>
                <a:cubicBezTo>
                  <a:pt x="542834" y="411360"/>
                  <a:pt x="424188" y="530006"/>
                  <a:pt x="277831" y="530006"/>
                </a:cubicBezTo>
                <a:cubicBezTo>
                  <a:pt x="222947" y="530006"/>
                  <a:pt x="171960" y="513322"/>
                  <a:pt x="129665" y="484748"/>
                </a:cubicBezTo>
                <a:lnTo>
                  <a:pt x="115735" y="473254"/>
                </a:lnTo>
                <a:lnTo>
                  <a:pt x="82457" y="456570"/>
                </a:lnTo>
                <a:lnTo>
                  <a:pt x="76156" y="450517"/>
                </a:lnTo>
                <a:lnTo>
                  <a:pt x="23417" y="480966"/>
                </a:lnTo>
                <a:lnTo>
                  <a:pt x="0" y="440407"/>
                </a:lnTo>
                <a:lnTo>
                  <a:pt x="47643" y="412900"/>
                </a:lnTo>
                <a:lnTo>
                  <a:pt x="45488" y="409140"/>
                </a:lnTo>
                <a:cubicBezTo>
                  <a:pt x="38608" y="394885"/>
                  <a:pt x="34104" y="379576"/>
                  <a:pt x="31848" y="363569"/>
                </a:cubicBezTo>
                <a:lnTo>
                  <a:pt x="31845" y="362328"/>
                </a:lnTo>
                <a:lnTo>
                  <a:pt x="18212" y="318410"/>
                </a:lnTo>
                <a:cubicBezTo>
                  <a:pt x="14682" y="301159"/>
                  <a:pt x="12828" y="283298"/>
                  <a:pt x="12828" y="265003"/>
                </a:cubicBezTo>
                <a:cubicBezTo>
                  <a:pt x="12828" y="118646"/>
                  <a:pt x="131474" y="0"/>
                  <a:pt x="277831" y="0"/>
                </a:cubicBezTo>
                <a:close/>
              </a:path>
            </a:pathLst>
          </a:custGeom>
          <a:solidFill>
            <a:srgbClr val="CCFF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4D4D7FB-4ED4-4E99-B426-124023B3248F}"/>
              </a:ext>
            </a:extLst>
          </p:cNvPr>
          <p:cNvSpPr/>
          <p:nvPr/>
        </p:nvSpPr>
        <p:spPr>
          <a:xfrm>
            <a:off x="5709791" y="1326570"/>
            <a:ext cx="575317" cy="673014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7DD38AEE-F4B3-41D1-B262-62084E2BEF9D}"/>
              </a:ext>
            </a:extLst>
          </p:cNvPr>
          <p:cNvSpPr/>
          <p:nvPr/>
        </p:nvSpPr>
        <p:spPr>
          <a:xfrm rot="2607834" flipH="1">
            <a:off x="3560799" y="168858"/>
            <a:ext cx="606029" cy="762681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4EF7517D-9382-4768-9B04-19C8C232B832}"/>
              </a:ext>
            </a:extLst>
          </p:cNvPr>
          <p:cNvSpPr/>
          <p:nvPr/>
        </p:nvSpPr>
        <p:spPr>
          <a:xfrm rot="19853381" flipH="1">
            <a:off x="4579919" y="1345011"/>
            <a:ext cx="535000" cy="618734"/>
          </a:xfrm>
          <a:custGeom>
            <a:avLst/>
            <a:gdLst>
              <a:gd name="connsiteX0" fmla="*/ 689553 w 1018953"/>
              <a:gd name="connsiteY0" fmla="*/ 0 h 1178432"/>
              <a:gd name="connsiteX1" fmla="*/ 689553 w 1018953"/>
              <a:gd name="connsiteY1" fmla="*/ 141611 h 1178432"/>
              <a:gd name="connsiteX2" fmla="*/ 750911 w 1018953"/>
              <a:gd name="connsiteY2" fmla="*/ 152524 h 1178432"/>
              <a:gd name="connsiteX3" fmla="*/ 988275 w 1018953"/>
              <a:gd name="connsiteY3" fmla="*/ 782100 h 1178432"/>
              <a:gd name="connsiteX4" fmla="*/ 433824 w 1018953"/>
              <a:gd name="connsiteY4" fmla="*/ 1163273 h 1178432"/>
              <a:gd name="connsiteX5" fmla="*/ 357256 w 1018953"/>
              <a:gd name="connsiteY5" fmla="*/ 1127975 h 1178432"/>
              <a:gd name="connsiteX6" fmla="*/ 354540 w 1018953"/>
              <a:gd name="connsiteY6" fmla="*/ 1125773 h 1178432"/>
              <a:gd name="connsiteX7" fmla="*/ 351052 w 1018953"/>
              <a:gd name="connsiteY7" fmla="*/ 1126028 h 1178432"/>
              <a:gd name="connsiteX8" fmla="*/ 268042 w 1018953"/>
              <a:gd name="connsiteY8" fmla="*/ 1111265 h 1178432"/>
              <a:gd name="connsiteX9" fmla="*/ 30678 w 1018953"/>
              <a:gd name="connsiteY9" fmla="*/ 481688 h 1178432"/>
              <a:gd name="connsiteX10" fmla="*/ 585128 w 1018953"/>
              <a:gd name="connsiteY10" fmla="*/ 100515 h 1178432"/>
              <a:gd name="connsiteX11" fmla="*/ 643834 w 1018953"/>
              <a:gd name="connsiteY11" fmla="*/ 127579 h 1178432"/>
              <a:gd name="connsiteX12" fmla="*/ 643834 w 1018953"/>
              <a:gd name="connsiteY12" fmla="*/ 0 h 1178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18953" h="1178432">
                <a:moveTo>
                  <a:pt x="689553" y="0"/>
                </a:moveTo>
                <a:lnTo>
                  <a:pt x="689553" y="141611"/>
                </a:lnTo>
                <a:lnTo>
                  <a:pt x="750911" y="152524"/>
                </a:lnTo>
                <a:cubicBezTo>
                  <a:pt x="969565" y="221119"/>
                  <a:pt x="1075836" y="502990"/>
                  <a:pt x="988275" y="782100"/>
                </a:cubicBezTo>
                <a:cubicBezTo>
                  <a:pt x="900714" y="1061211"/>
                  <a:pt x="652478" y="1231868"/>
                  <a:pt x="433824" y="1163273"/>
                </a:cubicBezTo>
                <a:cubicBezTo>
                  <a:pt x="406492" y="1154699"/>
                  <a:pt x="380917" y="1142792"/>
                  <a:pt x="357256" y="1127975"/>
                </a:cubicBezTo>
                <a:lnTo>
                  <a:pt x="354540" y="1125773"/>
                </a:lnTo>
                <a:lnTo>
                  <a:pt x="351052" y="1126028"/>
                </a:lnTo>
                <a:cubicBezTo>
                  <a:pt x="323167" y="1124675"/>
                  <a:pt x="295373" y="1119839"/>
                  <a:pt x="268042" y="1111265"/>
                </a:cubicBezTo>
                <a:cubicBezTo>
                  <a:pt x="49388" y="1042670"/>
                  <a:pt x="-56883" y="760799"/>
                  <a:pt x="30678" y="481688"/>
                </a:cubicBezTo>
                <a:cubicBezTo>
                  <a:pt x="118239" y="202578"/>
                  <a:pt x="366475" y="31920"/>
                  <a:pt x="585128" y="100515"/>
                </a:cubicBezTo>
                <a:lnTo>
                  <a:pt x="643834" y="127579"/>
                </a:lnTo>
                <a:lnTo>
                  <a:pt x="643834" y="0"/>
                </a:lnTo>
                <a:close/>
              </a:path>
            </a:pathLst>
          </a:custGeom>
          <a:solidFill>
            <a:srgbClr val="9933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0" name="Freeform: Shape 89">
            <a:extLst>
              <a:ext uri="{FF2B5EF4-FFF2-40B4-BE49-F238E27FC236}">
                <a16:creationId xmlns:a16="http://schemas.microsoft.com/office/drawing/2014/main" id="{30585404-1503-4984-A6E6-90C29BE4C802}"/>
              </a:ext>
            </a:extLst>
          </p:cNvPr>
          <p:cNvSpPr/>
          <p:nvPr/>
        </p:nvSpPr>
        <p:spPr>
          <a:xfrm rot="20876803">
            <a:off x="331676" y="1232320"/>
            <a:ext cx="515013" cy="861511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0515C6CF-DDB6-44C2-8D05-C8AC4764276C}"/>
              </a:ext>
            </a:extLst>
          </p:cNvPr>
          <p:cNvSpPr/>
          <p:nvPr/>
        </p:nvSpPr>
        <p:spPr>
          <a:xfrm rot="20187275">
            <a:off x="5731837" y="334422"/>
            <a:ext cx="460372" cy="635502"/>
          </a:xfrm>
          <a:custGeom>
            <a:avLst/>
            <a:gdLst>
              <a:gd name="connsiteX0" fmla="*/ 2830537 w 3643521"/>
              <a:gd name="connsiteY0" fmla="*/ 5005716 h 5029557"/>
              <a:gd name="connsiteX1" fmla="*/ 2744607 w 3643521"/>
              <a:gd name="connsiteY1" fmla="*/ 5027962 h 5029557"/>
              <a:gd name="connsiteX2" fmla="*/ 2487763 w 3643521"/>
              <a:gd name="connsiteY2" fmla="*/ 4923760 h 5029557"/>
              <a:gd name="connsiteX3" fmla="*/ 2478816 w 3643521"/>
              <a:gd name="connsiteY3" fmla="*/ 4910698 h 5029557"/>
              <a:gd name="connsiteX4" fmla="*/ 2473244 w 3643521"/>
              <a:gd name="connsiteY4" fmla="*/ 4919083 h 5029557"/>
              <a:gd name="connsiteX5" fmla="*/ 2274571 w 3643521"/>
              <a:gd name="connsiteY5" fmla="*/ 5026582 h 5029557"/>
              <a:gd name="connsiteX6" fmla="*/ 1962674 w 3643521"/>
              <a:gd name="connsiteY6" fmla="*/ 4821986 h 5029557"/>
              <a:gd name="connsiteX7" fmla="*/ 1951181 w 3643521"/>
              <a:gd name="connsiteY7" fmla="*/ 4766358 h 5029557"/>
              <a:gd name="connsiteX8" fmla="*/ 1936750 w 3643521"/>
              <a:gd name="connsiteY8" fmla="*/ 4772533 h 5029557"/>
              <a:gd name="connsiteX9" fmla="*/ 1878204 w 3643521"/>
              <a:gd name="connsiteY9" fmla="*/ 4784629 h 5029557"/>
              <a:gd name="connsiteX10" fmla="*/ 1554210 w 3643521"/>
              <a:gd name="connsiteY10" fmla="*/ 4521487 h 5029557"/>
              <a:gd name="connsiteX11" fmla="*/ 1565437 w 3643521"/>
              <a:gd name="connsiteY11" fmla="*/ 4404826 h 5029557"/>
              <a:gd name="connsiteX12" fmla="*/ 1581773 w 3643521"/>
              <a:gd name="connsiteY12" fmla="*/ 4365536 h 5029557"/>
              <a:gd name="connsiteX13" fmla="*/ 1527182 w 3643521"/>
              <a:gd name="connsiteY13" fmla="*/ 4354600 h 5029557"/>
              <a:gd name="connsiteX14" fmla="*/ 1319850 w 3643521"/>
              <a:gd name="connsiteY14" fmla="*/ 4102685 h 5029557"/>
              <a:gd name="connsiteX15" fmla="*/ 1352976 w 3643521"/>
              <a:gd name="connsiteY15" fmla="*/ 3933353 h 5029557"/>
              <a:gd name="connsiteX16" fmla="*/ 1362950 w 3643521"/>
              <a:gd name="connsiteY16" fmla="*/ 3918346 h 5029557"/>
              <a:gd name="connsiteX17" fmla="*/ 1349127 w 3643521"/>
              <a:gd name="connsiteY17" fmla="*/ 3915577 h 5029557"/>
              <a:gd name="connsiteX18" fmla="*/ 1141795 w 3643521"/>
              <a:gd name="connsiteY18" fmla="*/ 3663662 h 5029557"/>
              <a:gd name="connsiteX19" fmla="*/ 1206265 w 3643521"/>
              <a:gd name="connsiteY19" fmla="*/ 3447168 h 5029557"/>
              <a:gd name="connsiteX20" fmla="*/ 1215426 w 3643521"/>
              <a:gd name="connsiteY20" fmla="*/ 3437864 h 5029557"/>
              <a:gd name="connsiteX21" fmla="*/ 1171048 w 3643521"/>
              <a:gd name="connsiteY21" fmla="*/ 3408371 h 5029557"/>
              <a:gd name="connsiteX22" fmla="*/ 1063551 w 3643521"/>
              <a:gd name="connsiteY22" fmla="*/ 3209699 h 5029557"/>
              <a:gd name="connsiteX23" fmla="*/ 1268147 w 3643521"/>
              <a:gd name="connsiteY23" fmla="*/ 2897801 h 5029557"/>
              <a:gd name="connsiteX24" fmla="*/ 1278732 w 3643521"/>
              <a:gd name="connsiteY24" fmla="*/ 2895615 h 5029557"/>
              <a:gd name="connsiteX25" fmla="*/ 1270570 w 3643521"/>
              <a:gd name="connsiteY25" fmla="*/ 2860531 h 5029557"/>
              <a:gd name="connsiteX26" fmla="*/ 1533712 w 3643521"/>
              <a:gd name="connsiteY26" fmla="*/ 2536538 h 5029557"/>
              <a:gd name="connsiteX27" fmla="*/ 1703044 w 3643521"/>
              <a:gd name="connsiteY27" fmla="*/ 2569663 h 5029557"/>
              <a:gd name="connsiteX28" fmla="*/ 1727481 w 3643521"/>
              <a:gd name="connsiteY28" fmla="*/ 2587642 h 5029557"/>
              <a:gd name="connsiteX29" fmla="*/ 1722729 w 3643521"/>
              <a:gd name="connsiteY29" fmla="*/ 2395272 h 5029557"/>
              <a:gd name="connsiteX30" fmla="*/ 1640846 w 3643521"/>
              <a:gd name="connsiteY30" fmla="*/ 2394978 h 5029557"/>
              <a:gd name="connsiteX31" fmla="*/ 1480831 w 3643521"/>
              <a:gd name="connsiteY31" fmla="*/ 2305236 h 5029557"/>
              <a:gd name="connsiteX32" fmla="*/ 1479527 w 3643521"/>
              <a:gd name="connsiteY32" fmla="*/ 2303399 h 5029557"/>
              <a:gd name="connsiteX33" fmla="*/ 1479570 w 3643521"/>
              <a:gd name="connsiteY33" fmla="*/ 2305490 h 5029557"/>
              <a:gd name="connsiteX34" fmla="*/ 1341018 w 3643521"/>
              <a:gd name="connsiteY34" fmla="*/ 2524127 h 5029557"/>
              <a:gd name="connsiteX35" fmla="*/ 1037045 w 3643521"/>
              <a:gd name="connsiteY35" fmla="*/ 2503403 h 5029557"/>
              <a:gd name="connsiteX36" fmla="*/ 1017090 w 3643521"/>
              <a:gd name="connsiteY36" fmla="*/ 2484719 h 5029557"/>
              <a:gd name="connsiteX37" fmla="*/ 1009696 w 3643521"/>
              <a:gd name="connsiteY37" fmla="*/ 2496611 h 5029557"/>
              <a:gd name="connsiteX38" fmla="*/ 927160 w 3643521"/>
              <a:gd name="connsiteY38" fmla="*/ 2568489 h 5029557"/>
              <a:gd name="connsiteX39" fmla="*/ 551308 w 3643521"/>
              <a:gd name="connsiteY39" fmla="*/ 2465230 h 5029557"/>
              <a:gd name="connsiteX40" fmla="*/ 516017 w 3643521"/>
              <a:gd name="connsiteY40" fmla="*/ 2308015 h 5029557"/>
              <a:gd name="connsiteX41" fmla="*/ 519877 w 3643521"/>
              <a:gd name="connsiteY41" fmla="*/ 2285865 h 5029557"/>
              <a:gd name="connsiteX42" fmla="*/ 483402 w 3643521"/>
              <a:gd name="connsiteY42" fmla="*/ 2293880 h 5029557"/>
              <a:gd name="connsiteX43" fmla="*/ 211505 w 3643521"/>
              <a:gd name="connsiteY43" fmla="*/ 2156393 h 5029557"/>
              <a:gd name="connsiteX44" fmla="*/ 204103 w 3643521"/>
              <a:gd name="connsiteY44" fmla="*/ 1897659 h 5029557"/>
              <a:gd name="connsiteX45" fmla="*/ 211910 w 3643521"/>
              <a:gd name="connsiteY45" fmla="*/ 1885103 h 5029557"/>
              <a:gd name="connsiteX46" fmla="*/ 202648 w 3643521"/>
              <a:gd name="connsiteY46" fmla="*/ 1883489 h 5029557"/>
              <a:gd name="connsiteX47" fmla="*/ 36106 w 3643521"/>
              <a:gd name="connsiteY47" fmla="*/ 1754017 h 5029557"/>
              <a:gd name="connsiteX48" fmla="*/ 93855 w 3643521"/>
              <a:gd name="connsiteY48" fmla="*/ 1410500 h 5029557"/>
              <a:gd name="connsiteX49" fmla="*/ 137097 w 3643521"/>
              <a:gd name="connsiteY49" fmla="*/ 1379777 h 5029557"/>
              <a:gd name="connsiteX50" fmla="*/ 126396 w 3643521"/>
              <a:gd name="connsiteY50" fmla="*/ 1369759 h 5029557"/>
              <a:gd name="connsiteX51" fmla="*/ 94061 w 3643521"/>
              <a:gd name="connsiteY51" fmla="*/ 1324249 h 5029557"/>
              <a:gd name="connsiteX52" fmla="*/ 197319 w 3643521"/>
              <a:gd name="connsiteY52" fmla="*/ 948395 h 5029557"/>
              <a:gd name="connsiteX53" fmla="*/ 301276 w 3643521"/>
              <a:gd name="connsiteY53" fmla="*/ 914168 h 5029557"/>
              <a:gd name="connsiteX54" fmla="*/ 341004 w 3643521"/>
              <a:gd name="connsiteY54" fmla="*/ 913374 h 5029557"/>
              <a:gd name="connsiteX55" fmla="*/ 329845 w 3643521"/>
              <a:gd name="connsiteY55" fmla="*/ 862594 h 5029557"/>
              <a:gd name="connsiteX56" fmla="*/ 467331 w 3643521"/>
              <a:gd name="connsiteY56" fmla="*/ 590698 h 5029557"/>
              <a:gd name="connsiteX57" fmla="*/ 624546 w 3643521"/>
              <a:gd name="connsiteY57" fmla="*/ 555406 h 5029557"/>
              <a:gd name="connsiteX58" fmla="*/ 641123 w 3643521"/>
              <a:gd name="connsiteY58" fmla="*/ 558296 h 5029557"/>
              <a:gd name="connsiteX59" fmla="*/ 638298 w 3643521"/>
              <a:gd name="connsiteY59" fmla="*/ 545437 h 5029557"/>
              <a:gd name="connsiteX60" fmla="*/ 775784 w 3643521"/>
              <a:gd name="connsiteY60" fmla="*/ 273542 h 5029557"/>
              <a:gd name="connsiteX61" fmla="*/ 985095 w 3643521"/>
              <a:gd name="connsiteY61" fmla="*/ 247330 h 5029557"/>
              <a:gd name="connsiteX62" fmla="*/ 996491 w 3643521"/>
              <a:gd name="connsiteY62" fmla="*/ 251667 h 5029557"/>
              <a:gd name="connsiteX63" fmla="*/ 1005034 w 3643521"/>
              <a:gd name="connsiteY63" fmla="*/ 202646 h 5029557"/>
              <a:gd name="connsiteX64" fmla="*/ 1134506 w 3643521"/>
              <a:gd name="connsiteY64" fmla="*/ 36107 h 5029557"/>
              <a:gd name="connsiteX65" fmla="*/ 1478023 w 3643521"/>
              <a:gd name="connsiteY65" fmla="*/ 93855 h 5029557"/>
              <a:gd name="connsiteX66" fmla="*/ 1483869 w 3643521"/>
              <a:gd name="connsiteY66" fmla="*/ 102083 h 5029557"/>
              <a:gd name="connsiteX67" fmla="*/ 1510798 w 3643521"/>
              <a:gd name="connsiteY67" fmla="*/ 81925 h 5029557"/>
              <a:gd name="connsiteX68" fmla="*/ 1886650 w 3643521"/>
              <a:gd name="connsiteY68" fmla="*/ 185184 h 5029557"/>
              <a:gd name="connsiteX69" fmla="*/ 1921943 w 3643521"/>
              <a:gd name="connsiteY69" fmla="*/ 342399 h 5029557"/>
              <a:gd name="connsiteX70" fmla="*/ 1915752 w 3643521"/>
              <a:gd name="connsiteY70" fmla="*/ 370045 h 5029557"/>
              <a:gd name="connsiteX71" fmla="*/ 2184003 w 3643521"/>
              <a:gd name="connsiteY71" fmla="*/ 244181 h 5029557"/>
              <a:gd name="connsiteX72" fmla="*/ 2141299 w 3643521"/>
              <a:gd name="connsiteY72" fmla="*/ 695666 h 5029557"/>
              <a:gd name="connsiteX73" fmla="*/ 2525726 w 3643521"/>
              <a:gd name="connsiteY73" fmla="*/ 736135 h 5029557"/>
              <a:gd name="connsiteX74" fmla="*/ 2349408 w 3643521"/>
              <a:gd name="connsiteY74" fmla="*/ 973992 h 5029557"/>
              <a:gd name="connsiteX75" fmla="*/ 2691257 w 3643521"/>
              <a:gd name="connsiteY75" fmla="*/ 1168654 h 5029557"/>
              <a:gd name="connsiteX76" fmla="*/ 2455679 w 3643521"/>
              <a:gd name="connsiteY76" fmla="*/ 1303582 h 5029557"/>
              <a:gd name="connsiteX77" fmla="*/ 2480266 w 3643521"/>
              <a:gd name="connsiteY77" fmla="*/ 1320598 h 5029557"/>
              <a:gd name="connsiteX78" fmla="*/ 2531567 w 3643521"/>
              <a:gd name="connsiteY78" fmla="*/ 1385707 h 5029557"/>
              <a:gd name="connsiteX79" fmla="*/ 2428309 w 3643521"/>
              <a:gd name="connsiteY79" fmla="*/ 1761560 h 5029557"/>
              <a:gd name="connsiteX80" fmla="*/ 2271094 w 3643521"/>
              <a:gd name="connsiteY80" fmla="*/ 1796852 h 5029557"/>
              <a:gd name="connsiteX81" fmla="*/ 2270744 w 3643521"/>
              <a:gd name="connsiteY81" fmla="*/ 1796792 h 5029557"/>
              <a:gd name="connsiteX82" fmla="*/ 2271351 w 3643521"/>
              <a:gd name="connsiteY82" fmla="*/ 1827191 h 5029557"/>
              <a:gd name="connsiteX83" fmla="*/ 2258464 w 3643521"/>
              <a:gd name="connsiteY83" fmla="*/ 1891954 h 5029557"/>
              <a:gd name="connsiteX84" fmla="*/ 2249493 w 3643521"/>
              <a:gd name="connsiteY84" fmla="*/ 1911227 h 5029557"/>
              <a:gd name="connsiteX85" fmla="*/ 2249326 w 3643521"/>
              <a:gd name="connsiteY85" fmla="*/ 1912175 h 5029557"/>
              <a:gd name="connsiteX86" fmla="*/ 2119856 w 3643521"/>
              <a:gd name="connsiteY86" fmla="*/ 2078716 h 5029557"/>
              <a:gd name="connsiteX87" fmla="*/ 1962641 w 3643521"/>
              <a:gd name="connsiteY87" fmla="*/ 2114008 h 5029557"/>
              <a:gd name="connsiteX88" fmla="*/ 1962291 w 3643521"/>
              <a:gd name="connsiteY88" fmla="*/ 2113948 h 5029557"/>
              <a:gd name="connsiteX89" fmla="*/ 1962899 w 3643521"/>
              <a:gd name="connsiteY89" fmla="*/ 2144348 h 5029557"/>
              <a:gd name="connsiteX90" fmla="*/ 1879926 w 3643521"/>
              <a:gd name="connsiteY90" fmla="*/ 2321379 h 5029557"/>
              <a:gd name="connsiteX91" fmla="*/ 1850550 w 3643521"/>
              <a:gd name="connsiteY91" fmla="*/ 2343370 h 5029557"/>
              <a:gd name="connsiteX92" fmla="*/ 2143872 w 3643521"/>
              <a:gd name="connsiteY92" fmla="*/ 2506794 h 5029557"/>
              <a:gd name="connsiteX93" fmla="*/ 2349150 w 3643521"/>
              <a:gd name="connsiteY93" fmla="*/ 2147346 h 5029557"/>
              <a:gd name="connsiteX94" fmla="*/ 2506384 w 3643521"/>
              <a:gd name="connsiteY94" fmla="*/ 2422668 h 5029557"/>
              <a:gd name="connsiteX95" fmla="*/ 2844487 w 3643521"/>
              <a:gd name="connsiteY95" fmla="*/ 2171385 h 5029557"/>
              <a:gd name="connsiteX96" fmla="*/ 2875284 w 3643521"/>
              <a:gd name="connsiteY96" fmla="*/ 2460463 h 5029557"/>
              <a:gd name="connsiteX97" fmla="*/ 2902558 w 3643521"/>
              <a:gd name="connsiteY97" fmla="*/ 2443689 h 5029557"/>
              <a:gd name="connsiteX98" fmla="*/ 2988488 w 3643521"/>
              <a:gd name="connsiteY98" fmla="*/ 2421443 h 5029557"/>
              <a:gd name="connsiteX99" fmla="*/ 3312482 w 3643521"/>
              <a:gd name="connsiteY99" fmla="*/ 2684585 h 5029557"/>
              <a:gd name="connsiteX100" fmla="*/ 3279356 w 3643521"/>
              <a:gd name="connsiteY100" fmla="*/ 2853917 h 5029557"/>
              <a:gd name="connsiteX101" fmla="*/ 3279146 w 3643521"/>
              <a:gd name="connsiteY101" fmla="*/ 2854234 h 5029557"/>
              <a:gd name="connsiteX102" fmla="*/ 3309211 w 3643521"/>
              <a:gd name="connsiteY102" fmla="*/ 2866734 h 5029557"/>
              <a:gd name="connsiteX103" fmla="*/ 3367150 w 3643521"/>
              <a:gd name="connsiteY103" fmla="*/ 2907267 h 5029557"/>
              <a:gd name="connsiteX104" fmla="*/ 3382181 w 3643521"/>
              <a:gd name="connsiteY104" fmla="*/ 2924365 h 5029557"/>
              <a:gd name="connsiteX105" fmla="*/ 3383038 w 3643521"/>
              <a:gd name="connsiteY105" fmla="*/ 2924936 h 5029557"/>
              <a:gd name="connsiteX106" fmla="*/ 3490537 w 3643521"/>
              <a:gd name="connsiteY106" fmla="*/ 3123608 h 5029557"/>
              <a:gd name="connsiteX107" fmla="*/ 3457411 w 3643521"/>
              <a:gd name="connsiteY107" fmla="*/ 3292940 h 5029557"/>
              <a:gd name="connsiteX108" fmla="*/ 3457201 w 3643521"/>
              <a:gd name="connsiteY108" fmla="*/ 3293257 h 5029557"/>
              <a:gd name="connsiteX109" fmla="*/ 3487266 w 3643521"/>
              <a:gd name="connsiteY109" fmla="*/ 3305757 h 5029557"/>
              <a:gd name="connsiteX110" fmla="*/ 3641926 w 3643521"/>
              <a:gd name="connsiteY110" fmla="*/ 3535772 h 5029557"/>
              <a:gd name="connsiteX111" fmla="*/ 3437330 w 3643521"/>
              <a:gd name="connsiteY111" fmla="*/ 3847670 h 5029557"/>
              <a:gd name="connsiteX112" fmla="*/ 3434968 w 3643521"/>
              <a:gd name="connsiteY112" fmla="*/ 3848158 h 5029557"/>
              <a:gd name="connsiteX113" fmla="*/ 3437036 w 3643521"/>
              <a:gd name="connsiteY113" fmla="*/ 3849016 h 5029557"/>
              <a:gd name="connsiteX114" fmla="*/ 3591696 w 3643521"/>
              <a:gd name="connsiteY114" fmla="*/ 4079033 h 5029557"/>
              <a:gd name="connsiteX115" fmla="*/ 3440433 w 3643521"/>
              <a:gd name="connsiteY115" fmla="*/ 4368112 h 5029557"/>
              <a:gd name="connsiteX116" fmla="*/ 3413519 w 3643521"/>
              <a:gd name="connsiteY116" fmla="*/ 4379627 h 5029557"/>
              <a:gd name="connsiteX117" fmla="*/ 3421993 w 3643521"/>
              <a:gd name="connsiteY117" fmla="*/ 4391998 h 5029557"/>
              <a:gd name="connsiteX118" fmla="*/ 3456905 w 3643521"/>
              <a:gd name="connsiteY118" fmla="*/ 4503877 h 5029557"/>
              <a:gd name="connsiteX119" fmla="*/ 3193763 w 3643521"/>
              <a:gd name="connsiteY119" fmla="*/ 4827870 h 5029557"/>
              <a:gd name="connsiteX120" fmla="*/ 3024431 w 3643521"/>
              <a:gd name="connsiteY120" fmla="*/ 4794744 h 5029557"/>
              <a:gd name="connsiteX121" fmla="*/ 3004379 w 3643521"/>
              <a:gd name="connsiteY121" fmla="*/ 4781417 h 5029557"/>
              <a:gd name="connsiteX122" fmla="*/ 2996523 w 3643521"/>
              <a:gd name="connsiteY122" fmla="*/ 4820629 h 5029557"/>
              <a:gd name="connsiteX123" fmla="*/ 2830537 w 3643521"/>
              <a:gd name="connsiteY123" fmla="*/ 5005716 h 5029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3643521" h="5029557">
                <a:moveTo>
                  <a:pt x="2830537" y="5005716"/>
                </a:moveTo>
                <a:cubicBezTo>
                  <a:pt x="2803849" y="5017152"/>
                  <a:pt x="2775007" y="5024811"/>
                  <a:pt x="2744607" y="5027962"/>
                </a:cubicBezTo>
                <a:cubicBezTo>
                  <a:pt x="2643275" y="5038464"/>
                  <a:pt x="2548612" y="4996381"/>
                  <a:pt x="2487763" y="4923760"/>
                </a:cubicBezTo>
                <a:lnTo>
                  <a:pt x="2478816" y="4910698"/>
                </a:lnTo>
                <a:lnTo>
                  <a:pt x="2473244" y="4919083"/>
                </a:lnTo>
                <a:cubicBezTo>
                  <a:pt x="2425624" y="4977714"/>
                  <a:pt x="2355638" y="5018180"/>
                  <a:pt x="2274571" y="5026582"/>
                </a:cubicBezTo>
                <a:cubicBezTo>
                  <a:pt x="2132705" y="5041285"/>
                  <a:pt x="2003912" y="4952922"/>
                  <a:pt x="1962674" y="4821986"/>
                </a:cubicBezTo>
                <a:lnTo>
                  <a:pt x="1951181" y="4766358"/>
                </a:lnTo>
                <a:lnTo>
                  <a:pt x="1936750" y="4772533"/>
                </a:lnTo>
                <a:cubicBezTo>
                  <a:pt x="1918044" y="4778423"/>
                  <a:pt x="1898470" y="4782528"/>
                  <a:pt x="1878204" y="4784629"/>
                </a:cubicBezTo>
                <a:cubicBezTo>
                  <a:pt x="1716071" y="4801432"/>
                  <a:pt x="1571014" y="4683619"/>
                  <a:pt x="1554210" y="4521487"/>
                </a:cubicBezTo>
                <a:cubicBezTo>
                  <a:pt x="1550010" y="4480954"/>
                  <a:pt x="1554222" y="4441487"/>
                  <a:pt x="1565437" y="4404826"/>
                </a:cubicBezTo>
                <a:lnTo>
                  <a:pt x="1581773" y="4365536"/>
                </a:lnTo>
                <a:lnTo>
                  <a:pt x="1527182" y="4354600"/>
                </a:lnTo>
                <a:cubicBezTo>
                  <a:pt x="1417198" y="4320955"/>
                  <a:pt x="1332453" y="4224285"/>
                  <a:pt x="1319850" y="4102685"/>
                </a:cubicBezTo>
                <a:cubicBezTo>
                  <a:pt x="1313548" y="4041885"/>
                  <a:pt x="1326178" y="3983487"/>
                  <a:pt x="1352976" y="3933353"/>
                </a:cubicBezTo>
                <a:lnTo>
                  <a:pt x="1362950" y="3918346"/>
                </a:lnTo>
                <a:lnTo>
                  <a:pt x="1349127" y="3915577"/>
                </a:lnTo>
                <a:cubicBezTo>
                  <a:pt x="1239143" y="3881932"/>
                  <a:pt x="1154398" y="3785262"/>
                  <a:pt x="1141795" y="3663662"/>
                </a:cubicBezTo>
                <a:cubicBezTo>
                  <a:pt x="1133393" y="3582596"/>
                  <a:pt x="1158646" y="3505799"/>
                  <a:pt x="1206265" y="3447168"/>
                </a:cubicBezTo>
                <a:lnTo>
                  <a:pt x="1215426" y="3437864"/>
                </a:lnTo>
                <a:lnTo>
                  <a:pt x="1171048" y="3408371"/>
                </a:lnTo>
                <a:cubicBezTo>
                  <a:pt x="1112418" y="3360751"/>
                  <a:pt x="1071953" y="3290764"/>
                  <a:pt x="1063551" y="3209699"/>
                </a:cubicBezTo>
                <a:cubicBezTo>
                  <a:pt x="1048848" y="3067832"/>
                  <a:pt x="1137211" y="2939040"/>
                  <a:pt x="1268147" y="2897801"/>
                </a:cubicBezTo>
                <a:lnTo>
                  <a:pt x="1278732" y="2895615"/>
                </a:lnTo>
                <a:lnTo>
                  <a:pt x="1270570" y="2860531"/>
                </a:lnTo>
                <a:cubicBezTo>
                  <a:pt x="1253766" y="2698398"/>
                  <a:pt x="1371579" y="2553341"/>
                  <a:pt x="1533712" y="2536538"/>
                </a:cubicBezTo>
                <a:cubicBezTo>
                  <a:pt x="1594512" y="2530237"/>
                  <a:pt x="1652910" y="2542866"/>
                  <a:pt x="1703044" y="2569663"/>
                </a:cubicBezTo>
                <a:lnTo>
                  <a:pt x="1727481" y="2587642"/>
                </a:lnTo>
                <a:lnTo>
                  <a:pt x="1722729" y="2395272"/>
                </a:lnTo>
                <a:lnTo>
                  <a:pt x="1640846" y="2394978"/>
                </a:lnTo>
                <a:cubicBezTo>
                  <a:pt x="1579992" y="2384365"/>
                  <a:pt x="1523054" y="2353461"/>
                  <a:pt x="1480831" y="2305236"/>
                </a:cubicBezTo>
                <a:lnTo>
                  <a:pt x="1479527" y="2303399"/>
                </a:lnTo>
                <a:lnTo>
                  <a:pt x="1479570" y="2305490"/>
                </a:lnTo>
                <a:cubicBezTo>
                  <a:pt x="1472775" y="2393705"/>
                  <a:pt x="1423707" y="2477081"/>
                  <a:pt x="1341018" y="2524127"/>
                </a:cubicBezTo>
                <a:cubicBezTo>
                  <a:pt x="1241791" y="2580583"/>
                  <a:pt x="1122329" y="2568693"/>
                  <a:pt x="1037045" y="2503403"/>
                </a:cubicBezTo>
                <a:lnTo>
                  <a:pt x="1017090" y="2484719"/>
                </a:lnTo>
                <a:lnTo>
                  <a:pt x="1009696" y="2496611"/>
                </a:lnTo>
                <a:cubicBezTo>
                  <a:pt x="987934" y="2525039"/>
                  <a:pt x="960236" y="2549670"/>
                  <a:pt x="927160" y="2568489"/>
                </a:cubicBezTo>
                <a:cubicBezTo>
                  <a:pt x="794859" y="2643764"/>
                  <a:pt x="626583" y="2597533"/>
                  <a:pt x="551308" y="2465230"/>
                </a:cubicBezTo>
                <a:cubicBezTo>
                  <a:pt x="523081" y="2415617"/>
                  <a:pt x="511939" y="2360945"/>
                  <a:pt x="516017" y="2308015"/>
                </a:cubicBezTo>
                <a:lnTo>
                  <a:pt x="519877" y="2285865"/>
                </a:lnTo>
                <a:lnTo>
                  <a:pt x="483402" y="2293880"/>
                </a:lnTo>
                <a:cubicBezTo>
                  <a:pt x="376730" y="2306432"/>
                  <a:pt x="267961" y="2255620"/>
                  <a:pt x="211505" y="2156393"/>
                </a:cubicBezTo>
                <a:cubicBezTo>
                  <a:pt x="164459" y="2073705"/>
                  <a:pt x="164876" y="1976963"/>
                  <a:pt x="204103" y="1897659"/>
                </a:cubicBezTo>
                <a:lnTo>
                  <a:pt x="211910" y="1885103"/>
                </a:lnTo>
                <a:lnTo>
                  <a:pt x="202648" y="1883489"/>
                </a:lnTo>
                <a:cubicBezTo>
                  <a:pt x="134632" y="1864802"/>
                  <a:pt x="73744" y="1820169"/>
                  <a:pt x="36106" y="1754017"/>
                </a:cubicBezTo>
                <a:cubicBezTo>
                  <a:pt x="-29759" y="1638253"/>
                  <a:pt x="-2597" y="1494946"/>
                  <a:pt x="93855" y="1410500"/>
                </a:cubicBezTo>
                <a:lnTo>
                  <a:pt x="137097" y="1379777"/>
                </a:lnTo>
                <a:lnTo>
                  <a:pt x="126396" y="1369759"/>
                </a:lnTo>
                <a:cubicBezTo>
                  <a:pt x="114333" y="1355979"/>
                  <a:pt x="103471" y="1340786"/>
                  <a:pt x="94061" y="1324249"/>
                </a:cubicBezTo>
                <a:cubicBezTo>
                  <a:pt x="18786" y="1191946"/>
                  <a:pt x="65017" y="1023671"/>
                  <a:pt x="197319" y="948395"/>
                </a:cubicBezTo>
                <a:cubicBezTo>
                  <a:pt x="230395" y="929578"/>
                  <a:pt x="265719" y="918352"/>
                  <a:pt x="301276" y="914168"/>
                </a:cubicBezTo>
                <a:lnTo>
                  <a:pt x="341004" y="913374"/>
                </a:lnTo>
                <a:lnTo>
                  <a:pt x="329845" y="862594"/>
                </a:lnTo>
                <a:cubicBezTo>
                  <a:pt x="317292" y="755923"/>
                  <a:pt x="368104" y="647155"/>
                  <a:pt x="467331" y="590698"/>
                </a:cubicBezTo>
                <a:cubicBezTo>
                  <a:pt x="516945" y="562469"/>
                  <a:pt x="571617" y="551329"/>
                  <a:pt x="624546" y="555406"/>
                </a:cubicBezTo>
                <a:lnTo>
                  <a:pt x="641123" y="558296"/>
                </a:lnTo>
                <a:lnTo>
                  <a:pt x="638298" y="545437"/>
                </a:lnTo>
                <a:cubicBezTo>
                  <a:pt x="625745" y="438767"/>
                  <a:pt x="676557" y="329998"/>
                  <a:pt x="775784" y="273542"/>
                </a:cubicBezTo>
                <a:cubicBezTo>
                  <a:pt x="841935" y="235905"/>
                  <a:pt x="917079" y="228644"/>
                  <a:pt x="985095" y="247330"/>
                </a:cubicBezTo>
                <a:lnTo>
                  <a:pt x="996491" y="251667"/>
                </a:lnTo>
                <a:lnTo>
                  <a:pt x="1005034" y="202646"/>
                </a:lnTo>
                <a:cubicBezTo>
                  <a:pt x="1023721" y="134631"/>
                  <a:pt x="1068355" y="73744"/>
                  <a:pt x="1134506" y="36107"/>
                </a:cubicBezTo>
                <a:cubicBezTo>
                  <a:pt x="1250271" y="-29759"/>
                  <a:pt x="1393577" y="-2596"/>
                  <a:pt x="1478023" y="93855"/>
                </a:cubicBezTo>
                <a:lnTo>
                  <a:pt x="1483869" y="102083"/>
                </a:lnTo>
                <a:lnTo>
                  <a:pt x="1510798" y="81925"/>
                </a:lnTo>
                <a:cubicBezTo>
                  <a:pt x="1643100" y="6650"/>
                  <a:pt x="1811376" y="52881"/>
                  <a:pt x="1886650" y="185184"/>
                </a:cubicBezTo>
                <a:cubicBezTo>
                  <a:pt x="1914878" y="234798"/>
                  <a:pt x="1926019" y="289470"/>
                  <a:pt x="1921943" y="342399"/>
                </a:cubicBezTo>
                <a:lnTo>
                  <a:pt x="1915752" y="370045"/>
                </a:lnTo>
                <a:lnTo>
                  <a:pt x="2184003" y="244181"/>
                </a:lnTo>
                <a:lnTo>
                  <a:pt x="2141299" y="695666"/>
                </a:lnTo>
                <a:lnTo>
                  <a:pt x="2525726" y="736135"/>
                </a:lnTo>
                <a:lnTo>
                  <a:pt x="2349408" y="973992"/>
                </a:lnTo>
                <a:lnTo>
                  <a:pt x="2691257" y="1168654"/>
                </a:lnTo>
                <a:lnTo>
                  <a:pt x="2455679" y="1303582"/>
                </a:lnTo>
                <a:lnTo>
                  <a:pt x="2480266" y="1320598"/>
                </a:lnTo>
                <a:cubicBezTo>
                  <a:pt x="2500070" y="1339120"/>
                  <a:pt x="2517452" y="1360900"/>
                  <a:pt x="2531567" y="1385707"/>
                </a:cubicBezTo>
                <a:cubicBezTo>
                  <a:pt x="2606842" y="1518010"/>
                  <a:pt x="2560612" y="1686285"/>
                  <a:pt x="2428309" y="1761560"/>
                </a:cubicBezTo>
                <a:cubicBezTo>
                  <a:pt x="2378696" y="1789787"/>
                  <a:pt x="2324024" y="1800929"/>
                  <a:pt x="2271094" y="1796852"/>
                </a:cubicBezTo>
                <a:lnTo>
                  <a:pt x="2270744" y="1796792"/>
                </a:lnTo>
                <a:lnTo>
                  <a:pt x="2271351" y="1827191"/>
                </a:lnTo>
                <a:cubicBezTo>
                  <a:pt x="2269653" y="1849245"/>
                  <a:pt x="2265312" y="1870996"/>
                  <a:pt x="2258464" y="1891954"/>
                </a:cubicBezTo>
                <a:lnTo>
                  <a:pt x="2249493" y="1911227"/>
                </a:lnTo>
                <a:lnTo>
                  <a:pt x="2249326" y="1912175"/>
                </a:lnTo>
                <a:cubicBezTo>
                  <a:pt x="2230641" y="1980191"/>
                  <a:pt x="2186007" y="2041079"/>
                  <a:pt x="2119856" y="2078716"/>
                </a:cubicBezTo>
                <a:cubicBezTo>
                  <a:pt x="2070243" y="2106944"/>
                  <a:pt x="2015571" y="2118085"/>
                  <a:pt x="1962641" y="2114008"/>
                </a:cubicBezTo>
                <a:lnTo>
                  <a:pt x="1962291" y="2113948"/>
                </a:lnTo>
                <a:lnTo>
                  <a:pt x="1962899" y="2144348"/>
                </a:lnTo>
                <a:cubicBezTo>
                  <a:pt x="1957802" y="2210509"/>
                  <a:pt x="1928928" y="2273947"/>
                  <a:pt x="1879926" y="2321379"/>
                </a:cubicBezTo>
                <a:lnTo>
                  <a:pt x="1850550" y="2343370"/>
                </a:lnTo>
                <a:lnTo>
                  <a:pt x="2143872" y="2506794"/>
                </a:lnTo>
                <a:lnTo>
                  <a:pt x="2349150" y="2147346"/>
                </a:lnTo>
                <a:lnTo>
                  <a:pt x="2506384" y="2422668"/>
                </a:lnTo>
                <a:lnTo>
                  <a:pt x="2844487" y="2171385"/>
                </a:lnTo>
                <a:lnTo>
                  <a:pt x="2875284" y="2460463"/>
                </a:lnTo>
                <a:lnTo>
                  <a:pt x="2902558" y="2443689"/>
                </a:lnTo>
                <a:cubicBezTo>
                  <a:pt x="2929247" y="2432253"/>
                  <a:pt x="2958088" y="2424594"/>
                  <a:pt x="2988488" y="2421443"/>
                </a:cubicBezTo>
                <a:cubicBezTo>
                  <a:pt x="3150621" y="2404639"/>
                  <a:pt x="3295678" y="2522452"/>
                  <a:pt x="3312482" y="2684585"/>
                </a:cubicBezTo>
                <a:cubicBezTo>
                  <a:pt x="3318783" y="2745384"/>
                  <a:pt x="3306154" y="2803782"/>
                  <a:pt x="3279356" y="2853917"/>
                </a:cubicBezTo>
                <a:lnTo>
                  <a:pt x="3279146" y="2854234"/>
                </a:lnTo>
                <a:lnTo>
                  <a:pt x="3309211" y="2866734"/>
                </a:lnTo>
                <a:cubicBezTo>
                  <a:pt x="3330100" y="2877900"/>
                  <a:pt x="3349554" y="2891526"/>
                  <a:pt x="3367150" y="2907267"/>
                </a:cubicBezTo>
                <a:lnTo>
                  <a:pt x="3382181" y="2924365"/>
                </a:lnTo>
                <a:lnTo>
                  <a:pt x="3383038" y="2924936"/>
                </a:lnTo>
                <a:cubicBezTo>
                  <a:pt x="3441670" y="2972555"/>
                  <a:pt x="3482135" y="3042542"/>
                  <a:pt x="3490537" y="3123608"/>
                </a:cubicBezTo>
                <a:cubicBezTo>
                  <a:pt x="3496838" y="3184407"/>
                  <a:pt x="3484209" y="3242805"/>
                  <a:pt x="3457411" y="3292940"/>
                </a:cubicBezTo>
                <a:lnTo>
                  <a:pt x="3457201" y="3293257"/>
                </a:lnTo>
                <a:lnTo>
                  <a:pt x="3487266" y="3305757"/>
                </a:lnTo>
                <a:cubicBezTo>
                  <a:pt x="3570822" y="3350420"/>
                  <a:pt x="3631423" y="3434440"/>
                  <a:pt x="3641926" y="3535772"/>
                </a:cubicBezTo>
                <a:cubicBezTo>
                  <a:pt x="3656629" y="3677638"/>
                  <a:pt x="3568266" y="3806431"/>
                  <a:pt x="3437330" y="3847670"/>
                </a:cubicBezTo>
                <a:lnTo>
                  <a:pt x="3434968" y="3848158"/>
                </a:lnTo>
                <a:lnTo>
                  <a:pt x="3437036" y="3849016"/>
                </a:lnTo>
                <a:cubicBezTo>
                  <a:pt x="3520592" y="3893679"/>
                  <a:pt x="3581194" y="3977700"/>
                  <a:pt x="3591696" y="4079033"/>
                </a:cubicBezTo>
                <a:cubicBezTo>
                  <a:pt x="3604299" y="4200632"/>
                  <a:pt x="3541180" y="4312627"/>
                  <a:pt x="3440433" y="4368112"/>
                </a:cubicBezTo>
                <a:lnTo>
                  <a:pt x="3413519" y="4379627"/>
                </a:lnTo>
                <a:lnTo>
                  <a:pt x="3421993" y="4391998"/>
                </a:lnTo>
                <a:cubicBezTo>
                  <a:pt x="3440488" y="4425580"/>
                  <a:pt x="3452704" y="4463344"/>
                  <a:pt x="3456905" y="4503877"/>
                </a:cubicBezTo>
                <a:cubicBezTo>
                  <a:pt x="3473709" y="4666009"/>
                  <a:pt x="3355896" y="4811066"/>
                  <a:pt x="3193763" y="4827870"/>
                </a:cubicBezTo>
                <a:cubicBezTo>
                  <a:pt x="3132964" y="4834171"/>
                  <a:pt x="3074565" y="4821542"/>
                  <a:pt x="3024431" y="4794744"/>
                </a:cubicBezTo>
                <a:lnTo>
                  <a:pt x="3004379" y="4781417"/>
                </a:lnTo>
                <a:lnTo>
                  <a:pt x="2996523" y="4820629"/>
                </a:lnTo>
                <a:cubicBezTo>
                  <a:pt x="2971288" y="4903117"/>
                  <a:pt x="2910603" y="4971409"/>
                  <a:pt x="2830537" y="5005716"/>
                </a:cubicBezTo>
                <a:close/>
              </a:path>
            </a:pathLst>
          </a:custGeom>
          <a:solidFill>
            <a:srgbClr val="0000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/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33E96628-307A-445A-B09A-59D70F3B1EF3}"/>
              </a:ext>
            </a:extLst>
          </p:cNvPr>
          <p:cNvSpPr/>
          <p:nvPr/>
        </p:nvSpPr>
        <p:spPr>
          <a:xfrm rot="2700000">
            <a:off x="2329117" y="2410922"/>
            <a:ext cx="651034" cy="719062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rgbClr val="FF7A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5BC22B5E-02FB-477B-8BB7-5DDF50C01D14}"/>
              </a:ext>
            </a:extLst>
          </p:cNvPr>
          <p:cNvSpPr/>
          <p:nvPr/>
        </p:nvSpPr>
        <p:spPr>
          <a:xfrm rot="2750059">
            <a:off x="3487776" y="1433708"/>
            <a:ext cx="560111" cy="630490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7" name="Freeform: Shape 176">
            <a:extLst>
              <a:ext uri="{FF2B5EF4-FFF2-40B4-BE49-F238E27FC236}">
                <a16:creationId xmlns:a16="http://schemas.microsoft.com/office/drawing/2014/main" id="{131BF3FB-3C1F-41F4-A8E4-DF19F9347E0E}"/>
              </a:ext>
            </a:extLst>
          </p:cNvPr>
          <p:cNvSpPr/>
          <p:nvPr/>
        </p:nvSpPr>
        <p:spPr>
          <a:xfrm rot="6763370">
            <a:off x="4533767" y="2396490"/>
            <a:ext cx="573888" cy="630384"/>
          </a:xfrm>
          <a:custGeom>
            <a:avLst/>
            <a:gdLst>
              <a:gd name="connsiteX0" fmla="*/ 473156 w 2886170"/>
              <a:gd name="connsiteY0" fmla="*/ 2862706 h 3170295"/>
              <a:gd name="connsiteX1" fmla="*/ 458619 w 2886170"/>
              <a:gd name="connsiteY1" fmla="*/ 2790701 h 3170295"/>
              <a:gd name="connsiteX2" fmla="*/ 490212 w 2886170"/>
              <a:gd name="connsiteY2" fmla="*/ 2687274 h 3170295"/>
              <a:gd name="connsiteX3" fmla="*/ 505791 w 2886170"/>
              <a:gd name="connsiteY3" fmla="*/ 2670129 h 3170295"/>
              <a:gd name="connsiteX4" fmla="*/ 485557 w 2886170"/>
              <a:gd name="connsiteY4" fmla="*/ 2668089 h 3170295"/>
              <a:gd name="connsiteX5" fmla="*/ 337852 w 2886170"/>
              <a:gd name="connsiteY5" fmla="*/ 2486861 h 3170295"/>
              <a:gd name="connsiteX6" fmla="*/ 450833 w 2886170"/>
              <a:gd name="connsiteY6" fmla="*/ 2316412 h 3170295"/>
              <a:gd name="connsiteX7" fmla="*/ 485451 w 2886170"/>
              <a:gd name="connsiteY7" fmla="*/ 2305666 h 3170295"/>
              <a:gd name="connsiteX8" fmla="*/ 472499 w 2886170"/>
              <a:gd name="connsiteY8" fmla="*/ 2297808 h 3170295"/>
              <a:gd name="connsiteX9" fmla="*/ 405181 w 2886170"/>
              <a:gd name="connsiteY9" fmla="*/ 2155064 h 3170295"/>
              <a:gd name="connsiteX10" fmla="*/ 590167 w 2886170"/>
              <a:gd name="connsiteY10" fmla="*/ 1970078 h 3170295"/>
              <a:gd name="connsiteX11" fmla="*/ 593708 w 2886170"/>
              <a:gd name="connsiteY11" fmla="*/ 1970435 h 3170295"/>
              <a:gd name="connsiteX12" fmla="*/ 592883 w 2886170"/>
              <a:gd name="connsiteY12" fmla="*/ 1962256 h 3170295"/>
              <a:gd name="connsiteX13" fmla="*/ 777869 w 2886170"/>
              <a:gd name="connsiteY13" fmla="*/ 1777270 h 3170295"/>
              <a:gd name="connsiteX14" fmla="*/ 948318 w 2886170"/>
              <a:gd name="connsiteY14" fmla="*/ 1890251 h 3170295"/>
              <a:gd name="connsiteX15" fmla="*/ 957505 w 2886170"/>
              <a:gd name="connsiteY15" fmla="*/ 1935755 h 3170295"/>
              <a:gd name="connsiteX16" fmla="*/ 970469 w 2886170"/>
              <a:gd name="connsiteY16" fmla="*/ 1931731 h 3170295"/>
              <a:gd name="connsiteX17" fmla="*/ 1007750 w 2886170"/>
              <a:gd name="connsiteY17" fmla="*/ 1927973 h 3170295"/>
              <a:gd name="connsiteX18" fmla="*/ 1138555 w 2886170"/>
              <a:gd name="connsiteY18" fmla="*/ 1982154 h 3170295"/>
              <a:gd name="connsiteX19" fmla="*/ 1158039 w 2886170"/>
              <a:gd name="connsiteY19" fmla="*/ 2011053 h 3170295"/>
              <a:gd name="connsiteX20" fmla="*/ 1163438 w 2886170"/>
              <a:gd name="connsiteY20" fmla="*/ 2003045 h 3170295"/>
              <a:gd name="connsiteX21" fmla="*/ 1294243 w 2886170"/>
              <a:gd name="connsiteY21" fmla="*/ 1948864 h 3170295"/>
              <a:gd name="connsiteX22" fmla="*/ 1366248 w 2886170"/>
              <a:gd name="connsiteY22" fmla="*/ 1963401 h 3170295"/>
              <a:gd name="connsiteX23" fmla="*/ 1371476 w 2886170"/>
              <a:gd name="connsiteY23" fmla="*/ 1966926 h 3170295"/>
              <a:gd name="connsiteX24" fmla="*/ 1390118 w 2886170"/>
              <a:gd name="connsiteY24" fmla="*/ 1939275 h 3170295"/>
              <a:gd name="connsiteX25" fmla="*/ 1520923 w 2886170"/>
              <a:gd name="connsiteY25" fmla="*/ 1885094 h 3170295"/>
              <a:gd name="connsiteX26" fmla="*/ 1592928 w 2886170"/>
              <a:gd name="connsiteY26" fmla="*/ 1899631 h 3170295"/>
              <a:gd name="connsiteX27" fmla="*/ 1613957 w 2886170"/>
              <a:gd name="connsiteY27" fmla="*/ 1913809 h 3170295"/>
              <a:gd name="connsiteX28" fmla="*/ 1612352 w 2886170"/>
              <a:gd name="connsiteY28" fmla="*/ 1907431 h 3170295"/>
              <a:gd name="connsiteX29" fmla="*/ 1664302 w 2886170"/>
              <a:gd name="connsiteY29" fmla="*/ 1760523 h 3170295"/>
              <a:gd name="connsiteX30" fmla="*/ 1702725 w 2886170"/>
              <a:gd name="connsiteY30" fmla="*/ 1734472 h 3170295"/>
              <a:gd name="connsiteX31" fmla="*/ 1694006 w 2886170"/>
              <a:gd name="connsiteY31" fmla="*/ 1724068 h 3170295"/>
              <a:gd name="connsiteX32" fmla="*/ 1676139 w 2886170"/>
              <a:gd name="connsiteY32" fmla="*/ 1691133 h 3170295"/>
              <a:gd name="connsiteX33" fmla="*/ 1675588 w 2886170"/>
              <a:gd name="connsiteY33" fmla="*/ 1549551 h 3170295"/>
              <a:gd name="connsiteX34" fmla="*/ 1694718 w 2886170"/>
              <a:gd name="connsiteY34" fmla="*/ 1520417 h 3170295"/>
              <a:gd name="connsiteX35" fmla="*/ 1685246 w 2886170"/>
              <a:gd name="connsiteY35" fmla="*/ 1518530 h 3170295"/>
              <a:gd name="connsiteX36" fmla="*/ 1584744 w 2886170"/>
              <a:gd name="connsiteY36" fmla="*/ 1418806 h 3170295"/>
              <a:gd name="connsiteX37" fmla="*/ 1570339 w 2886170"/>
              <a:gd name="connsiteY37" fmla="*/ 1346775 h 3170295"/>
              <a:gd name="connsiteX38" fmla="*/ 1571571 w 2886170"/>
              <a:gd name="connsiteY38" fmla="*/ 1340591 h 3170295"/>
              <a:gd name="connsiteX39" fmla="*/ 1538865 w 2886170"/>
              <a:gd name="connsiteY39" fmla="*/ 1334077 h 3170295"/>
              <a:gd name="connsiteX40" fmla="*/ 1438363 w 2886170"/>
              <a:gd name="connsiteY40" fmla="*/ 1234353 h 3170295"/>
              <a:gd name="connsiteX41" fmla="*/ 1423958 w 2886170"/>
              <a:gd name="connsiteY41" fmla="*/ 1162321 h 3170295"/>
              <a:gd name="connsiteX42" fmla="*/ 1436398 w 2886170"/>
              <a:gd name="connsiteY42" fmla="*/ 1099869 h 3170295"/>
              <a:gd name="connsiteX43" fmla="*/ 1404742 w 2886170"/>
              <a:gd name="connsiteY43" fmla="*/ 1126160 h 3170295"/>
              <a:gd name="connsiteX44" fmla="*/ 1363992 w 2886170"/>
              <a:gd name="connsiteY44" fmla="*/ 1139154 h 3170295"/>
              <a:gd name="connsiteX45" fmla="*/ 1371564 w 2886170"/>
              <a:gd name="connsiteY45" fmla="*/ 1148272 h 3170295"/>
              <a:gd name="connsiteX46" fmla="*/ 1390323 w 2886170"/>
              <a:gd name="connsiteY46" fmla="*/ 1321006 h 3170295"/>
              <a:gd name="connsiteX47" fmla="*/ 1348397 w 2886170"/>
              <a:gd name="connsiteY47" fmla="*/ 1400810 h 3170295"/>
              <a:gd name="connsiteX48" fmla="*/ 1342444 w 2886170"/>
              <a:gd name="connsiteY48" fmla="*/ 1405754 h 3170295"/>
              <a:gd name="connsiteX49" fmla="*/ 1368592 w 2886170"/>
              <a:gd name="connsiteY49" fmla="*/ 1437237 h 3170295"/>
              <a:gd name="connsiteX50" fmla="*/ 1387351 w 2886170"/>
              <a:gd name="connsiteY50" fmla="*/ 1609971 h 3170295"/>
              <a:gd name="connsiteX51" fmla="*/ 1105741 w 2886170"/>
              <a:gd name="connsiteY51" fmla="*/ 1764137 h 3170295"/>
              <a:gd name="connsiteX52" fmla="*/ 1025936 w 2886170"/>
              <a:gd name="connsiteY52" fmla="*/ 1722210 h 3170295"/>
              <a:gd name="connsiteX53" fmla="*/ 984062 w 2886170"/>
              <a:gd name="connsiteY53" fmla="*/ 1671789 h 3170295"/>
              <a:gd name="connsiteX54" fmla="*/ 958800 w 2886170"/>
              <a:gd name="connsiteY54" fmla="*/ 1692769 h 3170295"/>
              <a:gd name="connsiteX55" fmla="*/ 786066 w 2886170"/>
              <a:gd name="connsiteY55" fmla="*/ 1711528 h 3170295"/>
              <a:gd name="connsiteX56" fmla="*/ 650659 w 2886170"/>
              <a:gd name="connsiteY56" fmla="*/ 1602652 h 3170295"/>
              <a:gd name="connsiteX57" fmla="*/ 640859 w 2886170"/>
              <a:gd name="connsiteY57" fmla="*/ 1571918 h 3170295"/>
              <a:gd name="connsiteX58" fmla="*/ 567292 w 2886170"/>
              <a:gd name="connsiteY58" fmla="*/ 1595378 h 3170295"/>
              <a:gd name="connsiteX59" fmla="*/ 477472 w 2886170"/>
              <a:gd name="connsiteY59" fmla="*/ 1587697 h 3170295"/>
              <a:gd name="connsiteX60" fmla="*/ 315625 w 2886170"/>
              <a:gd name="connsiteY60" fmla="*/ 1395906 h 3170295"/>
              <a:gd name="connsiteX61" fmla="*/ 322736 w 2886170"/>
              <a:gd name="connsiteY61" fmla="*/ 1312747 h 3170295"/>
              <a:gd name="connsiteX62" fmla="*/ 309379 w 2886170"/>
              <a:gd name="connsiteY62" fmla="*/ 1312967 h 3170295"/>
              <a:gd name="connsiteX63" fmla="*/ 264172 w 2886170"/>
              <a:gd name="connsiteY63" fmla="*/ 1304551 h 3170295"/>
              <a:gd name="connsiteX64" fmla="*/ 111590 w 2886170"/>
              <a:gd name="connsiteY64" fmla="*/ 1155647 h 3170295"/>
              <a:gd name="connsiteX65" fmla="*/ 110006 w 2886170"/>
              <a:gd name="connsiteY65" fmla="*/ 1022941 h 3170295"/>
              <a:gd name="connsiteX66" fmla="*/ 117851 w 2886170"/>
              <a:gd name="connsiteY66" fmla="*/ 1008008 h 3170295"/>
              <a:gd name="connsiteX67" fmla="*/ 83547 w 2886170"/>
              <a:gd name="connsiteY67" fmla="*/ 985263 h 3170295"/>
              <a:gd name="connsiteX68" fmla="*/ 9186 w 2886170"/>
              <a:gd name="connsiteY68" fmla="*/ 745579 h 3170295"/>
              <a:gd name="connsiteX69" fmla="*/ 118062 w 2886170"/>
              <a:gd name="connsiteY69" fmla="*/ 610172 h 3170295"/>
              <a:gd name="connsiteX70" fmla="*/ 131652 w 2886170"/>
              <a:gd name="connsiteY70" fmla="*/ 605839 h 3170295"/>
              <a:gd name="connsiteX71" fmla="*/ 113440 w 2886170"/>
              <a:gd name="connsiteY71" fmla="*/ 583910 h 3170295"/>
              <a:gd name="connsiteX72" fmla="*/ 94681 w 2886170"/>
              <a:gd name="connsiteY72" fmla="*/ 411175 h 3170295"/>
              <a:gd name="connsiteX73" fmla="*/ 376291 w 2886170"/>
              <a:gd name="connsiteY73" fmla="*/ 257009 h 3170295"/>
              <a:gd name="connsiteX74" fmla="*/ 399397 w 2886170"/>
              <a:gd name="connsiteY74" fmla="*/ 266373 h 3170295"/>
              <a:gd name="connsiteX75" fmla="*/ 404993 w 2886170"/>
              <a:gd name="connsiteY75" fmla="*/ 200934 h 3170295"/>
              <a:gd name="connsiteX76" fmla="*/ 686603 w 2886170"/>
              <a:gd name="connsiteY76" fmla="*/ 46768 h 3170295"/>
              <a:gd name="connsiteX77" fmla="*/ 797543 w 2886170"/>
              <a:gd name="connsiteY77" fmla="*/ 119608 h 3170295"/>
              <a:gd name="connsiteX78" fmla="*/ 812371 w 2886170"/>
              <a:gd name="connsiteY78" fmla="*/ 143864 h 3170295"/>
              <a:gd name="connsiteX79" fmla="*/ 821744 w 2886170"/>
              <a:gd name="connsiteY79" fmla="*/ 120733 h 3170295"/>
              <a:gd name="connsiteX80" fmla="*/ 1086086 w 2886170"/>
              <a:gd name="connsiteY80" fmla="*/ 9185 h 3170295"/>
              <a:gd name="connsiteX81" fmla="*/ 1247932 w 2886170"/>
              <a:gd name="connsiteY81" fmla="*/ 200976 h 3170295"/>
              <a:gd name="connsiteX82" fmla="*/ 1248665 w 2886170"/>
              <a:gd name="connsiteY82" fmla="*/ 245453 h 3170295"/>
              <a:gd name="connsiteX83" fmla="*/ 1262382 w 2886170"/>
              <a:gd name="connsiteY83" fmla="*/ 232904 h 3170295"/>
              <a:gd name="connsiteX84" fmla="*/ 1453704 w 2886170"/>
              <a:gd name="connsiteY84" fmla="*/ 202784 h 3170295"/>
              <a:gd name="connsiteX85" fmla="*/ 1607870 w 2886170"/>
              <a:gd name="connsiteY85" fmla="*/ 484394 h 3170295"/>
              <a:gd name="connsiteX86" fmla="*/ 1606229 w 2886170"/>
              <a:gd name="connsiteY86" fmla="*/ 488442 h 3170295"/>
              <a:gd name="connsiteX87" fmla="*/ 1616147 w 2886170"/>
              <a:gd name="connsiteY87" fmla="*/ 490287 h 3170295"/>
              <a:gd name="connsiteX88" fmla="*/ 1770313 w 2886170"/>
              <a:gd name="connsiteY88" fmla="*/ 771897 h 3170295"/>
              <a:gd name="connsiteX89" fmla="*/ 1578522 w 2886170"/>
              <a:gd name="connsiteY89" fmla="*/ 933745 h 3170295"/>
              <a:gd name="connsiteX90" fmla="*/ 1521760 w 2886170"/>
              <a:gd name="connsiteY90" fmla="*/ 928891 h 3170295"/>
              <a:gd name="connsiteX91" fmla="*/ 1522034 w 2886170"/>
              <a:gd name="connsiteY91" fmla="*/ 945547 h 3170295"/>
              <a:gd name="connsiteX92" fmla="*/ 1513618 w 2886170"/>
              <a:gd name="connsiteY92" fmla="*/ 990753 h 3170295"/>
              <a:gd name="connsiteX93" fmla="*/ 1499149 w 2886170"/>
              <a:gd name="connsiteY93" fmla="*/ 1018295 h 3170295"/>
              <a:gd name="connsiteX94" fmla="*/ 1537536 w 2886170"/>
              <a:gd name="connsiteY94" fmla="*/ 992270 h 3170295"/>
              <a:gd name="connsiteX95" fmla="*/ 1609567 w 2886170"/>
              <a:gd name="connsiteY95" fmla="*/ 977865 h 3170295"/>
              <a:gd name="connsiteX96" fmla="*/ 1661946 w 2886170"/>
              <a:gd name="connsiteY96" fmla="*/ 988299 h 3170295"/>
              <a:gd name="connsiteX97" fmla="*/ 1667174 w 2886170"/>
              <a:gd name="connsiteY97" fmla="*/ 962056 h 3170295"/>
              <a:gd name="connsiteX98" fmla="*/ 1766898 w 2886170"/>
              <a:gd name="connsiteY98" fmla="*/ 861553 h 3170295"/>
              <a:gd name="connsiteX99" fmla="*/ 1908479 w 2886170"/>
              <a:gd name="connsiteY99" fmla="*/ 861003 h 3170295"/>
              <a:gd name="connsiteX100" fmla="*/ 1930452 w 2886170"/>
              <a:gd name="connsiteY100" fmla="*/ 875431 h 3170295"/>
              <a:gd name="connsiteX101" fmla="*/ 1964987 w 2886170"/>
              <a:gd name="connsiteY101" fmla="*/ 822833 h 3170295"/>
              <a:gd name="connsiteX102" fmla="*/ 2025788 w 2886170"/>
              <a:gd name="connsiteY102" fmla="*/ 781611 h 3170295"/>
              <a:gd name="connsiteX103" fmla="*/ 2226649 w 2886170"/>
              <a:gd name="connsiteY103" fmla="*/ 819983 h 3170295"/>
              <a:gd name="connsiteX104" fmla="*/ 2264814 w 2886170"/>
              <a:gd name="connsiteY104" fmla="*/ 876275 h 3170295"/>
              <a:gd name="connsiteX105" fmla="*/ 2273158 w 2886170"/>
              <a:gd name="connsiteY105" fmla="*/ 869282 h 3170295"/>
              <a:gd name="connsiteX106" fmla="*/ 2306094 w 2886170"/>
              <a:gd name="connsiteY106" fmla="*/ 851415 h 3170295"/>
              <a:gd name="connsiteX107" fmla="*/ 2548177 w 2886170"/>
              <a:gd name="connsiteY107" fmla="*/ 950588 h 3170295"/>
              <a:gd name="connsiteX108" fmla="*/ 2550872 w 2886170"/>
              <a:gd name="connsiteY108" fmla="*/ 964066 h 3170295"/>
              <a:gd name="connsiteX109" fmla="*/ 2584259 w 2886170"/>
              <a:gd name="connsiteY109" fmla="*/ 960864 h 3170295"/>
              <a:gd name="connsiteX110" fmla="*/ 2754311 w 2886170"/>
              <a:gd name="connsiteY110" fmla="*/ 1074442 h 3170295"/>
              <a:gd name="connsiteX111" fmla="*/ 2754862 w 2886170"/>
              <a:gd name="connsiteY111" fmla="*/ 1216023 h 3170295"/>
              <a:gd name="connsiteX112" fmla="*/ 2748482 w 2886170"/>
              <a:gd name="connsiteY112" fmla="*/ 1225740 h 3170295"/>
              <a:gd name="connsiteX113" fmla="*/ 2771263 w 2886170"/>
              <a:gd name="connsiteY113" fmla="*/ 1230278 h 3170295"/>
              <a:gd name="connsiteX114" fmla="*/ 2871765 w 2886170"/>
              <a:gd name="connsiteY114" fmla="*/ 1330001 h 3170295"/>
              <a:gd name="connsiteX115" fmla="*/ 2772592 w 2886170"/>
              <a:gd name="connsiteY115" fmla="*/ 1572085 h 3170295"/>
              <a:gd name="connsiteX116" fmla="*/ 2753160 w 2886170"/>
              <a:gd name="connsiteY116" fmla="*/ 1578013 h 3170295"/>
              <a:gd name="connsiteX117" fmla="*/ 2783193 w 2886170"/>
              <a:gd name="connsiteY117" fmla="*/ 1622310 h 3170295"/>
              <a:gd name="connsiteX118" fmla="*/ 2684020 w 2886170"/>
              <a:gd name="connsiteY118" fmla="*/ 1864393 h 3170295"/>
              <a:gd name="connsiteX119" fmla="*/ 2576417 w 2886170"/>
              <a:gd name="connsiteY119" fmla="*/ 1875204 h 3170295"/>
              <a:gd name="connsiteX120" fmla="*/ 2554585 w 2886170"/>
              <a:gd name="connsiteY120" fmla="*/ 1867456 h 3170295"/>
              <a:gd name="connsiteX121" fmla="*/ 2560520 w 2886170"/>
              <a:gd name="connsiteY121" fmla="*/ 1886908 h 3170295"/>
              <a:gd name="connsiteX122" fmla="*/ 2450412 w 2886170"/>
              <a:gd name="connsiteY122" fmla="*/ 2093152 h 3170295"/>
              <a:gd name="connsiteX123" fmla="*/ 2249551 w 2886170"/>
              <a:gd name="connsiteY123" fmla="*/ 2054780 h 3170295"/>
              <a:gd name="connsiteX124" fmla="*/ 2226267 w 2886170"/>
              <a:gd name="connsiteY124" fmla="*/ 2027000 h 3170295"/>
              <a:gd name="connsiteX125" fmla="*/ 2224022 w 2886170"/>
              <a:gd name="connsiteY125" fmla="*/ 2041982 h 3170295"/>
              <a:gd name="connsiteX126" fmla="*/ 2118361 w 2886170"/>
              <a:gd name="connsiteY126" fmla="*/ 2159213 h 3170295"/>
              <a:gd name="connsiteX127" fmla="*/ 1876277 w 2886170"/>
              <a:gd name="connsiteY127" fmla="*/ 2060041 h 3170295"/>
              <a:gd name="connsiteX128" fmla="*/ 1875239 w 2886170"/>
              <a:gd name="connsiteY128" fmla="*/ 2056636 h 3170295"/>
              <a:gd name="connsiteX129" fmla="*/ 1868013 w 2886170"/>
              <a:gd name="connsiteY129" fmla="*/ 2060557 h 3170295"/>
              <a:gd name="connsiteX130" fmla="*/ 1726432 w 2886170"/>
              <a:gd name="connsiteY130" fmla="*/ 2061108 h 3170295"/>
              <a:gd name="connsiteX131" fmla="*/ 1703486 w 2886170"/>
              <a:gd name="connsiteY131" fmla="*/ 2046041 h 3170295"/>
              <a:gd name="connsiteX132" fmla="*/ 1705909 w 2886170"/>
              <a:gd name="connsiteY132" fmla="*/ 2070080 h 3170295"/>
              <a:gd name="connsiteX133" fmla="*/ 1691372 w 2886170"/>
              <a:gd name="connsiteY133" fmla="*/ 2142085 h 3170295"/>
              <a:gd name="connsiteX134" fmla="*/ 1661515 w 2886170"/>
              <a:gd name="connsiteY134" fmla="*/ 2186368 h 3170295"/>
              <a:gd name="connsiteX135" fmla="*/ 1683702 w 2886170"/>
              <a:gd name="connsiteY135" fmla="*/ 2201327 h 3170295"/>
              <a:gd name="connsiteX136" fmla="*/ 1737883 w 2886170"/>
              <a:gd name="connsiteY136" fmla="*/ 2332132 h 3170295"/>
              <a:gd name="connsiteX137" fmla="*/ 1683702 w 2886170"/>
              <a:gd name="connsiteY137" fmla="*/ 2462937 h 3170295"/>
              <a:gd name="connsiteX138" fmla="*/ 1661906 w 2886170"/>
              <a:gd name="connsiteY138" fmla="*/ 2477632 h 3170295"/>
              <a:gd name="connsiteX139" fmla="*/ 1697081 w 2886170"/>
              <a:gd name="connsiteY139" fmla="*/ 2529803 h 3170295"/>
              <a:gd name="connsiteX140" fmla="*/ 1711618 w 2886170"/>
              <a:gd name="connsiteY140" fmla="*/ 2601808 h 3170295"/>
              <a:gd name="connsiteX141" fmla="*/ 1598637 w 2886170"/>
              <a:gd name="connsiteY141" fmla="*/ 2772257 h 3170295"/>
              <a:gd name="connsiteX142" fmla="*/ 1531972 w 2886170"/>
              <a:gd name="connsiteY142" fmla="*/ 2785716 h 3170295"/>
              <a:gd name="connsiteX143" fmla="*/ 1535199 w 2886170"/>
              <a:gd name="connsiteY143" fmla="*/ 2796113 h 3170295"/>
              <a:gd name="connsiteX144" fmla="*/ 1538957 w 2886170"/>
              <a:gd name="connsiteY144" fmla="*/ 2833394 h 3170295"/>
              <a:gd name="connsiteX145" fmla="*/ 1353971 w 2886170"/>
              <a:gd name="connsiteY145" fmla="*/ 3018380 h 3170295"/>
              <a:gd name="connsiteX146" fmla="*/ 1340498 w 2886170"/>
              <a:gd name="connsiteY146" fmla="*/ 3015660 h 3170295"/>
              <a:gd name="connsiteX147" fmla="*/ 1330555 w 2886170"/>
              <a:gd name="connsiteY147" fmla="*/ 3047692 h 3170295"/>
              <a:gd name="connsiteX148" fmla="*/ 1160106 w 2886170"/>
              <a:gd name="connsiteY148" fmla="*/ 3160673 h 3170295"/>
              <a:gd name="connsiteX149" fmla="*/ 1029301 w 2886170"/>
              <a:gd name="connsiteY149" fmla="*/ 3106492 h 3170295"/>
              <a:gd name="connsiteX150" fmla="*/ 1022803 w 2886170"/>
              <a:gd name="connsiteY150" fmla="*/ 3096854 h 3170295"/>
              <a:gd name="connsiteX151" fmla="*/ 1009818 w 2886170"/>
              <a:gd name="connsiteY151" fmla="*/ 3116114 h 3170295"/>
              <a:gd name="connsiteX152" fmla="*/ 879013 w 2886170"/>
              <a:gd name="connsiteY152" fmla="*/ 3170295 h 3170295"/>
              <a:gd name="connsiteX153" fmla="*/ 694027 w 2886170"/>
              <a:gd name="connsiteY153" fmla="*/ 2985309 h 3170295"/>
              <a:gd name="connsiteX154" fmla="*/ 696065 w 2886170"/>
              <a:gd name="connsiteY154" fmla="*/ 2965096 h 3170295"/>
              <a:gd name="connsiteX155" fmla="*/ 643605 w 2886170"/>
              <a:gd name="connsiteY155" fmla="*/ 2975687 h 3170295"/>
              <a:gd name="connsiteX156" fmla="*/ 473156 w 2886170"/>
              <a:gd name="connsiteY156" fmla="*/ 2862706 h 31702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</a:cxnLst>
            <a:rect l="l" t="t" r="r" b="b"/>
            <a:pathLst>
              <a:path w="2886170" h="3170295">
                <a:moveTo>
                  <a:pt x="473156" y="2862706"/>
                </a:moveTo>
                <a:cubicBezTo>
                  <a:pt x="463795" y="2840574"/>
                  <a:pt x="458619" y="2816242"/>
                  <a:pt x="458619" y="2790701"/>
                </a:cubicBezTo>
                <a:cubicBezTo>
                  <a:pt x="458619" y="2752389"/>
                  <a:pt x="470266" y="2716798"/>
                  <a:pt x="490212" y="2687274"/>
                </a:cubicBezTo>
                <a:lnTo>
                  <a:pt x="505791" y="2670129"/>
                </a:lnTo>
                <a:lnTo>
                  <a:pt x="485557" y="2668089"/>
                </a:lnTo>
                <a:cubicBezTo>
                  <a:pt x="401262" y="2650840"/>
                  <a:pt x="337852" y="2576255"/>
                  <a:pt x="337852" y="2486861"/>
                </a:cubicBezTo>
                <a:cubicBezTo>
                  <a:pt x="337852" y="2410237"/>
                  <a:pt x="384439" y="2344495"/>
                  <a:pt x="450833" y="2316412"/>
                </a:cubicBezTo>
                <a:lnTo>
                  <a:pt x="485451" y="2305666"/>
                </a:lnTo>
                <a:lnTo>
                  <a:pt x="472499" y="2297808"/>
                </a:lnTo>
                <a:cubicBezTo>
                  <a:pt x="431386" y="2263879"/>
                  <a:pt x="405181" y="2212532"/>
                  <a:pt x="405181" y="2155064"/>
                </a:cubicBezTo>
                <a:cubicBezTo>
                  <a:pt x="405181" y="2052899"/>
                  <a:pt x="488002" y="1970078"/>
                  <a:pt x="590167" y="1970078"/>
                </a:cubicBezTo>
                <a:lnTo>
                  <a:pt x="593708" y="1970435"/>
                </a:lnTo>
                <a:lnTo>
                  <a:pt x="592883" y="1962256"/>
                </a:lnTo>
                <a:cubicBezTo>
                  <a:pt x="592883" y="1860091"/>
                  <a:pt x="675704" y="1777270"/>
                  <a:pt x="777869" y="1777270"/>
                </a:cubicBezTo>
                <a:cubicBezTo>
                  <a:pt x="854493" y="1777270"/>
                  <a:pt x="920236" y="1823857"/>
                  <a:pt x="948318" y="1890251"/>
                </a:cubicBezTo>
                <a:lnTo>
                  <a:pt x="957505" y="1935755"/>
                </a:lnTo>
                <a:lnTo>
                  <a:pt x="970469" y="1931731"/>
                </a:lnTo>
                <a:cubicBezTo>
                  <a:pt x="982511" y="1929267"/>
                  <a:pt x="994980" y="1927973"/>
                  <a:pt x="1007750" y="1927973"/>
                </a:cubicBezTo>
                <a:cubicBezTo>
                  <a:pt x="1058833" y="1927973"/>
                  <a:pt x="1105079" y="1948678"/>
                  <a:pt x="1138555" y="1982154"/>
                </a:cubicBezTo>
                <a:lnTo>
                  <a:pt x="1158039" y="2011053"/>
                </a:lnTo>
                <a:lnTo>
                  <a:pt x="1163438" y="2003045"/>
                </a:lnTo>
                <a:cubicBezTo>
                  <a:pt x="1196914" y="1969569"/>
                  <a:pt x="1243161" y="1948864"/>
                  <a:pt x="1294243" y="1948864"/>
                </a:cubicBezTo>
                <a:cubicBezTo>
                  <a:pt x="1319784" y="1948864"/>
                  <a:pt x="1344117" y="1954040"/>
                  <a:pt x="1366248" y="1963401"/>
                </a:cubicBezTo>
                <a:lnTo>
                  <a:pt x="1371476" y="1966926"/>
                </a:lnTo>
                <a:lnTo>
                  <a:pt x="1390118" y="1939275"/>
                </a:lnTo>
                <a:cubicBezTo>
                  <a:pt x="1423594" y="1905799"/>
                  <a:pt x="1469841" y="1885094"/>
                  <a:pt x="1520923" y="1885094"/>
                </a:cubicBezTo>
                <a:cubicBezTo>
                  <a:pt x="1546464" y="1885094"/>
                  <a:pt x="1570796" y="1890270"/>
                  <a:pt x="1592928" y="1899631"/>
                </a:cubicBezTo>
                <a:lnTo>
                  <a:pt x="1613957" y="1913809"/>
                </a:lnTo>
                <a:lnTo>
                  <a:pt x="1612352" y="1907431"/>
                </a:lnTo>
                <a:cubicBezTo>
                  <a:pt x="1607171" y="1853082"/>
                  <a:pt x="1626507" y="1799184"/>
                  <a:pt x="1664302" y="1760523"/>
                </a:cubicBezTo>
                <a:lnTo>
                  <a:pt x="1702725" y="1734472"/>
                </a:lnTo>
                <a:lnTo>
                  <a:pt x="1694006" y="1724068"/>
                </a:lnTo>
                <a:cubicBezTo>
                  <a:pt x="1687082" y="1713913"/>
                  <a:pt x="1681072" y="1702911"/>
                  <a:pt x="1676139" y="1691133"/>
                </a:cubicBezTo>
                <a:cubicBezTo>
                  <a:pt x="1656407" y="1644014"/>
                  <a:pt x="1657641" y="1593360"/>
                  <a:pt x="1675588" y="1549551"/>
                </a:cubicBezTo>
                <a:lnTo>
                  <a:pt x="1694718" y="1520417"/>
                </a:lnTo>
                <a:lnTo>
                  <a:pt x="1685246" y="1518530"/>
                </a:lnTo>
                <a:cubicBezTo>
                  <a:pt x="1641437" y="1500583"/>
                  <a:pt x="1604475" y="1465924"/>
                  <a:pt x="1584744" y="1418806"/>
                </a:cubicBezTo>
                <a:cubicBezTo>
                  <a:pt x="1574878" y="1395248"/>
                  <a:pt x="1570253" y="1370804"/>
                  <a:pt x="1570339" y="1346775"/>
                </a:cubicBezTo>
                <a:lnTo>
                  <a:pt x="1571571" y="1340591"/>
                </a:lnTo>
                <a:lnTo>
                  <a:pt x="1538865" y="1334077"/>
                </a:lnTo>
                <a:cubicBezTo>
                  <a:pt x="1495056" y="1316130"/>
                  <a:pt x="1458094" y="1281470"/>
                  <a:pt x="1438363" y="1234353"/>
                </a:cubicBezTo>
                <a:cubicBezTo>
                  <a:pt x="1428497" y="1210794"/>
                  <a:pt x="1423872" y="1186351"/>
                  <a:pt x="1423958" y="1162321"/>
                </a:cubicBezTo>
                <a:lnTo>
                  <a:pt x="1436398" y="1099869"/>
                </a:lnTo>
                <a:lnTo>
                  <a:pt x="1404742" y="1126160"/>
                </a:lnTo>
                <a:lnTo>
                  <a:pt x="1363992" y="1139154"/>
                </a:lnTo>
                <a:lnTo>
                  <a:pt x="1371564" y="1148272"/>
                </a:lnTo>
                <a:cubicBezTo>
                  <a:pt x="1399463" y="1199234"/>
                  <a:pt x="1407920" y="1260838"/>
                  <a:pt x="1390323" y="1321006"/>
                </a:cubicBezTo>
                <a:cubicBezTo>
                  <a:pt x="1381525" y="1351090"/>
                  <a:pt x="1367047" y="1377968"/>
                  <a:pt x="1348397" y="1400810"/>
                </a:cubicBezTo>
                <a:lnTo>
                  <a:pt x="1342444" y="1405754"/>
                </a:lnTo>
                <a:lnTo>
                  <a:pt x="1368592" y="1437237"/>
                </a:lnTo>
                <a:cubicBezTo>
                  <a:pt x="1396491" y="1488198"/>
                  <a:pt x="1404947" y="1549803"/>
                  <a:pt x="1387351" y="1609971"/>
                </a:cubicBezTo>
                <a:cubicBezTo>
                  <a:pt x="1352158" y="1730307"/>
                  <a:pt x="1226077" y="1799329"/>
                  <a:pt x="1105741" y="1764137"/>
                </a:cubicBezTo>
                <a:cubicBezTo>
                  <a:pt x="1075657" y="1755339"/>
                  <a:pt x="1048779" y="1740860"/>
                  <a:pt x="1025936" y="1722210"/>
                </a:cubicBezTo>
                <a:lnTo>
                  <a:pt x="984062" y="1671789"/>
                </a:lnTo>
                <a:lnTo>
                  <a:pt x="958800" y="1692769"/>
                </a:lnTo>
                <a:cubicBezTo>
                  <a:pt x="907838" y="1720668"/>
                  <a:pt x="846233" y="1729125"/>
                  <a:pt x="786066" y="1711528"/>
                </a:cubicBezTo>
                <a:cubicBezTo>
                  <a:pt x="725897" y="1693932"/>
                  <a:pt x="678558" y="1653614"/>
                  <a:pt x="650659" y="1602652"/>
                </a:cubicBezTo>
                <a:lnTo>
                  <a:pt x="640859" y="1571918"/>
                </a:lnTo>
                <a:lnTo>
                  <a:pt x="567292" y="1595378"/>
                </a:lnTo>
                <a:cubicBezTo>
                  <a:pt x="537999" y="1598780"/>
                  <a:pt x="507556" y="1596495"/>
                  <a:pt x="477472" y="1587697"/>
                </a:cubicBezTo>
                <a:cubicBezTo>
                  <a:pt x="387219" y="1561302"/>
                  <a:pt x="325831" y="1483782"/>
                  <a:pt x="315625" y="1395906"/>
                </a:cubicBezTo>
                <a:lnTo>
                  <a:pt x="322736" y="1312747"/>
                </a:lnTo>
                <a:lnTo>
                  <a:pt x="309379" y="1312967"/>
                </a:lnTo>
                <a:cubicBezTo>
                  <a:pt x="294346" y="1311721"/>
                  <a:pt x="279215" y="1308950"/>
                  <a:pt x="264172" y="1304551"/>
                </a:cubicBezTo>
                <a:cubicBezTo>
                  <a:pt x="188962" y="1282555"/>
                  <a:pt x="133796" y="1225057"/>
                  <a:pt x="111590" y="1155647"/>
                </a:cubicBezTo>
                <a:cubicBezTo>
                  <a:pt x="98267" y="1114001"/>
                  <a:pt x="96809" y="1068067"/>
                  <a:pt x="110006" y="1022941"/>
                </a:cubicBezTo>
                <a:lnTo>
                  <a:pt x="117851" y="1008008"/>
                </a:lnTo>
                <a:lnTo>
                  <a:pt x="83547" y="985263"/>
                </a:lnTo>
                <a:cubicBezTo>
                  <a:pt x="15018" y="929316"/>
                  <a:pt x="-17209" y="835831"/>
                  <a:pt x="9186" y="745579"/>
                </a:cubicBezTo>
                <a:cubicBezTo>
                  <a:pt x="26782" y="685411"/>
                  <a:pt x="67100" y="638071"/>
                  <a:pt x="118062" y="610172"/>
                </a:cubicBezTo>
                <a:lnTo>
                  <a:pt x="131652" y="605839"/>
                </a:lnTo>
                <a:lnTo>
                  <a:pt x="113440" y="583910"/>
                </a:lnTo>
                <a:cubicBezTo>
                  <a:pt x="85541" y="532948"/>
                  <a:pt x="77084" y="471344"/>
                  <a:pt x="94681" y="411175"/>
                </a:cubicBezTo>
                <a:cubicBezTo>
                  <a:pt x="129873" y="290839"/>
                  <a:pt x="255954" y="221816"/>
                  <a:pt x="376291" y="257009"/>
                </a:cubicBezTo>
                <a:lnTo>
                  <a:pt x="399397" y="266373"/>
                </a:lnTo>
                <a:lnTo>
                  <a:pt x="404993" y="200934"/>
                </a:lnTo>
                <a:cubicBezTo>
                  <a:pt x="440186" y="80598"/>
                  <a:pt x="566267" y="11576"/>
                  <a:pt x="686603" y="46768"/>
                </a:cubicBezTo>
                <a:cubicBezTo>
                  <a:pt x="731730" y="59966"/>
                  <a:pt x="769639" y="85944"/>
                  <a:pt x="797543" y="119608"/>
                </a:cubicBezTo>
                <a:lnTo>
                  <a:pt x="812371" y="143864"/>
                </a:lnTo>
                <a:lnTo>
                  <a:pt x="821744" y="120733"/>
                </a:lnTo>
                <a:cubicBezTo>
                  <a:pt x="871098" y="27388"/>
                  <a:pt x="980792" y="-21609"/>
                  <a:pt x="1086086" y="9185"/>
                </a:cubicBezTo>
                <a:cubicBezTo>
                  <a:pt x="1176338" y="35580"/>
                  <a:pt x="1237725" y="113099"/>
                  <a:pt x="1247932" y="200976"/>
                </a:cubicBezTo>
                <a:lnTo>
                  <a:pt x="1248665" y="245453"/>
                </a:lnTo>
                <a:lnTo>
                  <a:pt x="1262382" y="232904"/>
                </a:lnTo>
                <a:cubicBezTo>
                  <a:pt x="1316508" y="196166"/>
                  <a:pt x="1386014" y="182988"/>
                  <a:pt x="1453704" y="202784"/>
                </a:cubicBezTo>
                <a:cubicBezTo>
                  <a:pt x="1574040" y="237976"/>
                  <a:pt x="1643063" y="364058"/>
                  <a:pt x="1607870" y="484394"/>
                </a:cubicBezTo>
                <a:lnTo>
                  <a:pt x="1606229" y="488442"/>
                </a:lnTo>
                <a:lnTo>
                  <a:pt x="1616147" y="490287"/>
                </a:lnTo>
                <a:cubicBezTo>
                  <a:pt x="1736484" y="525480"/>
                  <a:pt x="1805506" y="651561"/>
                  <a:pt x="1770313" y="771897"/>
                </a:cubicBezTo>
                <a:cubicBezTo>
                  <a:pt x="1743918" y="862150"/>
                  <a:pt x="1666399" y="923539"/>
                  <a:pt x="1578522" y="933745"/>
                </a:cubicBezTo>
                <a:lnTo>
                  <a:pt x="1521760" y="928891"/>
                </a:lnTo>
                <a:lnTo>
                  <a:pt x="1522034" y="945547"/>
                </a:lnTo>
                <a:cubicBezTo>
                  <a:pt x="1520788" y="960579"/>
                  <a:pt x="1518017" y="975712"/>
                  <a:pt x="1513618" y="990753"/>
                </a:cubicBezTo>
                <a:lnTo>
                  <a:pt x="1499149" y="1018295"/>
                </a:lnTo>
                <a:lnTo>
                  <a:pt x="1537536" y="992270"/>
                </a:lnTo>
                <a:cubicBezTo>
                  <a:pt x="1561094" y="982404"/>
                  <a:pt x="1585538" y="977779"/>
                  <a:pt x="1609567" y="977865"/>
                </a:cubicBezTo>
                <a:lnTo>
                  <a:pt x="1661946" y="988299"/>
                </a:lnTo>
                <a:lnTo>
                  <a:pt x="1667174" y="962056"/>
                </a:lnTo>
                <a:cubicBezTo>
                  <a:pt x="1685121" y="918247"/>
                  <a:pt x="1719780" y="881285"/>
                  <a:pt x="1766898" y="861553"/>
                </a:cubicBezTo>
                <a:cubicBezTo>
                  <a:pt x="1814016" y="841821"/>
                  <a:pt x="1864670" y="843056"/>
                  <a:pt x="1908479" y="861003"/>
                </a:cubicBezTo>
                <a:lnTo>
                  <a:pt x="1930452" y="875431"/>
                </a:lnTo>
                <a:lnTo>
                  <a:pt x="1964987" y="822833"/>
                </a:lnTo>
                <a:cubicBezTo>
                  <a:pt x="1981785" y="805650"/>
                  <a:pt x="2002229" y="791477"/>
                  <a:pt x="2025788" y="781611"/>
                </a:cubicBezTo>
                <a:cubicBezTo>
                  <a:pt x="2096465" y="752013"/>
                  <a:pt x="2175100" y="769590"/>
                  <a:pt x="2226649" y="819983"/>
                </a:cubicBezTo>
                <a:lnTo>
                  <a:pt x="2264814" y="876275"/>
                </a:lnTo>
                <a:lnTo>
                  <a:pt x="2273158" y="869282"/>
                </a:lnTo>
                <a:cubicBezTo>
                  <a:pt x="2283313" y="862358"/>
                  <a:pt x="2294314" y="856348"/>
                  <a:pt x="2306094" y="851415"/>
                </a:cubicBezTo>
                <a:cubicBezTo>
                  <a:pt x="2400329" y="811952"/>
                  <a:pt x="2508713" y="856353"/>
                  <a:pt x="2548177" y="950588"/>
                </a:cubicBezTo>
                <a:lnTo>
                  <a:pt x="2550872" y="964066"/>
                </a:lnTo>
                <a:lnTo>
                  <a:pt x="2584259" y="960864"/>
                </a:lnTo>
                <a:cubicBezTo>
                  <a:pt x="2656347" y="961121"/>
                  <a:pt x="2724713" y="1003766"/>
                  <a:pt x="2754311" y="1074442"/>
                </a:cubicBezTo>
                <a:cubicBezTo>
                  <a:pt x="2774042" y="1121560"/>
                  <a:pt x="2772808" y="1172215"/>
                  <a:pt x="2754862" y="1216023"/>
                </a:cubicBezTo>
                <a:lnTo>
                  <a:pt x="2748482" y="1225740"/>
                </a:lnTo>
                <a:lnTo>
                  <a:pt x="2771263" y="1230278"/>
                </a:lnTo>
                <a:cubicBezTo>
                  <a:pt x="2815071" y="1248224"/>
                  <a:pt x="2852033" y="1282883"/>
                  <a:pt x="2871765" y="1330001"/>
                </a:cubicBezTo>
                <a:cubicBezTo>
                  <a:pt x="2911228" y="1424237"/>
                  <a:pt x="2866827" y="1532621"/>
                  <a:pt x="2772592" y="1572085"/>
                </a:cubicBezTo>
                <a:lnTo>
                  <a:pt x="2753160" y="1578013"/>
                </a:lnTo>
                <a:lnTo>
                  <a:pt x="2783193" y="1622310"/>
                </a:lnTo>
                <a:cubicBezTo>
                  <a:pt x="2822657" y="1716545"/>
                  <a:pt x="2778256" y="1824930"/>
                  <a:pt x="2684020" y="1864393"/>
                </a:cubicBezTo>
                <a:cubicBezTo>
                  <a:pt x="2648682" y="1879192"/>
                  <a:pt x="2611355" y="1882197"/>
                  <a:pt x="2576417" y="1875204"/>
                </a:cubicBezTo>
                <a:lnTo>
                  <a:pt x="2554585" y="1867456"/>
                </a:lnTo>
                <a:lnTo>
                  <a:pt x="2560520" y="1886908"/>
                </a:lnTo>
                <a:cubicBezTo>
                  <a:pt x="2577170" y="1971323"/>
                  <a:pt x="2532868" y="2058622"/>
                  <a:pt x="2450412" y="2093152"/>
                </a:cubicBezTo>
                <a:cubicBezTo>
                  <a:pt x="2379736" y="2122750"/>
                  <a:pt x="2301101" y="2105173"/>
                  <a:pt x="2249551" y="2054780"/>
                </a:cubicBezTo>
                <a:lnTo>
                  <a:pt x="2226267" y="2027000"/>
                </a:lnTo>
                <a:lnTo>
                  <a:pt x="2224022" y="2041982"/>
                </a:lnTo>
                <a:cubicBezTo>
                  <a:pt x="2208608" y="2093010"/>
                  <a:pt x="2171368" y="2137015"/>
                  <a:pt x="2118361" y="2159213"/>
                </a:cubicBezTo>
                <a:cubicBezTo>
                  <a:pt x="2024125" y="2198677"/>
                  <a:pt x="1915741" y="2154276"/>
                  <a:pt x="1876277" y="2060041"/>
                </a:cubicBezTo>
                <a:lnTo>
                  <a:pt x="1875239" y="2056636"/>
                </a:lnTo>
                <a:lnTo>
                  <a:pt x="1868013" y="2060557"/>
                </a:lnTo>
                <a:cubicBezTo>
                  <a:pt x="1820895" y="2080289"/>
                  <a:pt x="1770240" y="2079054"/>
                  <a:pt x="1726432" y="2061108"/>
                </a:cubicBezTo>
                <a:lnTo>
                  <a:pt x="1703486" y="2046041"/>
                </a:lnTo>
                <a:lnTo>
                  <a:pt x="1705909" y="2070080"/>
                </a:lnTo>
                <a:cubicBezTo>
                  <a:pt x="1705909" y="2095621"/>
                  <a:pt x="1700733" y="2119954"/>
                  <a:pt x="1691372" y="2142085"/>
                </a:cubicBezTo>
                <a:lnTo>
                  <a:pt x="1661515" y="2186368"/>
                </a:lnTo>
                <a:lnTo>
                  <a:pt x="1683702" y="2201327"/>
                </a:lnTo>
                <a:cubicBezTo>
                  <a:pt x="1717178" y="2234803"/>
                  <a:pt x="1737883" y="2281050"/>
                  <a:pt x="1737883" y="2332132"/>
                </a:cubicBezTo>
                <a:cubicBezTo>
                  <a:pt x="1737883" y="2383215"/>
                  <a:pt x="1717178" y="2429461"/>
                  <a:pt x="1683702" y="2462937"/>
                </a:cubicBezTo>
                <a:lnTo>
                  <a:pt x="1661906" y="2477632"/>
                </a:lnTo>
                <a:lnTo>
                  <a:pt x="1697081" y="2529803"/>
                </a:lnTo>
                <a:cubicBezTo>
                  <a:pt x="1706442" y="2551935"/>
                  <a:pt x="1711618" y="2576267"/>
                  <a:pt x="1711618" y="2601808"/>
                </a:cubicBezTo>
                <a:cubicBezTo>
                  <a:pt x="1711618" y="2678432"/>
                  <a:pt x="1665031" y="2744175"/>
                  <a:pt x="1598637" y="2772257"/>
                </a:cubicBezTo>
                <a:lnTo>
                  <a:pt x="1531972" y="2785716"/>
                </a:lnTo>
                <a:lnTo>
                  <a:pt x="1535199" y="2796113"/>
                </a:lnTo>
                <a:cubicBezTo>
                  <a:pt x="1537663" y="2808155"/>
                  <a:pt x="1538957" y="2820623"/>
                  <a:pt x="1538957" y="2833394"/>
                </a:cubicBezTo>
                <a:cubicBezTo>
                  <a:pt x="1538957" y="2935559"/>
                  <a:pt x="1456136" y="3018380"/>
                  <a:pt x="1353971" y="3018380"/>
                </a:cubicBezTo>
                <a:lnTo>
                  <a:pt x="1340498" y="3015660"/>
                </a:lnTo>
                <a:lnTo>
                  <a:pt x="1330555" y="3047692"/>
                </a:lnTo>
                <a:cubicBezTo>
                  <a:pt x="1302473" y="3114086"/>
                  <a:pt x="1236730" y="3160673"/>
                  <a:pt x="1160106" y="3160673"/>
                </a:cubicBezTo>
                <a:cubicBezTo>
                  <a:pt x="1109024" y="3160673"/>
                  <a:pt x="1062777" y="3139968"/>
                  <a:pt x="1029301" y="3106492"/>
                </a:cubicBezTo>
                <a:lnTo>
                  <a:pt x="1022803" y="3096854"/>
                </a:lnTo>
                <a:lnTo>
                  <a:pt x="1009818" y="3116114"/>
                </a:lnTo>
                <a:cubicBezTo>
                  <a:pt x="976342" y="3149590"/>
                  <a:pt x="930096" y="3170295"/>
                  <a:pt x="879013" y="3170295"/>
                </a:cubicBezTo>
                <a:cubicBezTo>
                  <a:pt x="776848" y="3170295"/>
                  <a:pt x="694027" y="3087474"/>
                  <a:pt x="694027" y="2985309"/>
                </a:cubicBezTo>
                <a:lnTo>
                  <a:pt x="696065" y="2965096"/>
                </a:lnTo>
                <a:lnTo>
                  <a:pt x="643605" y="2975687"/>
                </a:lnTo>
                <a:cubicBezTo>
                  <a:pt x="566981" y="2975687"/>
                  <a:pt x="501239" y="2929100"/>
                  <a:pt x="473156" y="2862706"/>
                </a:cubicBezTo>
                <a:close/>
              </a:path>
            </a:pathLst>
          </a:cu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7" name="Freeform: Shape 196">
            <a:extLst>
              <a:ext uri="{FF2B5EF4-FFF2-40B4-BE49-F238E27FC236}">
                <a16:creationId xmlns:a16="http://schemas.microsoft.com/office/drawing/2014/main" id="{6E04EC6A-1652-4A88-8C5C-4B0694C00258}"/>
              </a:ext>
            </a:extLst>
          </p:cNvPr>
          <p:cNvSpPr/>
          <p:nvPr/>
        </p:nvSpPr>
        <p:spPr>
          <a:xfrm rot="12360163">
            <a:off x="2367975" y="206245"/>
            <a:ext cx="624372" cy="709848"/>
          </a:xfrm>
          <a:custGeom>
            <a:avLst/>
            <a:gdLst>
              <a:gd name="connsiteX0" fmla="*/ 3602498 w 5123311"/>
              <a:gd name="connsiteY0" fmla="*/ 5385200 h 5824684"/>
              <a:gd name="connsiteX1" fmla="*/ 3532051 w 5123311"/>
              <a:gd name="connsiteY1" fmla="*/ 5408395 h 5824684"/>
              <a:gd name="connsiteX2" fmla="*/ 3509175 w 5123311"/>
              <a:gd name="connsiteY2" fmla="*/ 5418877 h 5824684"/>
              <a:gd name="connsiteX3" fmla="*/ 3095178 w 5123311"/>
              <a:gd name="connsiteY3" fmla="*/ 5578924 h 5824684"/>
              <a:gd name="connsiteX4" fmla="*/ 1720949 w 5123311"/>
              <a:gd name="connsiteY4" fmla="*/ 5808640 h 5824684"/>
              <a:gd name="connsiteX5" fmla="*/ 1709249 w 5123311"/>
              <a:gd name="connsiteY5" fmla="*/ 5804366 h 5824684"/>
              <a:gd name="connsiteX6" fmla="*/ 1656750 w 5123311"/>
              <a:gd name="connsiteY6" fmla="*/ 5797308 h 5824684"/>
              <a:gd name="connsiteX7" fmla="*/ 1216281 w 5123311"/>
              <a:gd name="connsiteY7" fmla="*/ 5435450 h 5824684"/>
              <a:gd name="connsiteX8" fmla="*/ 1459679 w 5123311"/>
              <a:gd name="connsiteY8" fmla="*/ 4919977 h 5824684"/>
              <a:gd name="connsiteX9" fmla="*/ 1464943 w 5123311"/>
              <a:gd name="connsiteY9" fmla="*/ 4916562 h 5824684"/>
              <a:gd name="connsiteX10" fmla="*/ 1466237 w 5123311"/>
              <a:gd name="connsiteY10" fmla="*/ 4915310 h 5824684"/>
              <a:gd name="connsiteX11" fmla="*/ 1472032 w 5123311"/>
              <a:gd name="connsiteY11" fmla="*/ 4911963 h 5824684"/>
              <a:gd name="connsiteX12" fmla="*/ 1580461 w 5123311"/>
              <a:gd name="connsiteY12" fmla="*/ 4841611 h 5824684"/>
              <a:gd name="connsiteX13" fmla="*/ 1873002 w 5123311"/>
              <a:gd name="connsiteY13" fmla="*/ 4732229 h 5824684"/>
              <a:gd name="connsiteX14" fmla="*/ 1896983 w 5123311"/>
              <a:gd name="connsiteY14" fmla="*/ 4728548 h 5824684"/>
              <a:gd name="connsiteX15" fmla="*/ 1999489 w 5123311"/>
              <a:gd name="connsiteY15" fmla="*/ 4697018 h 5824684"/>
              <a:gd name="connsiteX16" fmla="*/ 2122678 w 5123311"/>
              <a:gd name="connsiteY16" fmla="*/ 4666026 h 5824684"/>
              <a:gd name="connsiteX17" fmla="*/ 2253687 w 5123311"/>
              <a:gd name="connsiteY17" fmla="*/ 4637275 h 5824684"/>
              <a:gd name="connsiteX18" fmla="*/ 2841051 w 5123311"/>
              <a:gd name="connsiteY18" fmla="*/ 4549929 h 5824684"/>
              <a:gd name="connsiteX19" fmla="*/ 3072405 w 5123311"/>
              <a:gd name="connsiteY19" fmla="*/ 4531541 h 5824684"/>
              <a:gd name="connsiteX20" fmla="*/ 3152201 w 5123311"/>
              <a:gd name="connsiteY20" fmla="*/ 4528248 h 5824684"/>
              <a:gd name="connsiteX21" fmla="*/ 3119392 w 5123311"/>
              <a:gd name="connsiteY21" fmla="*/ 4502766 h 5824684"/>
              <a:gd name="connsiteX22" fmla="*/ 3025240 w 5123311"/>
              <a:gd name="connsiteY22" fmla="*/ 4375985 h 5824684"/>
              <a:gd name="connsiteX23" fmla="*/ 3018803 w 5123311"/>
              <a:gd name="connsiteY23" fmla="*/ 4359368 h 5824684"/>
              <a:gd name="connsiteX24" fmla="*/ 2957399 w 5123311"/>
              <a:gd name="connsiteY24" fmla="*/ 4376991 h 5824684"/>
              <a:gd name="connsiteX25" fmla="*/ 2883581 w 5123311"/>
              <a:gd name="connsiteY25" fmla="*/ 4384182 h 5824684"/>
              <a:gd name="connsiteX26" fmla="*/ 2858963 w 5123311"/>
              <a:gd name="connsiteY26" fmla="*/ 4389395 h 5824684"/>
              <a:gd name="connsiteX27" fmla="*/ 2419955 w 5123311"/>
              <a:gd name="connsiteY27" fmla="*/ 4454818 h 5824684"/>
              <a:gd name="connsiteX28" fmla="*/ 1028791 w 5123311"/>
              <a:gd name="connsiteY28" fmla="*/ 4377767 h 5824684"/>
              <a:gd name="connsiteX29" fmla="*/ 1018312 w 5123311"/>
              <a:gd name="connsiteY29" fmla="*/ 4371033 h 5824684"/>
              <a:gd name="connsiteX30" fmla="*/ 968636 w 5123311"/>
              <a:gd name="connsiteY30" fmla="*/ 4352641 h 5824684"/>
              <a:gd name="connsiteX31" fmla="*/ 618183 w 5123311"/>
              <a:gd name="connsiteY31" fmla="*/ 3903045 h 5824684"/>
              <a:gd name="connsiteX32" fmla="*/ 968636 w 5123311"/>
              <a:gd name="connsiteY32" fmla="*/ 3453449 h 5824684"/>
              <a:gd name="connsiteX33" fmla="*/ 974521 w 5123311"/>
              <a:gd name="connsiteY33" fmla="*/ 3451271 h 5824684"/>
              <a:gd name="connsiteX34" fmla="*/ 976058 w 5123311"/>
              <a:gd name="connsiteY34" fmla="*/ 3450333 h 5824684"/>
              <a:gd name="connsiteX35" fmla="*/ 982445 w 5123311"/>
              <a:gd name="connsiteY35" fmla="*/ 3448337 h 5824684"/>
              <a:gd name="connsiteX36" fmla="*/ 1103657 w 5123311"/>
              <a:gd name="connsiteY36" fmla="*/ 3403459 h 5824684"/>
              <a:gd name="connsiteX37" fmla="*/ 1413058 w 5123311"/>
              <a:gd name="connsiteY37" fmla="*/ 3360851 h 5824684"/>
              <a:gd name="connsiteX38" fmla="*/ 1437262 w 5123311"/>
              <a:gd name="connsiteY38" fmla="*/ 3362515 h 5824684"/>
              <a:gd name="connsiteX39" fmla="*/ 1544187 w 5123311"/>
              <a:gd name="connsiteY39" fmla="*/ 3354217 h 5824684"/>
              <a:gd name="connsiteX40" fmla="*/ 1671173 w 5123311"/>
              <a:gd name="connsiteY40" fmla="*/ 3350978 h 5824684"/>
              <a:gd name="connsiteX41" fmla="*/ 1805298 w 5123311"/>
              <a:gd name="connsiteY41" fmla="*/ 3351638 h 5824684"/>
              <a:gd name="connsiteX42" fmla="*/ 2397525 w 5123311"/>
              <a:gd name="connsiteY42" fmla="*/ 3395145 h 5824684"/>
              <a:gd name="connsiteX43" fmla="*/ 2471675 w 5123311"/>
              <a:gd name="connsiteY43" fmla="*/ 3405718 h 5824684"/>
              <a:gd name="connsiteX44" fmla="*/ 2421958 w 5123311"/>
              <a:gd name="connsiteY44" fmla="*/ 3347271 h 5824684"/>
              <a:gd name="connsiteX45" fmla="*/ 2391670 w 5123311"/>
              <a:gd name="connsiteY45" fmla="*/ 3297803 h 5824684"/>
              <a:gd name="connsiteX46" fmla="*/ 2377439 w 5123311"/>
              <a:gd name="connsiteY46" fmla="*/ 3265874 h 5824684"/>
              <a:gd name="connsiteX47" fmla="*/ 2311243 w 5123311"/>
              <a:gd name="connsiteY47" fmla="*/ 3297739 h 5824684"/>
              <a:gd name="connsiteX48" fmla="*/ 2078146 w 5123311"/>
              <a:gd name="connsiteY48" fmla="*/ 3324304 h 5824684"/>
              <a:gd name="connsiteX49" fmla="*/ 2006008 w 5123311"/>
              <a:gd name="connsiteY49" fmla="*/ 3307074 h 5824684"/>
              <a:gd name="connsiteX50" fmla="*/ 1981034 w 5123311"/>
              <a:gd name="connsiteY50" fmla="*/ 3303990 h 5824684"/>
              <a:gd name="connsiteX51" fmla="*/ 1544640 w 5123311"/>
              <a:gd name="connsiteY51" fmla="*/ 3222942 h 5824684"/>
              <a:gd name="connsiteX52" fmla="*/ 254329 w 5123311"/>
              <a:gd name="connsiteY52" fmla="*/ 2697231 h 5824684"/>
              <a:gd name="connsiteX53" fmla="*/ 246613 w 5123311"/>
              <a:gd name="connsiteY53" fmla="*/ 2687453 h 5824684"/>
              <a:gd name="connsiteX54" fmla="*/ 205630 w 5123311"/>
              <a:gd name="connsiteY54" fmla="*/ 2653892 h 5824684"/>
              <a:gd name="connsiteX55" fmla="*/ 20618 w 5123311"/>
              <a:gd name="connsiteY55" fmla="*/ 2114703 h 5824684"/>
              <a:gd name="connsiteX56" fmla="*/ 498337 w 5123311"/>
              <a:gd name="connsiteY56" fmla="*/ 1803675 h 5824684"/>
              <a:gd name="connsiteX57" fmla="*/ 504611 w 5123311"/>
              <a:gd name="connsiteY57" fmla="*/ 1803531 h 5824684"/>
              <a:gd name="connsiteX58" fmla="*/ 506370 w 5123311"/>
              <a:gd name="connsiteY58" fmla="*/ 1803145 h 5824684"/>
              <a:gd name="connsiteX59" fmla="*/ 513059 w 5123311"/>
              <a:gd name="connsiteY59" fmla="*/ 1803337 h 5824684"/>
              <a:gd name="connsiteX60" fmla="*/ 642278 w 5123311"/>
              <a:gd name="connsiteY60" fmla="*/ 1800361 h 5824684"/>
              <a:gd name="connsiteX61" fmla="*/ 948697 w 5123311"/>
              <a:gd name="connsiteY61" fmla="*/ 1860790 h 5824684"/>
              <a:gd name="connsiteX62" fmla="*/ 971042 w 5123311"/>
              <a:gd name="connsiteY62" fmla="*/ 1870243 h 5824684"/>
              <a:gd name="connsiteX63" fmla="*/ 1074843 w 5123311"/>
              <a:gd name="connsiteY63" fmla="*/ 1897203 h 5824684"/>
              <a:gd name="connsiteX64" fmla="*/ 1195967 w 5123311"/>
              <a:gd name="connsiteY64" fmla="*/ 1935477 h 5824684"/>
              <a:gd name="connsiteX65" fmla="*/ 1322572 w 5123311"/>
              <a:gd name="connsiteY65" fmla="*/ 1979762 h 5824684"/>
              <a:gd name="connsiteX66" fmla="*/ 1589140 w 5123311"/>
              <a:gd name="connsiteY66" fmla="*/ 2085700 h 5824684"/>
              <a:gd name="connsiteX67" fmla="*/ 1867280 w 5123311"/>
              <a:gd name="connsiteY67" fmla="*/ 2213179 h 5824684"/>
              <a:gd name="connsiteX68" fmla="*/ 1872759 w 5123311"/>
              <a:gd name="connsiteY68" fmla="*/ 2164681 h 5824684"/>
              <a:gd name="connsiteX69" fmla="*/ 1872782 w 5123311"/>
              <a:gd name="connsiteY69" fmla="*/ 2139517 h 5824684"/>
              <a:gd name="connsiteX70" fmla="*/ 1873004 w 5123311"/>
              <a:gd name="connsiteY70" fmla="*/ 2134203 h 5824684"/>
              <a:gd name="connsiteX71" fmla="*/ 1843774 w 5123311"/>
              <a:gd name="connsiteY71" fmla="*/ 2119140 h 5824684"/>
              <a:gd name="connsiteX72" fmla="*/ 1787041 w 5123311"/>
              <a:gd name="connsiteY72" fmla="*/ 2071367 h 5824684"/>
              <a:gd name="connsiteX73" fmla="*/ 1766108 w 5123311"/>
              <a:gd name="connsiteY73" fmla="*/ 2057402 h 5824684"/>
              <a:gd name="connsiteX74" fmla="*/ 1412510 w 5123311"/>
              <a:gd name="connsiteY74" fmla="*/ 1789118 h 5824684"/>
              <a:gd name="connsiteX75" fmla="*/ 495396 w 5123311"/>
              <a:gd name="connsiteY75" fmla="*/ 740225 h 5824684"/>
              <a:gd name="connsiteX76" fmla="*/ 492889 w 5123311"/>
              <a:gd name="connsiteY76" fmla="*/ 728024 h 5824684"/>
              <a:gd name="connsiteX77" fmla="*/ 471328 w 5123311"/>
              <a:gd name="connsiteY77" fmla="*/ 679639 h 5824684"/>
              <a:gd name="connsiteX78" fmla="*/ 547990 w 5123311"/>
              <a:gd name="connsiteY78" fmla="*/ 114770 h 5824684"/>
              <a:gd name="connsiteX79" fmla="*/ 1114485 w 5123311"/>
              <a:gd name="connsiteY79" fmla="*/ 51232 h 5824684"/>
              <a:gd name="connsiteX80" fmla="*/ 1120156 w 5123311"/>
              <a:gd name="connsiteY80" fmla="*/ 53919 h 5824684"/>
              <a:gd name="connsiteX81" fmla="*/ 1121900 w 5123311"/>
              <a:gd name="connsiteY81" fmla="*/ 54363 h 5824684"/>
              <a:gd name="connsiteX82" fmla="*/ 1127792 w 5123311"/>
              <a:gd name="connsiteY82" fmla="*/ 57536 h 5824684"/>
              <a:gd name="connsiteX83" fmla="*/ 1244601 w 5123311"/>
              <a:gd name="connsiteY83" fmla="*/ 112871 h 5824684"/>
              <a:gd name="connsiteX84" fmla="*/ 1491304 w 5123311"/>
              <a:gd name="connsiteY84" fmla="*/ 304397 h 5824684"/>
              <a:gd name="connsiteX85" fmla="*/ 1507030 w 5123311"/>
              <a:gd name="connsiteY85" fmla="*/ 322872 h 5824684"/>
              <a:gd name="connsiteX86" fmla="*/ 1587690 w 5123311"/>
              <a:gd name="connsiteY86" fmla="*/ 393552 h 5824684"/>
              <a:gd name="connsiteX87" fmla="*/ 1678752 w 5123311"/>
              <a:gd name="connsiteY87" fmla="*/ 482116 h 5824684"/>
              <a:gd name="connsiteX88" fmla="*/ 1772014 w 5123311"/>
              <a:gd name="connsiteY88" fmla="*/ 578512 h 5824684"/>
              <a:gd name="connsiteX89" fmla="*/ 1962680 w 5123311"/>
              <a:gd name="connsiteY89" fmla="*/ 792819 h 5824684"/>
              <a:gd name="connsiteX90" fmla="*/ 2042197 w 5123311"/>
              <a:gd name="connsiteY90" fmla="*/ 892039 h 5824684"/>
              <a:gd name="connsiteX91" fmla="*/ 2046900 w 5123311"/>
              <a:gd name="connsiteY91" fmla="*/ 873095 h 5824684"/>
              <a:gd name="connsiteX92" fmla="*/ 2264961 w 5123311"/>
              <a:gd name="connsiteY92" fmla="*/ 351819 h 5824684"/>
              <a:gd name="connsiteX93" fmla="*/ 2273728 w 5123311"/>
              <a:gd name="connsiteY93" fmla="*/ 342971 h 5824684"/>
              <a:gd name="connsiteX94" fmla="*/ 2302053 w 5123311"/>
              <a:gd name="connsiteY94" fmla="*/ 298209 h 5824684"/>
              <a:gd name="connsiteX95" fmla="*/ 2814728 w 5123311"/>
              <a:gd name="connsiteY95" fmla="*/ 48974 h 5824684"/>
              <a:gd name="connsiteX96" fmla="*/ 3181565 w 5123311"/>
              <a:gd name="connsiteY96" fmla="*/ 485304 h 5824684"/>
              <a:gd name="connsiteX97" fmla="*/ 3182471 w 5123311"/>
              <a:gd name="connsiteY97" fmla="*/ 491513 h 5824684"/>
              <a:gd name="connsiteX98" fmla="*/ 3183069 w 5123311"/>
              <a:gd name="connsiteY98" fmla="*/ 493212 h 5824684"/>
              <a:gd name="connsiteX99" fmla="*/ 3183692 w 5123311"/>
              <a:gd name="connsiteY99" fmla="*/ 499874 h 5824684"/>
              <a:gd name="connsiteX100" fmla="*/ 3202368 w 5123311"/>
              <a:gd name="connsiteY100" fmla="*/ 627772 h 5824684"/>
              <a:gd name="connsiteX101" fmla="*/ 3179666 w 5123311"/>
              <a:gd name="connsiteY101" fmla="*/ 939266 h 5824684"/>
              <a:gd name="connsiteX102" fmla="*/ 3173002 w 5123311"/>
              <a:gd name="connsiteY102" fmla="*/ 962595 h 5824684"/>
              <a:gd name="connsiteX103" fmla="*/ 3158870 w 5123311"/>
              <a:gd name="connsiteY103" fmla="*/ 1068906 h 5824684"/>
              <a:gd name="connsiteX104" fmla="*/ 3135617 w 5123311"/>
              <a:gd name="connsiteY104" fmla="*/ 1193786 h 5824684"/>
              <a:gd name="connsiteX105" fmla="*/ 3107064 w 5123311"/>
              <a:gd name="connsiteY105" fmla="*/ 1324839 h 5824684"/>
              <a:gd name="connsiteX106" fmla="*/ 3034343 w 5123311"/>
              <a:gd name="connsiteY106" fmla="*/ 1602315 h 5824684"/>
              <a:gd name="connsiteX107" fmla="*/ 2959592 w 5123311"/>
              <a:gd name="connsiteY107" fmla="*/ 1837462 h 5824684"/>
              <a:gd name="connsiteX108" fmla="*/ 3057038 w 5123311"/>
              <a:gd name="connsiteY108" fmla="*/ 1702983 h 5824684"/>
              <a:gd name="connsiteX109" fmla="*/ 3454409 w 5123311"/>
              <a:gd name="connsiteY109" fmla="*/ 1301270 h 5824684"/>
              <a:gd name="connsiteX110" fmla="*/ 3465852 w 5123311"/>
              <a:gd name="connsiteY110" fmla="*/ 1296347 h 5824684"/>
              <a:gd name="connsiteX111" fmla="*/ 3508877 w 5123311"/>
              <a:gd name="connsiteY111" fmla="*/ 1265447 h 5824684"/>
              <a:gd name="connsiteX112" fmla="*/ 4077577 w 5123311"/>
              <a:gd name="connsiteY112" fmla="*/ 1226292 h 5824684"/>
              <a:gd name="connsiteX113" fmla="*/ 4254364 w 5123311"/>
              <a:gd name="connsiteY113" fmla="*/ 1768233 h 5824684"/>
              <a:gd name="connsiteX114" fmla="*/ 4252879 w 5123311"/>
              <a:gd name="connsiteY114" fmla="*/ 1774330 h 5824684"/>
              <a:gd name="connsiteX115" fmla="*/ 4252798 w 5123311"/>
              <a:gd name="connsiteY115" fmla="*/ 1776129 h 5824684"/>
              <a:gd name="connsiteX116" fmla="*/ 4250881 w 5123311"/>
              <a:gd name="connsiteY116" fmla="*/ 1782540 h 5824684"/>
              <a:gd name="connsiteX117" fmla="*/ 4220312 w 5123311"/>
              <a:gd name="connsiteY117" fmla="*/ 1908126 h 5824684"/>
              <a:gd name="connsiteX118" fmla="*/ 4082634 w 5123311"/>
              <a:gd name="connsiteY118" fmla="*/ 2188464 h 5824684"/>
              <a:gd name="connsiteX119" fmla="*/ 4067720 w 5123311"/>
              <a:gd name="connsiteY119" fmla="*/ 2207601 h 5824684"/>
              <a:gd name="connsiteX120" fmla="*/ 4014812 w 5123311"/>
              <a:gd name="connsiteY120" fmla="*/ 2300888 h 5824684"/>
              <a:gd name="connsiteX121" fmla="*/ 3946493 w 5123311"/>
              <a:gd name="connsiteY121" fmla="*/ 2407978 h 5824684"/>
              <a:gd name="connsiteX122" fmla="*/ 3870950 w 5123311"/>
              <a:gd name="connsiteY122" fmla="*/ 2518807 h 5824684"/>
              <a:gd name="connsiteX123" fmla="*/ 3503734 w 5123311"/>
              <a:gd name="connsiteY123" fmla="*/ 2985475 h 5824684"/>
              <a:gd name="connsiteX124" fmla="*/ 3193479 w 5123311"/>
              <a:gd name="connsiteY124" fmla="*/ 3316120 h 5824684"/>
              <a:gd name="connsiteX125" fmla="*/ 3114845 w 5123311"/>
              <a:gd name="connsiteY125" fmla="*/ 3390513 h 5824684"/>
              <a:gd name="connsiteX126" fmla="*/ 3110607 w 5123311"/>
              <a:gd name="connsiteY126" fmla="*/ 3395643 h 5824684"/>
              <a:gd name="connsiteX127" fmla="*/ 2981112 w 5123311"/>
              <a:gd name="connsiteY127" fmla="*/ 3487082 h 5824684"/>
              <a:gd name="connsiteX128" fmla="*/ 2963962 w 5123311"/>
              <a:gd name="connsiteY128" fmla="*/ 3493609 h 5824684"/>
              <a:gd name="connsiteX129" fmla="*/ 3034611 w 5123311"/>
              <a:gd name="connsiteY129" fmla="*/ 3513885 h 5824684"/>
              <a:gd name="connsiteX130" fmla="*/ 3223960 w 5123311"/>
              <a:gd name="connsiteY130" fmla="*/ 3646964 h 5824684"/>
              <a:gd name="connsiteX131" fmla="*/ 3233173 w 5123311"/>
              <a:gd name="connsiteY131" fmla="*/ 3659811 h 5824684"/>
              <a:gd name="connsiteX132" fmla="*/ 3360819 w 5123311"/>
              <a:gd name="connsiteY132" fmla="*/ 3481934 h 5824684"/>
              <a:gd name="connsiteX133" fmla="*/ 4366813 w 5123311"/>
              <a:gd name="connsiteY133" fmla="*/ 2517958 h 5824684"/>
              <a:gd name="connsiteX134" fmla="*/ 4378887 w 5123311"/>
              <a:gd name="connsiteY134" fmla="*/ 2514898 h 5824684"/>
              <a:gd name="connsiteX135" fmla="*/ 4426239 w 5123311"/>
              <a:gd name="connsiteY135" fmla="*/ 2491153 h 5824684"/>
              <a:gd name="connsiteX136" fmla="*/ 4994015 w 5123311"/>
              <a:gd name="connsiteY136" fmla="*/ 2541984 h 5824684"/>
              <a:gd name="connsiteX137" fmla="*/ 5083312 w 5123311"/>
              <a:gd name="connsiteY137" fmla="*/ 3104994 h 5824684"/>
              <a:gd name="connsiteX138" fmla="*/ 5080886 w 5123311"/>
              <a:gd name="connsiteY138" fmla="*/ 3110781 h 5824684"/>
              <a:gd name="connsiteX139" fmla="*/ 5080522 w 5123311"/>
              <a:gd name="connsiteY139" fmla="*/ 3112544 h 5824684"/>
              <a:gd name="connsiteX140" fmla="*/ 5077620 w 5123311"/>
              <a:gd name="connsiteY140" fmla="*/ 3118574 h 5824684"/>
              <a:gd name="connsiteX141" fmla="*/ 5027668 w 5123311"/>
              <a:gd name="connsiteY141" fmla="*/ 3237785 h 5824684"/>
              <a:gd name="connsiteX142" fmla="*/ 4847588 w 5123311"/>
              <a:gd name="connsiteY142" fmla="*/ 3492962 h 5824684"/>
              <a:gd name="connsiteX143" fmla="*/ 4829849 w 5123311"/>
              <a:gd name="connsiteY143" fmla="*/ 3509514 h 5824684"/>
              <a:gd name="connsiteX144" fmla="*/ 4762919 w 5123311"/>
              <a:gd name="connsiteY144" fmla="*/ 3593312 h 5824684"/>
              <a:gd name="connsiteX145" fmla="*/ 4678599 w 5123311"/>
              <a:gd name="connsiteY145" fmla="*/ 3688316 h 5824684"/>
              <a:gd name="connsiteX146" fmla="*/ 4586554 w 5123311"/>
              <a:gd name="connsiteY146" fmla="*/ 3785876 h 5824684"/>
              <a:gd name="connsiteX147" fmla="*/ 4150474 w 5123311"/>
              <a:gd name="connsiteY147" fmla="*/ 4188938 h 5824684"/>
              <a:gd name="connsiteX148" fmla="*/ 3792051 w 5123311"/>
              <a:gd name="connsiteY148" fmla="*/ 4466638 h 5824684"/>
              <a:gd name="connsiteX149" fmla="*/ 3702688 w 5123311"/>
              <a:gd name="connsiteY149" fmla="*/ 4527729 h 5824684"/>
              <a:gd name="connsiteX150" fmla="*/ 3697696 w 5123311"/>
              <a:gd name="connsiteY150" fmla="*/ 4532128 h 5824684"/>
              <a:gd name="connsiteX151" fmla="*/ 3632073 w 5123311"/>
              <a:gd name="connsiteY151" fmla="*/ 4571457 h 5824684"/>
              <a:gd name="connsiteX152" fmla="*/ 3637219 w 5123311"/>
              <a:gd name="connsiteY152" fmla="*/ 4573589 h 5824684"/>
              <a:gd name="connsiteX153" fmla="*/ 3869742 w 5123311"/>
              <a:gd name="connsiteY153" fmla="*/ 4871508 h 5824684"/>
              <a:gd name="connsiteX154" fmla="*/ 3602498 w 5123311"/>
              <a:gd name="connsiteY154" fmla="*/ 5385200 h 5824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</a:cxnLst>
            <a:rect l="l" t="t" r="r" b="b"/>
            <a:pathLst>
              <a:path w="5123311" h="5824684">
                <a:moveTo>
                  <a:pt x="3602498" y="5385200"/>
                </a:moveTo>
                <a:lnTo>
                  <a:pt x="3532051" y="5408395"/>
                </a:lnTo>
                <a:lnTo>
                  <a:pt x="3509175" y="5418877"/>
                </a:lnTo>
                <a:cubicBezTo>
                  <a:pt x="3380224" y="5474764"/>
                  <a:pt x="3241253" y="5528746"/>
                  <a:pt x="3095178" y="5578924"/>
                </a:cubicBezTo>
                <a:cubicBezTo>
                  <a:pt x="2510877" y="5779631"/>
                  <a:pt x="1978849" y="5862460"/>
                  <a:pt x="1720949" y="5808640"/>
                </a:cubicBezTo>
                <a:lnTo>
                  <a:pt x="1709249" y="5804366"/>
                </a:lnTo>
                <a:lnTo>
                  <a:pt x="1656750" y="5797308"/>
                </a:lnTo>
                <a:cubicBezTo>
                  <a:pt x="1429098" y="5748580"/>
                  <a:pt x="1257299" y="5618052"/>
                  <a:pt x="1216281" y="5435450"/>
                </a:cubicBezTo>
                <a:cubicBezTo>
                  <a:pt x="1175265" y="5252846"/>
                  <a:pt x="1274737" y="5061385"/>
                  <a:pt x="1459679" y="4919977"/>
                </a:cubicBezTo>
                <a:lnTo>
                  <a:pt x="1464943" y="4916562"/>
                </a:lnTo>
                <a:lnTo>
                  <a:pt x="1466237" y="4915310"/>
                </a:lnTo>
                <a:lnTo>
                  <a:pt x="1472032" y="4911963"/>
                </a:lnTo>
                <a:lnTo>
                  <a:pt x="1580461" y="4841611"/>
                </a:lnTo>
                <a:cubicBezTo>
                  <a:pt x="1667234" y="4794000"/>
                  <a:pt x="1765921" y="4756282"/>
                  <a:pt x="1873002" y="4732229"/>
                </a:cubicBezTo>
                <a:lnTo>
                  <a:pt x="1896983" y="4728548"/>
                </a:lnTo>
                <a:lnTo>
                  <a:pt x="1999489" y="4697018"/>
                </a:lnTo>
                <a:cubicBezTo>
                  <a:pt x="2039167" y="4686343"/>
                  <a:pt x="2080270" y="4675998"/>
                  <a:pt x="2122678" y="4666026"/>
                </a:cubicBezTo>
                <a:cubicBezTo>
                  <a:pt x="2165085" y="4656054"/>
                  <a:pt x="2208797" y="4646456"/>
                  <a:pt x="2253687" y="4637275"/>
                </a:cubicBezTo>
                <a:cubicBezTo>
                  <a:pt x="2433249" y="4600551"/>
                  <a:pt x="2631681" y="4570502"/>
                  <a:pt x="2841051" y="4549929"/>
                </a:cubicBezTo>
                <a:cubicBezTo>
                  <a:pt x="2919564" y="4542214"/>
                  <a:pt x="2996829" y="4536106"/>
                  <a:pt x="3072405" y="4531541"/>
                </a:cubicBezTo>
                <a:lnTo>
                  <a:pt x="3152201" y="4528248"/>
                </a:lnTo>
                <a:lnTo>
                  <a:pt x="3119392" y="4502766"/>
                </a:lnTo>
                <a:cubicBezTo>
                  <a:pt x="3079505" y="4465504"/>
                  <a:pt x="3048108" y="4422465"/>
                  <a:pt x="3025240" y="4375985"/>
                </a:cubicBezTo>
                <a:lnTo>
                  <a:pt x="3018803" y="4359368"/>
                </a:lnTo>
                <a:lnTo>
                  <a:pt x="2957399" y="4376991"/>
                </a:lnTo>
                <a:lnTo>
                  <a:pt x="2883581" y="4384182"/>
                </a:lnTo>
                <a:lnTo>
                  <a:pt x="2858963" y="4389395"/>
                </a:lnTo>
                <a:cubicBezTo>
                  <a:pt x="2720899" y="4415663"/>
                  <a:pt x="2573476" y="4437874"/>
                  <a:pt x="2419955" y="4454818"/>
                </a:cubicBezTo>
                <a:cubicBezTo>
                  <a:pt x="1805872" y="4522588"/>
                  <a:pt x="1268625" y="4486801"/>
                  <a:pt x="1028791" y="4377767"/>
                </a:cubicBezTo>
                <a:lnTo>
                  <a:pt x="1018312" y="4371033"/>
                </a:lnTo>
                <a:lnTo>
                  <a:pt x="968636" y="4352641"/>
                </a:lnTo>
                <a:cubicBezTo>
                  <a:pt x="757198" y="4255204"/>
                  <a:pt x="618183" y="4090198"/>
                  <a:pt x="618183" y="3903045"/>
                </a:cubicBezTo>
                <a:cubicBezTo>
                  <a:pt x="618183" y="3715892"/>
                  <a:pt x="757198" y="3550886"/>
                  <a:pt x="968636" y="3453449"/>
                </a:cubicBezTo>
                <a:lnTo>
                  <a:pt x="974521" y="3451271"/>
                </a:lnTo>
                <a:lnTo>
                  <a:pt x="976058" y="3450333"/>
                </a:lnTo>
                <a:lnTo>
                  <a:pt x="982445" y="3448337"/>
                </a:lnTo>
                <a:lnTo>
                  <a:pt x="1103657" y="3403459"/>
                </a:lnTo>
                <a:cubicBezTo>
                  <a:pt x="1198755" y="3376023"/>
                  <a:pt x="1303309" y="3360851"/>
                  <a:pt x="1413058" y="3360851"/>
                </a:cubicBezTo>
                <a:lnTo>
                  <a:pt x="1437262" y="3362515"/>
                </a:lnTo>
                <a:lnTo>
                  <a:pt x="1544187" y="3354217"/>
                </a:lnTo>
                <a:cubicBezTo>
                  <a:pt x="1585239" y="3352498"/>
                  <a:pt x="1627611" y="3351413"/>
                  <a:pt x="1671173" y="3350978"/>
                </a:cubicBezTo>
                <a:cubicBezTo>
                  <a:pt x="1714735" y="3350542"/>
                  <a:pt x="1759487" y="3350757"/>
                  <a:pt x="1805298" y="3351638"/>
                </a:cubicBezTo>
                <a:cubicBezTo>
                  <a:pt x="1988543" y="3355160"/>
                  <a:pt x="2188736" y="3369331"/>
                  <a:pt x="2397525" y="3395145"/>
                </a:cubicBezTo>
                <a:lnTo>
                  <a:pt x="2471675" y="3405718"/>
                </a:lnTo>
                <a:lnTo>
                  <a:pt x="2421958" y="3347271"/>
                </a:lnTo>
                <a:cubicBezTo>
                  <a:pt x="2410746" y="3331408"/>
                  <a:pt x="2400644" y="3314878"/>
                  <a:pt x="2391670" y="3297803"/>
                </a:cubicBezTo>
                <a:lnTo>
                  <a:pt x="2377439" y="3265874"/>
                </a:lnTo>
                <a:lnTo>
                  <a:pt x="2311243" y="3297739"/>
                </a:lnTo>
                <a:cubicBezTo>
                  <a:pt x="2238914" y="3325408"/>
                  <a:pt x="2158834" y="3335375"/>
                  <a:pt x="2078146" y="3324304"/>
                </a:cubicBezTo>
                <a:lnTo>
                  <a:pt x="2006008" y="3307074"/>
                </a:lnTo>
                <a:lnTo>
                  <a:pt x="1981034" y="3303990"/>
                </a:lnTo>
                <a:cubicBezTo>
                  <a:pt x="1841939" y="3283884"/>
                  <a:pt x="1695315" y="3256897"/>
                  <a:pt x="1544640" y="3222942"/>
                </a:cubicBezTo>
                <a:cubicBezTo>
                  <a:pt x="941943" y="3087122"/>
                  <a:pt x="445608" y="2878398"/>
                  <a:pt x="254329" y="2697231"/>
                </a:cubicBezTo>
                <a:lnTo>
                  <a:pt x="246613" y="2687453"/>
                </a:lnTo>
                <a:lnTo>
                  <a:pt x="205630" y="2653892"/>
                </a:lnTo>
                <a:cubicBezTo>
                  <a:pt x="37426" y="2492934"/>
                  <a:pt x="-40304" y="2291663"/>
                  <a:pt x="20618" y="2114703"/>
                </a:cubicBezTo>
                <a:cubicBezTo>
                  <a:pt x="81542" y="1937743"/>
                  <a:pt x="266698" y="1826977"/>
                  <a:pt x="498337" y="1803675"/>
                </a:cubicBezTo>
                <a:lnTo>
                  <a:pt x="504611" y="1803531"/>
                </a:lnTo>
                <a:lnTo>
                  <a:pt x="506370" y="1803145"/>
                </a:lnTo>
                <a:lnTo>
                  <a:pt x="513059" y="1803337"/>
                </a:lnTo>
                <a:lnTo>
                  <a:pt x="642278" y="1800361"/>
                </a:lnTo>
                <a:cubicBezTo>
                  <a:pt x="741127" y="1805375"/>
                  <a:pt x="844926" y="1825065"/>
                  <a:pt x="948697" y="1860790"/>
                </a:cubicBezTo>
                <a:lnTo>
                  <a:pt x="971042" y="1870243"/>
                </a:lnTo>
                <a:lnTo>
                  <a:pt x="1074843" y="1897203"/>
                </a:lnTo>
                <a:cubicBezTo>
                  <a:pt x="1114219" y="1908941"/>
                  <a:pt x="1154637" y="1921708"/>
                  <a:pt x="1195967" y="1935477"/>
                </a:cubicBezTo>
                <a:cubicBezTo>
                  <a:pt x="1237298" y="1949246"/>
                  <a:pt x="1279543" y="1964017"/>
                  <a:pt x="1322572" y="1979762"/>
                </a:cubicBezTo>
                <a:cubicBezTo>
                  <a:pt x="1408630" y="2011253"/>
                  <a:pt x="1497830" y="2046640"/>
                  <a:pt x="1589140" y="2085700"/>
                </a:cubicBezTo>
                <a:lnTo>
                  <a:pt x="1867280" y="2213179"/>
                </a:lnTo>
                <a:lnTo>
                  <a:pt x="1872759" y="2164681"/>
                </a:lnTo>
                <a:lnTo>
                  <a:pt x="1872782" y="2139517"/>
                </a:lnTo>
                <a:lnTo>
                  <a:pt x="1873004" y="2134203"/>
                </a:lnTo>
                <a:lnTo>
                  <a:pt x="1843774" y="2119140"/>
                </a:lnTo>
                <a:lnTo>
                  <a:pt x="1787041" y="2071367"/>
                </a:lnTo>
                <a:lnTo>
                  <a:pt x="1766108" y="2057402"/>
                </a:lnTo>
                <a:cubicBezTo>
                  <a:pt x="1650833" y="1977007"/>
                  <a:pt x="1531918" y="1887085"/>
                  <a:pt x="1412510" y="1789118"/>
                </a:cubicBezTo>
                <a:cubicBezTo>
                  <a:pt x="934881" y="1397250"/>
                  <a:pt x="585018" y="987968"/>
                  <a:pt x="495396" y="740225"/>
                </a:cubicBezTo>
                <a:lnTo>
                  <a:pt x="492889" y="728024"/>
                </a:lnTo>
                <a:lnTo>
                  <a:pt x="471328" y="679639"/>
                </a:lnTo>
                <a:cubicBezTo>
                  <a:pt x="393256" y="460311"/>
                  <a:pt x="414126" y="245563"/>
                  <a:pt x="547990" y="114770"/>
                </a:cubicBezTo>
                <a:cubicBezTo>
                  <a:pt x="681853" y="-16023"/>
                  <a:pt x="897027" y="-31907"/>
                  <a:pt x="1114485" y="51232"/>
                </a:cubicBezTo>
                <a:lnTo>
                  <a:pt x="1120156" y="53919"/>
                </a:lnTo>
                <a:lnTo>
                  <a:pt x="1121900" y="54363"/>
                </a:lnTo>
                <a:lnTo>
                  <a:pt x="1127792" y="57536"/>
                </a:lnTo>
                <a:lnTo>
                  <a:pt x="1244601" y="112871"/>
                </a:lnTo>
                <a:cubicBezTo>
                  <a:pt x="1330685" y="161717"/>
                  <a:pt x="1414606" y="225898"/>
                  <a:pt x="1491304" y="304397"/>
                </a:cubicBezTo>
                <a:lnTo>
                  <a:pt x="1507030" y="322872"/>
                </a:lnTo>
                <a:lnTo>
                  <a:pt x="1587690" y="393552"/>
                </a:lnTo>
                <a:cubicBezTo>
                  <a:pt x="1617609" y="421713"/>
                  <a:pt x="1647997" y="451262"/>
                  <a:pt x="1678752" y="482116"/>
                </a:cubicBezTo>
                <a:cubicBezTo>
                  <a:pt x="1709507" y="512970"/>
                  <a:pt x="1740629" y="545129"/>
                  <a:pt x="1772014" y="578512"/>
                </a:cubicBezTo>
                <a:cubicBezTo>
                  <a:pt x="1834785" y="645277"/>
                  <a:pt x="1898614" y="716933"/>
                  <a:pt x="1962680" y="792819"/>
                </a:cubicBezTo>
                <a:lnTo>
                  <a:pt x="2042197" y="892039"/>
                </a:lnTo>
                <a:lnTo>
                  <a:pt x="2046900" y="873095"/>
                </a:lnTo>
                <a:cubicBezTo>
                  <a:pt x="2110851" y="640254"/>
                  <a:pt x="2186686" y="457769"/>
                  <a:pt x="2264961" y="351819"/>
                </a:cubicBezTo>
                <a:lnTo>
                  <a:pt x="2273728" y="342971"/>
                </a:lnTo>
                <a:lnTo>
                  <a:pt x="2302053" y="298209"/>
                </a:lnTo>
                <a:cubicBezTo>
                  <a:pt x="2441351" y="111672"/>
                  <a:pt x="2631671" y="10033"/>
                  <a:pt x="2814728" y="48974"/>
                </a:cubicBezTo>
                <a:cubicBezTo>
                  <a:pt x="2997785" y="87914"/>
                  <a:pt x="3130255" y="258220"/>
                  <a:pt x="3181565" y="485304"/>
                </a:cubicBezTo>
                <a:lnTo>
                  <a:pt x="3182471" y="491513"/>
                </a:lnTo>
                <a:lnTo>
                  <a:pt x="3183069" y="493212"/>
                </a:lnTo>
                <a:lnTo>
                  <a:pt x="3183692" y="499874"/>
                </a:lnTo>
                <a:lnTo>
                  <a:pt x="3202368" y="627772"/>
                </a:lnTo>
                <a:cubicBezTo>
                  <a:pt x="3209416" y="726497"/>
                  <a:pt x="3202501" y="831919"/>
                  <a:pt x="3179666" y="939266"/>
                </a:cubicBezTo>
                <a:lnTo>
                  <a:pt x="3173002" y="962595"/>
                </a:lnTo>
                <a:lnTo>
                  <a:pt x="3158870" y="1068906"/>
                </a:lnTo>
                <a:cubicBezTo>
                  <a:pt x="3152010" y="1109417"/>
                  <a:pt x="3144255" y="1151087"/>
                  <a:pt x="3135617" y="1193786"/>
                </a:cubicBezTo>
                <a:cubicBezTo>
                  <a:pt x="3126979" y="1236486"/>
                  <a:pt x="3117457" y="1280213"/>
                  <a:pt x="3107064" y="1324839"/>
                </a:cubicBezTo>
                <a:cubicBezTo>
                  <a:pt x="3086277" y="1414090"/>
                  <a:pt x="3062005" y="1506931"/>
                  <a:pt x="3034343" y="1602315"/>
                </a:cubicBezTo>
                <a:lnTo>
                  <a:pt x="2959592" y="1837462"/>
                </a:lnTo>
                <a:lnTo>
                  <a:pt x="3057038" y="1702983"/>
                </a:lnTo>
                <a:cubicBezTo>
                  <a:pt x="3203516" y="1511023"/>
                  <a:pt x="3342160" y="1370205"/>
                  <a:pt x="3454409" y="1301270"/>
                </a:cubicBezTo>
                <a:lnTo>
                  <a:pt x="3465852" y="1296347"/>
                </a:lnTo>
                <a:lnTo>
                  <a:pt x="3508877" y="1265447"/>
                </a:lnTo>
                <a:cubicBezTo>
                  <a:pt x="3707884" y="1144633"/>
                  <a:pt x="3922416" y="1121645"/>
                  <a:pt x="4077577" y="1226292"/>
                </a:cubicBezTo>
                <a:cubicBezTo>
                  <a:pt x="4232739" y="1330939"/>
                  <a:pt x="4291809" y="1538455"/>
                  <a:pt x="4254364" y="1768233"/>
                </a:cubicBezTo>
                <a:lnTo>
                  <a:pt x="4252879" y="1774330"/>
                </a:lnTo>
                <a:lnTo>
                  <a:pt x="4252798" y="1776129"/>
                </a:lnTo>
                <a:lnTo>
                  <a:pt x="4250881" y="1782540"/>
                </a:lnTo>
                <a:lnTo>
                  <a:pt x="4220312" y="1908126"/>
                </a:lnTo>
                <a:cubicBezTo>
                  <a:pt x="4189883" y="2002309"/>
                  <a:pt x="4144000" y="2097475"/>
                  <a:pt x="4082634" y="2188464"/>
                </a:cubicBezTo>
                <a:lnTo>
                  <a:pt x="4067720" y="2207601"/>
                </a:lnTo>
                <a:lnTo>
                  <a:pt x="4014812" y="2300888"/>
                </a:lnTo>
                <a:cubicBezTo>
                  <a:pt x="3993283" y="2335883"/>
                  <a:pt x="3970490" y="2371619"/>
                  <a:pt x="3946493" y="2407978"/>
                </a:cubicBezTo>
                <a:cubicBezTo>
                  <a:pt x="3922497" y="2444337"/>
                  <a:pt x="3897295" y="2481320"/>
                  <a:pt x="3870950" y="2518807"/>
                </a:cubicBezTo>
                <a:cubicBezTo>
                  <a:pt x="3765567" y="2668760"/>
                  <a:pt x="3641880" y="2826809"/>
                  <a:pt x="3503734" y="2985475"/>
                </a:cubicBezTo>
                <a:cubicBezTo>
                  <a:pt x="3400125" y="3104473"/>
                  <a:pt x="3295738" y="3215369"/>
                  <a:pt x="3193479" y="3316120"/>
                </a:cubicBezTo>
                <a:lnTo>
                  <a:pt x="3114845" y="3390513"/>
                </a:lnTo>
                <a:lnTo>
                  <a:pt x="3110607" y="3395643"/>
                </a:lnTo>
                <a:cubicBezTo>
                  <a:pt x="3072092" y="3433913"/>
                  <a:pt x="3028165" y="3464555"/>
                  <a:pt x="2981112" y="3487082"/>
                </a:cubicBezTo>
                <a:lnTo>
                  <a:pt x="2963962" y="3493609"/>
                </a:lnTo>
                <a:lnTo>
                  <a:pt x="3034611" y="3513885"/>
                </a:lnTo>
                <a:cubicBezTo>
                  <a:pt x="3108929" y="3542204"/>
                  <a:pt x="3173935" y="3588389"/>
                  <a:pt x="3223960" y="3646964"/>
                </a:cubicBezTo>
                <a:lnTo>
                  <a:pt x="3233173" y="3659811"/>
                </a:lnTo>
                <a:lnTo>
                  <a:pt x="3360819" y="3481934"/>
                </a:lnTo>
                <a:cubicBezTo>
                  <a:pt x="3730506" y="2986937"/>
                  <a:pt x="4123413" y="2618781"/>
                  <a:pt x="4366813" y="2517958"/>
                </a:cubicBezTo>
                <a:lnTo>
                  <a:pt x="4378887" y="2514898"/>
                </a:lnTo>
                <a:lnTo>
                  <a:pt x="4426239" y="2491153"/>
                </a:lnTo>
                <a:cubicBezTo>
                  <a:pt x="4641779" y="2403163"/>
                  <a:pt x="4857255" y="2414223"/>
                  <a:pt x="4994015" y="2541984"/>
                </a:cubicBezTo>
                <a:cubicBezTo>
                  <a:pt x="5130775" y="2669746"/>
                  <a:pt x="5156451" y="2883972"/>
                  <a:pt x="5083312" y="3104994"/>
                </a:cubicBezTo>
                <a:lnTo>
                  <a:pt x="5080886" y="3110781"/>
                </a:lnTo>
                <a:lnTo>
                  <a:pt x="5080522" y="3112544"/>
                </a:lnTo>
                <a:lnTo>
                  <a:pt x="5077620" y="3118574"/>
                </a:lnTo>
                <a:lnTo>
                  <a:pt x="5027668" y="3237785"/>
                </a:lnTo>
                <a:cubicBezTo>
                  <a:pt x="4982797" y="3326006"/>
                  <a:pt x="4922509" y="3412765"/>
                  <a:pt x="4847588" y="3492962"/>
                </a:cubicBezTo>
                <a:lnTo>
                  <a:pt x="4829849" y="3509514"/>
                </a:lnTo>
                <a:lnTo>
                  <a:pt x="4762919" y="3593312"/>
                </a:lnTo>
                <a:cubicBezTo>
                  <a:pt x="4736151" y="3624484"/>
                  <a:pt x="4708018" y="3656187"/>
                  <a:pt x="4678599" y="3688316"/>
                </a:cubicBezTo>
                <a:cubicBezTo>
                  <a:pt x="4649179" y="3720446"/>
                  <a:pt x="4618472" y="3753002"/>
                  <a:pt x="4586554" y="3785876"/>
                </a:cubicBezTo>
                <a:cubicBezTo>
                  <a:pt x="4458887" y="3917376"/>
                  <a:pt x="4311868" y="4053991"/>
                  <a:pt x="4150474" y="4188938"/>
                </a:cubicBezTo>
                <a:cubicBezTo>
                  <a:pt x="4029428" y="4290149"/>
                  <a:pt x="3908891" y="4383236"/>
                  <a:pt x="3792051" y="4466638"/>
                </a:cubicBezTo>
                <a:lnTo>
                  <a:pt x="3702688" y="4527729"/>
                </a:lnTo>
                <a:lnTo>
                  <a:pt x="3697696" y="4532128"/>
                </a:lnTo>
                <a:lnTo>
                  <a:pt x="3632073" y="4571457"/>
                </a:lnTo>
                <a:lnTo>
                  <a:pt x="3637219" y="4573589"/>
                </a:lnTo>
                <a:cubicBezTo>
                  <a:pt x="3751940" y="4632729"/>
                  <a:pt x="3839834" y="4738365"/>
                  <a:pt x="3869742" y="4871508"/>
                </a:cubicBezTo>
                <a:cubicBezTo>
                  <a:pt x="3917594" y="5084538"/>
                  <a:pt x="3801143" y="5297400"/>
                  <a:pt x="3602498" y="5385200"/>
                </a:cubicBezTo>
                <a:close/>
              </a:path>
            </a:pathLst>
          </a:custGeom>
          <a:solidFill>
            <a:srgbClr val="5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3" name="Freeform: Shape 222">
            <a:extLst>
              <a:ext uri="{FF2B5EF4-FFF2-40B4-BE49-F238E27FC236}">
                <a16:creationId xmlns:a16="http://schemas.microsoft.com/office/drawing/2014/main" id="{E81125A3-DFFD-4214-AABB-90F4A3B0A0F8}"/>
              </a:ext>
            </a:extLst>
          </p:cNvPr>
          <p:cNvSpPr/>
          <p:nvPr/>
        </p:nvSpPr>
        <p:spPr>
          <a:xfrm rot="16200000" flipH="1">
            <a:off x="1056159" y="1200929"/>
            <a:ext cx="953695" cy="841182"/>
          </a:xfrm>
          <a:custGeom>
            <a:avLst/>
            <a:gdLst>
              <a:gd name="connsiteX0" fmla="*/ 78219 w 3802131"/>
              <a:gd name="connsiteY0" fmla="*/ 610844 h 3353572"/>
              <a:gd name="connsiteX1" fmla="*/ 734832 w 3802131"/>
              <a:gd name="connsiteY1" fmla="*/ 994526 h 3353572"/>
              <a:gd name="connsiteX2" fmla="*/ 0 w 3802131"/>
              <a:gd name="connsiteY2" fmla="*/ 973738 h 3353572"/>
              <a:gd name="connsiteX3" fmla="*/ 852123 w 3802131"/>
              <a:gd name="connsiteY3" fmla="*/ 1196631 h 3353572"/>
              <a:gd name="connsiteX4" fmla="*/ 32808 w 3802131"/>
              <a:gd name="connsiteY4" fmla="*/ 1274226 h 3353572"/>
              <a:gd name="connsiteX5" fmla="*/ 927127 w 3802131"/>
              <a:gd name="connsiteY5" fmla="*/ 1394000 h 3353572"/>
              <a:gd name="connsiteX6" fmla="*/ 150625 w 3802131"/>
              <a:gd name="connsiteY6" fmla="*/ 1680313 h 3353572"/>
              <a:gd name="connsiteX7" fmla="*/ 1139179 w 3802131"/>
              <a:gd name="connsiteY7" fmla="*/ 1555398 h 3353572"/>
              <a:gd name="connsiteX8" fmla="*/ 1142669 w 3802131"/>
              <a:gd name="connsiteY8" fmla="*/ 1587057 h 3353572"/>
              <a:gd name="connsiteX9" fmla="*/ 1066413 w 3802131"/>
              <a:gd name="connsiteY9" fmla="*/ 1725718 h 3353572"/>
              <a:gd name="connsiteX10" fmla="*/ 1132531 w 3802131"/>
              <a:gd name="connsiteY10" fmla="*/ 1899122 h 3353572"/>
              <a:gd name="connsiteX11" fmla="*/ 1102507 w 3802131"/>
              <a:gd name="connsiteY11" fmla="*/ 2060676 h 3353572"/>
              <a:gd name="connsiteX12" fmla="*/ 1211101 w 3802131"/>
              <a:gd name="connsiteY12" fmla="*/ 2222112 h 3353572"/>
              <a:gd name="connsiteX13" fmla="*/ 1229357 w 3802131"/>
              <a:gd name="connsiteY13" fmla="*/ 2395558 h 3353572"/>
              <a:gd name="connsiteX14" fmla="*/ 1373028 w 3802131"/>
              <a:gd name="connsiteY14" fmla="*/ 2534032 h 3353572"/>
              <a:gd name="connsiteX15" fmla="*/ 1438321 w 3802131"/>
              <a:gd name="connsiteY15" fmla="*/ 2707540 h 3353572"/>
              <a:gd name="connsiteX16" fmla="*/ 1607274 w 3802131"/>
              <a:gd name="connsiteY16" fmla="*/ 2813600 h 3353572"/>
              <a:gd name="connsiteX17" fmla="*/ 1715157 w 3802131"/>
              <a:gd name="connsiteY17" fmla="*/ 2975361 h 3353572"/>
              <a:gd name="connsiteX18" fmla="*/ 1897891 w 3802131"/>
              <a:gd name="connsiteY18" fmla="*/ 3041796 h 3353572"/>
              <a:gd name="connsiteX19" fmla="*/ 2040999 w 3802131"/>
              <a:gd name="connsiteY19" fmla="*/ 3180772 h 3353572"/>
              <a:gd name="connsiteX20" fmla="*/ 2225042 w 3802131"/>
              <a:gd name="connsiteY20" fmla="*/ 3203047 h 3353572"/>
              <a:gd name="connsiteX21" fmla="*/ 2393643 w 3802131"/>
              <a:gd name="connsiteY21" fmla="*/ 3309773 h 3353572"/>
              <a:gd name="connsiteX22" fmla="*/ 2566468 w 3802131"/>
              <a:gd name="connsiteY22" fmla="*/ 3286368 h 3353572"/>
              <a:gd name="connsiteX23" fmla="*/ 2749055 w 3802131"/>
              <a:gd name="connsiteY23" fmla="*/ 3353572 h 3353572"/>
              <a:gd name="connsiteX24" fmla="*/ 2898877 w 3802131"/>
              <a:gd name="connsiteY24" fmla="*/ 3286085 h 3353572"/>
              <a:gd name="connsiteX25" fmla="*/ 3083016 w 3802131"/>
              <a:gd name="connsiteY25" fmla="*/ 3309186 h 3353572"/>
              <a:gd name="connsiteX26" fmla="*/ 3199632 w 3802131"/>
              <a:gd name="connsiteY26" fmla="*/ 3202217 h 3353572"/>
              <a:gd name="connsiteX27" fmla="*/ 3372765 w 3802131"/>
              <a:gd name="connsiteY27" fmla="*/ 3179637 h 3353572"/>
              <a:gd name="connsiteX28" fmla="*/ 3448214 w 3802131"/>
              <a:gd name="connsiteY28" fmla="*/ 3040476 h 3353572"/>
              <a:gd name="connsiteX29" fmla="*/ 3598558 w 3802131"/>
              <a:gd name="connsiteY29" fmla="*/ 2973758 h 3353572"/>
              <a:gd name="connsiteX30" fmla="*/ 3627712 w 3802131"/>
              <a:gd name="connsiteY30" fmla="*/ 2811879 h 3353572"/>
              <a:gd name="connsiteX31" fmla="*/ 3745006 w 3802131"/>
              <a:gd name="connsiteY31" fmla="*/ 2705575 h 3353572"/>
              <a:gd name="connsiteX32" fmla="*/ 3725875 w 3802131"/>
              <a:gd name="connsiteY32" fmla="*/ 2532028 h 3353572"/>
              <a:gd name="connsiteX33" fmla="*/ 3802131 w 3802131"/>
              <a:gd name="connsiteY33" fmla="*/ 2393367 h 3353572"/>
              <a:gd name="connsiteX34" fmla="*/ 3736013 w 3802131"/>
              <a:gd name="connsiteY34" fmla="*/ 2219963 h 3353572"/>
              <a:gd name="connsiteX35" fmla="*/ 3766037 w 3802131"/>
              <a:gd name="connsiteY35" fmla="*/ 2058409 h 3353572"/>
              <a:gd name="connsiteX36" fmla="*/ 3657443 w 3802131"/>
              <a:gd name="connsiteY36" fmla="*/ 1896973 h 3353572"/>
              <a:gd name="connsiteX37" fmla="*/ 3639187 w 3802131"/>
              <a:gd name="connsiteY37" fmla="*/ 1723528 h 3353572"/>
              <a:gd name="connsiteX38" fmla="*/ 3495516 w 3802131"/>
              <a:gd name="connsiteY38" fmla="*/ 1585053 h 3353572"/>
              <a:gd name="connsiteX39" fmla="*/ 3430223 w 3802131"/>
              <a:gd name="connsiteY39" fmla="*/ 1411545 h 3353572"/>
              <a:gd name="connsiteX40" fmla="*/ 3261269 w 3802131"/>
              <a:gd name="connsiteY40" fmla="*/ 1305485 h 3353572"/>
              <a:gd name="connsiteX41" fmla="*/ 3153387 w 3802131"/>
              <a:gd name="connsiteY41" fmla="*/ 1143724 h 3353572"/>
              <a:gd name="connsiteX42" fmla="*/ 2970653 w 3802131"/>
              <a:gd name="connsiteY42" fmla="*/ 1077289 h 3353572"/>
              <a:gd name="connsiteX43" fmla="*/ 2827545 w 3802131"/>
              <a:gd name="connsiteY43" fmla="*/ 938313 h 3353572"/>
              <a:gd name="connsiteX44" fmla="*/ 2643502 w 3802131"/>
              <a:gd name="connsiteY44" fmla="*/ 916038 h 3353572"/>
              <a:gd name="connsiteX45" fmla="*/ 2474902 w 3802131"/>
              <a:gd name="connsiteY45" fmla="*/ 809313 h 3353572"/>
              <a:gd name="connsiteX46" fmla="*/ 2302075 w 3802131"/>
              <a:gd name="connsiteY46" fmla="*/ 832718 h 3353572"/>
              <a:gd name="connsiteX47" fmla="*/ 2119489 w 3802131"/>
              <a:gd name="connsiteY47" fmla="*/ 765513 h 3353572"/>
              <a:gd name="connsiteX48" fmla="*/ 1969667 w 3802131"/>
              <a:gd name="connsiteY48" fmla="*/ 833000 h 3353572"/>
              <a:gd name="connsiteX49" fmla="*/ 1785528 w 3802131"/>
              <a:gd name="connsiteY49" fmla="*/ 809899 h 3353572"/>
              <a:gd name="connsiteX50" fmla="*/ 1668912 w 3802131"/>
              <a:gd name="connsiteY50" fmla="*/ 916868 h 3353572"/>
              <a:gd name="connsiteX51" fmla="*/ 1560117 w 3802131"/>
              <a:gd name="connsiteY51" fmla="*/ 931057 h 3353572"/>
              <a:gd name="connsiteX52" fmla="*/ 1455794 w 3802131"/>
              <a:gd name="connsiteY52" fmla="*/ 18134 h 3353572"/>
              <a:gd name="connsiteX53" fmla="*/ 1361832 w 3802131"/>
              <a:gd name="connsiteY53" fmla="*/ 840388 h 3353572"/>
              <a:gd name="connsiteX54" fmla="*/ 1033350 w 3802131"/>
              <a:gd name="connsiteY54" fmla="*/ 0 h 3353572"/>
              <a:gd name="connsiteX55" fmla="*/ 1152305 w 3802131"/>
              <a:gd name="connsiteY55" fmla="*/ 814338 h 3353572"/>
              <a:gd name="connsiteX56" fmla="*/ 733655 w 3802131"/>
              <a:gd name="connsiteY56" fmla="*/ 39401 h 3353572"/>
              <a:gd name="connsiteX57" fmla="*/ 928147 w 3802131"/>
              <a:gd name="connsiteY57" fmla="*/ 748333 h 3353572"/>
              <a:gd name="connsiteX58" fmla="*/ 399671 w 3802131"/>
              <a:gd name="connsiteY58" fmla="*/ 201464 h 3353572"/>
              <a:gd name="connsiteX59" fmla="*/ 775578 w 3802131"/>
              <a:gd name="connsiteY59" fmla="*/ 827527 h 3353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3802131" h="3353572">
                <a:moveTo>
                  <a:pt x="78219" y="610844"/>
                </a:moveTo>
                <a:lnTo>
                  <a:pt x="734832" y="994526"/>
                </a:lnTo>
                <a:lnTo>
                  <a:pt x="0" y="973738"/>
                </a:lnTo>
                <a:lnTo>
                  <a:pt x="852123" y="1196631"/>
                </a:lnTo>
                <a:lnTo>
                  <a:pt x="32808" y="1274226"/>
                </a:lnTo>
                <a:lnTo>
                  <a:pt x="927127" y="1394000"/>
                </a:lnTo>
                <a:lnTo>
                  <a:pt x="150625" y="1680313"/>
                </a:lnTo>
                <a:lnTo>
                  <a:pt x="1139179" y="1555398"/>
                </a:lnTo>
                <a:lnTo>
                  <a:pt x="1142669" y="1587057"/>
                </a:lnTo>
                <a:lnTo>
                  <a:pt x="1066413" y="1725718"/>
                </a:lnTo>
                <a:lnTo>
                  <a:pt x="1132531" y="1899122"/>
                </a:lnTo>
                <a:lnTo>
                  <a:pt x="1102507" y="2060676"/>
                </a:lnTo>
                <a:lnTo>
                  <a:pt x="1211101" y="2222112"/>
                </a:lnTo>
                <a:lnTo>
                  <a:pt x="1229357" y="2395558"/>
                </a:lnTo>
                <a:lnTo>
                  <a:pt x="1373028" y="2534032"/>
                </a:lnTo>
                <a:lnTo>
                  <a:pt x="1438321" y="2707540"/>
                </a:lnTo>
                <a:lnTo>
                  <a:pt x="1607274" y="2813600"/>
                </a:lnTo>
                <a:lnTo>
                  <a:pt x="1715157" y="2975361"/>
                </a:lnTo>
                <a:lnTo>
                  <a:pt x="1897891" y="3041796"/>
                </a:lnTo>
                <a:lnTo>
                  <a:pt x="2040999" y="3180772"/>
                </a:lnTo>
                <a:lnTo>
                  <a:pt x="2225042" y="3203047"/>
                </a:lnTo>
                <a:lnTo>
                  <a:pt x="2393643" y="3309773"/>
                </a:lnTo>
                <a:lnTo>
                  <a:pt x="2566468" y="3286368"/>
                </a:lnTo>
                <a:lnTo>
                  <a:pt x="2749055" y="3353572"/>
                </a:lnTo>
                <a:lnTo>
                  <a:pt x="2898877" y="3286085"/>
                </a:lnTo>
                <a:lnTo>
                  <a:pt x="3083016" y="3309186"/>
                </a:lnTo>
                <a:lnTo>
                  <a:pt x="3199632" y="3202217"/>
                </a:lnTo>
                <a:lnTo>
                  <a:pt x="3372765" y="3179637"/>
                </a:lnTo>
                <a:lnTo>
                  <a:pt x="3448214" y="3040476"/>
                </a:lnTo>
                <a:lnTo>
                  <a:pt x="3598558" y="2973758"/>
                </a:lnTo>
                <a:lnTo>
                  <a:pt x="3627712" y="2811879"/>
                </a:lnTo>
                <a:lnTo>
                  <a:pt x="3745006" y="2705575"/>
                </a:lnTo>
                <a:lnTo>
                  <a:pt x="3725875" y="2532028"/>
                </a:lnTo>
                <a:lnTo>
                  <a:pt x="3802131" y="2393367"/>
                </a:lnTo>
                <a:lnTo>
                  <a:pt x="3736013" y="2219963"/>
                </a:lnTo>
                <a:lnTo>
                  <a:pt x="3766037" y="2058409"/>
                </a:lnTo>
                <a:lnTo>
                  <a:pt x="3657443" y="1896973"/>
                </a:lnTo>
                <a:lnTo>
                  <a:pt x="3639187" y="1723528"/>
                </a:lnTo>
                <a:lnTo>
                  <a:pt x="3495516" y="1585053"/>
                </a:lnTo>
                <a:lnTo>
                  <a:pt x="3430223" y="1411545"/>
                </a:lnTo>
                <a:lnTo>
                  <a:pt x="3261269" y="1305485"/>
                </a:lnTo>
                <a:lnTo>
                  <a:pt x="3153387" y="1143724"/>
                </a:lnTo>
                <a:lnTo>
                  <a:pt x="2970653" y="1077289"/>
                </a:lnTo>
                <a:lnTo>
                  <a:pt x="2827545" y="938313"/>
                </a:lnTo>
                <a:lnTo>
                  <a:pt x="2643502" y="916038"/>
                </a:lnTo>
                <a:lnTo>
                  <a:pt x="2474902" y="809313"/>
                </a:lnTo>
                <a:lnTo>
                  <a:pt x="2302075" y="832718"/>
                </a:lnTo>
                <a:lnTo>
                  <a:pt x="2119489" y="765513"/>
                </a:lnTo>
                <a:lnTo>
                  <a:pt x="1969667" y="833000"/>
                </a:lnTo>
                <a:lnTo>
                  <a:pt x="1785528" y="809899"/>
                </a:lnTo>
                <a:lnTo>
                  <a:pt x="1668912" y="916868"/>
                </a:lnTo>
                <a:lnTo>
                  <a:pt x="1560117" y="931057"/>
                </a:lnTo>
                <a:lnTo>
                  <a:pt x="1455794" y="18134"/>
                </a:lnTo>
                <a:lnTo>
                  <a:pt x="1361832" y="840388"/>
                </a:lnTo>
                <a:lnTo>
                  <a:pt x="1033350" y="0"/>
                </a:lnTo>
                <a:lnTo>
                  <a:pt x="1152305" y="814338"/>
                </a:lnTo>
                <a:lnTo>
                  <a:pt x="733655" y="39401"/>
                </a:lnTo>
                <a:lnTo>
                  <a:pt x="928147" y="748333"/>
                </a:lnTo>
                <a:lnTo>
                  <a:pt x="399671" y="201464"/>
                </a:lnTo>
                <a:lnTo>
                  <a:pt x="775578" y="827527"/>
                </a:lnTo>
                <a:close/>
              </a:path>
            </a:pathLst>
          </a:custGeom>
          <a:solidFill>
            <a:srgbClr val="B48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61" name="Freeform: Shape 260">
            <a:extLst>
              <a:ext uri="{FF2B5EF4-FFF2-40B4-BE49-F238E27FC236}">
                <a16:creationId xmlns:a16="http://schemas.microsoft.com/office/drawing/2014/main" id="{DCC71331-1F04-4F68-8A87-86F81DF35962}"/>
              </a:ext>
            </a:extLst>
          </p:cNvPr>
          <p:cNvSpPr/>
          <p:nvPr/>
        </p:nvSpPr>
        <p:spPr>
          <a:xfrm rot="12054365">
            <a:off x="4540242" y="3521958"/>
            <a:ext cx="583373" cy="472973"/>
          </a:xfrm>
          <a:custGeom>
            <a:avLst/>
            <a:gdLst>
              <a:gd name="connsiteX0" fmla="*/ 965068 w 2101738"/>
              <a:gd name="connsiteY0" fmla="*/ 1605351 h 1703994"/>
              <a:gd name="connsiteX1" fmla="*/ 964775 w 2101738"/>
              <a:gd name="connsiteY1" fmla="*/ 1604605 h 1703994"/>
              <a:gd name="connsiteX2" fmla="*/ 963065 w 2101738"/>
              <a:gd name="connsiteY2" fmla="*/ 1604812 h 1703994"/>
              <a:gd name="connsiteX3" fmla="*/ 962064 w 2101738"/>
              <a:gd name="connsiteY3" fmla="*/ 1604849 h 1703994"/>
              <a:gd name="connsiteX4" fmla="*/ 978771 w 2101738"/>
              <a:gd name="connsiteY4" fmla="*/ 1703994 h 1703994"/>
              <a:gd name="connsiteX5" fmla="*/ 965211 w 2101738"/>
              <a:gd name="connsiteY5" fmla="*/ 1647075 h 1703994"/>
              <a:gd name="connsiteX6" fmla="*/ 948499 w 2101738"/>
              <a:gd name="connsiteY6" fmla="*/ 1702412 h 1703994"/>
              <a:gd name="connsiteX7" fmla="*/ 950847 w 2101738"/>
              <a:gd name="connsiteY7" fmla="*/ 1640763 h 1703994"/>
              <a:gd name="connsiteX8" fmla="*/ 919931 w 2101738"/>
              <a:gd name="connsiteY8" fmla="*/ 1695041 h 1703994"/>
              <a:gd name="connsiteX9" fmla="*/ 943994 w 2101738"/>
              <a:gd name="connsiteY9" fmla="*/ 1605506 h 1703994"/>
              <a:gd name="connsiteX10" fmla="*/ 837465 w 2101738"/>
              <a:gd name="connsiteY10" fmla="*/ 1609378 h 1703994"/>
              <a:gd name="connsiteX11" fmla="*/ 497768 w 2101738"/>
              <a:gd name="connsiteY11" fmla="*/ 1560903 h 1703994"/>
              <a:gd name="connsiteX12" fmla="*/ 424240 w 2101738"/>
              <a:gd name="connsiteY12" fmla="*/ 1534325 h 1703994"/>
              <a:gd name="connsiteX13" fmla="*/ 405990 w 2101738"/>
              <a:gd name="connsiteY13" fmla="*/ 1597763 h 1703994"/>
              <a:gd name="connsiteX14" fmla="*/ 407214 w 2101738"/>
              <a:gd name="connsiteY14" fmla="*/ 1548631 h 1703994"/>
              <a:gd name="connsiteX15" fmla="*/ 378768 w 2101738"/>
              <a:gd name="connsiteY15" fmla="*/ 1595245 h 1703994"/>
              <a:gd name="connsiteX16" fmla="*/ 395215 w 2101738"/>
              <a:gd name="connsiteY16" fmla="*/ 1540672 h 1703994"/>
              <a:gd name="connsiteX17" fmla="*/ 356881 w 2101738"/>
              <a:gd name="connsiteY17" fmla="*/ 1587349 h 1703994"/>
              <a:gd name="connsiteX18" fmla="*/ 381399 w 2101738"/>
              <a:gd name="connsiteY18" fmla="*/ 1534221 h 1703994"/>
              <a:gd name="connsiteX19" fmla="*/ 334060 w 2101738"/>
              <a:gd name="connsiteY19" fmla="*/ 1567398 h 1703994"/>
              <a:gd name="connsiteX20" fmla="*/ 374007 w 2101738"/>
              <a:gd name="connsiteY20" fmla="*/ 1520382 h 1703994"/>
              <a:gd name="connsiteX21" fmla="*/ 316157 w 2101738"/>
              <a:gd name="connsiteY21" fmla="*/ 1543947 h 1703994"/>
              <a:gd name="connsiteX22" fmla="*/ 364529 w 2101738"/>
              <a:gd name="connsiteY22" fmla="*/ 1507779 h 1703994"/>
              <a:gd name="connsiteX23" fmla="*/ 312506 w 2101738"/>
              <a:gd name="connsiteY23" fmla="*/ 1481763 h 1703994"/>
              <a:gd name="connsiteX24" fmla="*/ 235322 w 2101738"/>
              <a:gd name="connsiteY24" fmla="*/ 1429642 h 1703994"/>
              <a:gd name="connsiteX25" fmla="*/ 212171 w 2101738"/>
              <a:gd name="connsiteY25" fmla="*/ 1406394 h 1703994"/>
              <a:gd name="connsiteX26" fmla="*/ 146547 w 2101738"/>
              <a:gd name="connsiteY26" fmla="*/ 1354633 h 1703994"/>
              <a:gd name="connsiteX27" fmla="*/ 70414 w 2101738"/>
              <a:gd name="connsiteY27" fmla="*/ 1243902 h 1703994"/>
              <a:gd name="connsiteX28" fmla="*/ 50655 w 2101738"/>
              <a:gd name="connsiteY28" fmla="*/ 906009 h 1703994"/>
              <a:gd name="connsiteX29" fmla="*/ 70242 w 2101738"/>
              <a:gd name="connsiteY29" fmla="*/ 848373 h 1703994"/>
              <a:gd name="connsiteX30" fmla="*/ 3272 w 2101738"/>
              <a:gd name="connsiteY30" fmla="*/ 843817 h 1703994"/>
              <a:gd name="connsiteX31" fmla="*/ 51560 w 2101738"/>
              <a:gd name="connsiteY31" fmla="*/ 834666 h 1703994"/>
              <a:gd name="connsiteX32" fmla="*/ 0 w 2101738"/>
              <a:gd name="connsiteY32" fmla="*/ 816674 h 1703994"/>
              <a:gd name="connsiteX33" fmla="*/ 56815 w 2101738"/>
              <a:gd name="connsiteY33" fmla="*/ 821259 h 1703994"/>
              <a:gd name="connsiteX34" fmla="*/ 3109 w 2101738"/>
              <a:gd name="connsiteY34" fmla="*/ 793615 h 1703994"/>
              <a:gd name="connsiteX35" fmla="*/ 60210 w 2101738"/>
              <a:gd name="connsiteY35" fmla="*/ 806393 h 1703994"/>
              <a:gd name="connsiteX36" fmla="*/ 17807 w 2101738"/>
              <a:gd name="connsiteY36" fmla="*/ 767104 h 1703994"/>
              <a:gd name="connsiteX37" fmla="*/ 72182 w 2101738"/>
              <a:gd name="connsiteY37" fmla="*/ 796253 h 1703994"/>
              <a:gd name="connsiteX38" fmla="*/ 36962 w 2101738"/>
              <a:gd name="connsiteY38" fmla="*/ 744662 h 1703994"/>
              <a:gd name="connsiteX39" fmla="*/ 95234 w 2101738"/>
              <a:gd name="connsiteY39" fmla="*/ 795417 h 1703994"/>
              <a:gd name="connsiteX40" fmla="*/ 149258 w 2101738"/>
              <a:gd name="connsiteY40" fmla="*/ 691376 h 1703994"/>
              <a:gd name="connsiteX41" fmla="*/ 390790 w 2101738"/>
              <a:gd name="connsiteY41" fmla="*/ 420739 h 1703994"/>
              <a:gd name="connsiteX42" fmla="*/ 442833 w 2101738"/>
              <a:gd name="connsiteY42" fmla="*/ 382421 h 1703994"/>
              <a:gd name="connsiteX43" fmla="*/ 390154 w 2101738"/>
              <a:gd name="connsiteY43" fmla="*/ 346871 h 1703994"/>
              <a:gd name="connsiteX44" fmla="*/ 436513 w 2101738"/>
              <a:gd name="connsiteY44" fmla="*/ 363187 h 1703994"/>
              <a:gd name="connsiteX45" fmla="*/ 400944 w 2101738"/>
              <a:gd name="connsiteY45" fmla="*/ 321751 h 1703994"/>
              <a:gd name="connsiteX46" fmla="*/ 447786 w 2101738"/>
              <a:gd name="connsiteY46" fmla="*/ 354227 h 1703994"/>
              <a:gd name="connsiteX47" fmla="*/ 415205 w 2101738"/>
              <a:gd name="connsiteY47" fmla="*/ 303366 h 1703994"/>
              <a:gd name="connsiteX48" fmla="*/ 458183 w 2101738"/>
              <a:gd name="connsiteY48" fmla="*/ 343073 h 1703994"/>
              <a:gd name="connsiteX49" fmla="*/ 441222 w 2101738"/>
              <a:gd name="connsiteY49" fmla="*/ 287811 h 1703994"/>
              <a:gd name="connsiteX50" fmla="*/ 473628 w 2101738"/>
              <a:gd name="connsiteY50" fmla="*/ 340310 h 1703994"/>
              <a:gd name="connsiteX51" fmla="*/ 469052 w 2101738"/>
              <a:gd name="connsiteY51" fmla="*/ 278011 h 1703994"/>
              <a:gd name="connsiteX52" fmla="*/ 492242 w 2101738"/>
              <a:gd name="connsiteY52" fmla="*/ 346041 h 1703994"/>
              <a:gd name="connsiteX53" fmla="*/ 552684 w 2101738"/>
              <a:gd name="connsiteY53" fmla="*/ 301539 h 1703994"/>
              <a:gd name="connsiteX54" fmla="*/ 738412 w 2101738"/>
              <a:gd name="connsiteY54" fmla="*/ 198687 h 1703994"/>
              <a:gd name="connsiteX55" fmla="*/ 935600 w 2101738"/>
              <a:gd name="connsiteY55" fmla="*/ 120005 h 1703994"/>
              <a:gd name="connsiteX56" fmla="*/ 1010317 w 2101738"/>
              <a:gd name="connsiteY56" fmla="*/ 100869 h 1703994"/>
              <a:gd name="connsiteX57" fmla="*/ 969037 w 2101738"/>
              <a:gd name="connsiteY57" fmla="*/ 31784 h 1703994"/>
              <a:gd name="connsiteX58" fmla="*/ 1004081 w 2101738"/>
              <a:gd name="connsiteY58" fmla="*/ 66242 h 1703994"/>
              <a:gd name="connsiteX59" fmla="*/ 989473 w 2101738"/>
              <a:gd name="connsiteY59" fmla="*/ 13624 h 1703994"/>
              <a:gd name="connsiteX60" fmla="*/ 1018091 w 2101738"/>
              <a:gd name="connsiteY60" fmla="*/ 62917 h 1703994"/>
              <a:gd name="connsiteX61" fmla="*/ 1010191 w 2101738"/>
              <a:gd name="connsiteY61" fmla="*/ 3035 h 1703994"/>
              <a:gd name="connsiteX62" fmla="*/ 1032241 w 2101738"/>
              <a:gd name="connsiteY62" fmla="*/ 57234 h 1703994"/>
              <a:gd name="connsiteX63" fmla="*/ 1040351 w 2101738"/>
              <a:gd name="connsiteY63" fmla="*/ 0 h 1703994"/>
              <a:gd name="connsiteX64" fmla="*/ 1047397 w 2101738"/>
              <a:gd name="connsiteY64" fmla="*/ 61290 h 1703994"/>
              <a:gd name="connsiteX65" fmla="*/ 1069708 w 2101738"/>
              <a:gd name="connsiteY65" fmla="*/ 2945 h 1703994"/>
              <a:gd name="connsiteX66" fmla="*/ 1060304 w 2101738"/>
              <a:gd name="connsiteY66" fmla="*/ 88067 h 1703994"/>
              <a:gd name="connsiteX67" fmla="*/ 1130356 w 2101738"/>
              <a:gd name="connsiteY67" fmla="*/ 70125 h 1703994"/>
              <a:gd name="connsiteX68" fmla="*/ 1492759 w 2101738"/>
              <a:gd name="connsiteY68" fmla="*/ 54446 h 1703994"/>
              <a:gd name="connsiteX69" fmla="*/ 1585675 w 2101738"/>
              <a:gd name="connsiteY69" fmla="*/ 73908 h 1703994"/>
              <a:gd name="connsiteX70" fmla="*/ 1592462 w 2101738"/>
              <a:gd name="connsiteY70" fmla="*/ 21013 h 1703994"/>
              <a:gd name="connsiteX71" fmla="*/ 1598717 w 2101738"/>
              <a:gd name="connsiteY71" fmla="*/ 69760 h 1703994"/>
              <a:gd name="connsiteX72" fmla="*/ 1619752 w 2101738"/>
              <a:gd name="connsiteY72" fmla="*/ 19366 h 1703994"/>
              <a:gd name="connsiteX73" fmla="*/ 1611786 w 2101738"/>
              <a:gd name="connsiteY73" fmla="*/ 75805 h 1703994"/>
              <a:gd name="connsiteX74" fmla="*/ 1642583 w 2101738"/>
              <a:gd name="connsiteY74" fmla="*/ 23845 h 1703994"/>
              <a:gd name="connsiteX75" fmla="*/ 1626422 w 2101738"/>
              <a:gd name="connsiteY75" fmla="*/ 80082 h 1703994"/>
              <a:gd name="connsiteX76" fmla="*/ 1668170 w 2101738"/>
              <a:gd name="connsiteY76" fmla="*/ 40098 h 1703994"/>
              <a:gd name="connsiteX77" fmla="*/ 1640315 w 2101738"/>
              <a:gd name="connsiteY77" fmla="*/ 85353 h 1703994"/>
              <a:gd name="connsiteX78" fmla="*/ 1646008 w 2101738"/>
              <a:gd name="connsiteY78" fmla="*/ 86545 h 1703994"/>
              <a:gd name="connsiteX79" fmla="*/ 1689429 w 2101738"/>
              <a:gd name="connsiteY79" fmla="*/ 60556 h 1703994"/>
              <a:gd name="connsiteX80" fmla="*/ 1659225 w 2101738"/>
              <a:gd name="connsiteY80" fmla="*/ 91319 h 1703994"/>
              <a:gd name="connsiteX81" fmla="*/ 1785990 w 2101738"/>
              <a:gd name="connsiteY81" fmla="*/ 147003 h 1703994"/>
              <a:gd name="connsiteX82" fmla="*/ 1970413 w 2101738"/>
              <a:gd name="connsiteY82" fmla="*/ 343148 h 1703994"/>
              <a:gd name="connsiteX83" fmla="*/ 2007946 w 2101738"/>
              <a:gd name="connsiteY83" fmla="*/ 472178 h 1703994"/>
              <a:gd name="connsiteX84" fmla="*/ 2007034 w 2101738"/>
              <a:gd name="connsiteY84" fmla="*/ 524077 h 1703994"/>
              <a:gd name="connsiteX85" fmla="*/ 2057915 w 2101738"/>
              <a:gd name="connsiteY85" fmla="*/ 615982 h 1703994"/>
              <a:gd name="connsiteX86" fmla="*/ 2084324 w 2101738"/>
              <a:gd name="connsiteY86" fmla="*/ 748496 h 1703994"/>
              <a:gd name="connsiteX87" fmla="*/ 2046897 w 2101738"/>
              <a:gd name="connsiteY87" fmla="*/ 956483 h 1703994"/>
              <a:gd name="connsiteX88" fmla="*/ 2022625 w 2101738"/>
              <a:gd name="connsiteY88" fmla="*/ 1008221 h 1703994"/>
              <a:gd name="connsiteX89" fmla="*/ 2101738 w 2101738"/>
              <a:gd name="connsiteY89" fmla="*/ 1025949 h 1703994"/>
              <a:gd name="connsiteX90" fmla="*/ 2052620 w 2101738"/>
              <a:gd name="connsiteY90" fmla="*/ 1027657 h 1703994"/>
              <a:gd name="connsiteX91" fmla="*/ 2100848 w 2101738"/>
              <a:gd name="connsiteY91" fmla="*/ 1053274 h 1703994"/>
              <a:gd name="connsiteX92" fmla="*/ 2045390 w 2101738"/>
              <a:gd name="connsiteY92" fmla="*/ 1040111 h 1703994"/>
              <a:gd name="connsiteX93" fmla="*/ 2094271 w 2101738"/>
              <a:gd name="connsiteY93" fmla="*/ 1075593 h 1703994"/>
              <a:gd name="connsiteX94" fmla="*/ 2039774 w 2101738"/>
              <a:gd name="connsiteY94" fmla="*/ 1054287 h 1703994"/>
              <a:gd name="connsiteX95" fmla="*/ 2075716 w 2101738"/>
              <a:gd name="connsiteY95" fmla="*/ 1099563 h 1703994"/>
              <a:gd name="connsiteX96" fmla="*/ 2026401 w 2101738"/>
              <a:gd name="connsiteY96" fmla="*/ 1062491 h 1703994"/>
              <a:gd name="connsiteX97" fmla="*/ 2053375 w 2101738"/>
              <a:gd name="connsiteY97" fmla="*/ 1118834 h 1703994"/>
              <a:gd name="connsiteX98" fmla="*/ 1996396 w 2101738"/>
              <a:gd name="connsiteY98" fmla="*/ 1051421 h 1703994"/>
              <a:gd name="connsiteX99" fmla="*/ 1926020 w 2101738"/>
              <a:gd name="connsiteY99" fmla="*/ 1153892 h 1703994"/>
              <a:gd name="connsiteX100" fmla="*/ 1658293 w 2101738"/>
              <a:gd name="connsiteY100" fmla="*/ 1380931 h 1703994"/>
              <a:gd name="connsiteX101" fmla="*/ 1595887 w 2101738"/>
              <a:gd name="connsiteY101" fmla="*/ 1414012 h 1703994"/>
              <a:gd name="connsiteX102" fmla="*/ 1643849 w 2101738"/>
              <a:gd name="connsiteY102" fmla="*/ 1458349 h 1703994"/>
              <a:gd name="connsiteX103" fmla="*/ 1600506 w 2101738"/>
              <a:gd name="connsiteY103" fmla="*/ 1435178 h 1703994"/>
              <a:gd name="connsiteX104" fmla="*/ 1629367 w 2101738"/>
              <a:gd name="connsiteY104" fmla="*/ 1481537 h 1703994"/>
              <a:gd name="connsiteX105" fmla="*/ 1588003 w 2101738"/>
              <a:gd name="connsiteY105" fmla="*/ 1442322 h 1703994"/>
              <a:gd name="connsiteX106" fmla="*/ 1612479 w 2101738"/>
              <a:gd name="connsiteY106" fmla="*/ 1497543 h 1703994"/>
              <a:gd name="connsiteX107" fmla="*/ 1576031 w 2101738"/>
              <a:gd name="connsiteY107" fmla="*/ 1451767 h 1703994"/>
              <a:gd name="connsiteX108" fmla="*/ 1584400 w 2101738"/>
              <a:gd name="connsiteY108" fmla="*/ 1508965 h 1703994"/>
              <a:gd name="connsiteX109" fmla="*/ 1560347 w 2101738"/>
              <a:gd name="connsiteY109" fmla="*/ 1452151 h 1703994"/>
              <a:gd name="connsiteX110" fmla="*/ 1555405 w 2101738"/>
              <a:gd name="connsiteY110" fmla="*/ 1514422 h 1703994"/>
              <a:gd name="connsiteX111" fmla="*/ 1542573 w 2101738"/>
              <a:gd name="connsiteY111" fmla="*/ 1442273 h 1703994"/>
              <a:gd name="connsiteX112" fmla="*/ 1487730 w 2101738"/>
              <a:gd name="connsiteY112" fmla="*/ 1471344 h 1703994"/>
              <a:gd name="connsiteX113" fmla="*/ 1093133 w 2101738"/>
              <a:gd name="connsiteY113" fmla="*/ 1589053 h 1703994"/>
              <a:gd name="connsiteX114" fmla="*/ 991124 w 2101738"/>
              <a:gd name="connsiteY114" fmla="*/ 1601412 h 1703994"/>
              <a:gd name="connsiteX115" fmla="*/ 1023814 w 2101738"/>
              <a:gd name="connsiteY115" fmla="*/ 1681831 h 1703994"/>
              <a:gd name="connsiteX116" fmla="*/ 994413 w 2101738"/>
              <a:gd name="connsiteY116" fmla="*/ 1642449 h 1703994"/>
              <a:gd name="connsiteX117" fmla="*/ 1000857 w 2101738"/>
              <a:gd name="connsiteY117" fmla="*/ 1696675 h 1703994"/>
              <a:gd name="connsiteX118" fmla="*/ 980060 w 2101738"/>
              <a:gd name="connsiteY118" fmla="*/ 1643607 h 1703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</a:cxnLst>
            <a:rect l="l" t="t" r="r" b="b"/>
            <a:pathLst>
              <a:path w="2101738" h="1703994">
                <a:moveTo>
                  <a:pt x="965068" y="1605351"/>
                </a:moveTo>
                <a:lnTo>
                  <a:pt x="964775" y="1604605"/>
                </a:lnTo>
                <a:lnTo>
                  <a:pt x="963065" y="1604812"/>
                </a:lnTo>
                <a:lnTo>
                  <a:pt x="962064" y="1604849"/>
                </a:lnTo>
                <a:close/>
                <a:moveTo>
                  <a:pt x="978771" y="1703994"/>
                </a:moveTo>
                <a:lnTo>
                  <a:pt x="965211" y="1647075"/>
                </a:lnTo>
                <a:lnTo>
                  <a:pt x="948499" y="1702412"/>
                </a:lnTo>
                <a:lnTo>
                  <a:pt x="950847" y="1640763"/>
                </a:lnTo>
                <a:lnTo>
                  <a:pt x="919931" y="1695041"/>
                </a:lnTo>
                <a:lnTo>
                  <a:pt x="943994" y="1605506"/>
                </a:lnTo>
                <a:lnTo>
                  <a:pt x="837465" y="1609378"/>
                </a:lnTo>
                <a:cubicBezTo>
                  <a:pt x="714443" y="1608514"/>
                  <a:pt x="599668" y="1591607"/>
                  <a:pt x="497768" y="1560903"/>
                </a:cubicBezTo>
                <a:lnTo>
                  <a:pt x="424240" y="1534325"/>
                </a:lnTo>
                <a:lnTo>
                  <a:pt x="405990" y="1597763"/>
                </a:lnTo>
                <a:lnTo>
                  <a:pt x="407214" y="1548631"/>
                </a:lnTo>
                <a:lnTo>
                  <a:pt x="378768" y="1595245"/>
                </a:lnTo>
                <a:lnTo>
                  <a:pt x="395215" y="1540672"/>
                </a:lnTo>
                <a:lnTo>
                  <a:pt x="356881" y="1587349"/>
                </a:lnTo>
                <a:lnTo>
                  <a:pt x="381399" y="1534221"/>
                </a:lnTo>
                <a:lnTo>
                  <a:pt x="334060" y="1567398"/>
                </a:lnTo>
                <a:lnTo>
                  <a:pt x="374007" y="1520382"/>
                </a:lnTo>
                <a:lnTo>
                  <a:pt x="316157" y="1543947"/>
                </a:lnTo>
                <a:lnTo>
                  <a:pt x="364529" y="1507779"/>
                </a:lnTo>
                <a:lnTo>
                  <a:pt x="312506" y="1481763"/>
                </a:lnTo>
                <a:cubicBezTo>
                  <a:pt x="284948" y="1465728"/>
                  <a:pt x="259162" y="1448327"/>
                  <a:pt x="235322" y="1429642"/>
                </a:cubicBezTo>
                <a:lnTo>
                  <a:pt x="212171" y="1406394"/>
                </a:lnTo>
                <a:lnTo>
                  <a:pt x="146547" y="1354633"/>
                </a:lnTo>
                <a:cubicBezTo>
                  <a:pt x="115535" y="1321910"/>
                  <a:pt x="89881" y="1284968"/>
                  <a:pt x="70414" y="1243902"/>
                </a:cubicBezTo>
                <a:cubicBezTo>
                  <a:pt x="21744" y="1141240"/>
                  <a:pt x="17489" y="1024961"/>
                  <a:pt x="50655" y="906009"/>
                </a:cubicBezTo>
                <a:lnTo>
                  <a:pt x="70242" y="848373"/>
                </a:lnTo>
                <a:lnTo>
                  <a:pt x="3272" y="843817"/>
                </a:lnTo>
                <a:lnTo>
                  <a:pt x="51560" y="834666"/>
                </a:lnTo>
                <a:lnTo>
                  <a:pt x="0" y="816674"/>
                </a:lnTo>
                <a:lnTo>
                  <a:pt x="56815" y="821259"/>
                </a:lnTo>
                <a:lnTo>
                  <a:pt x="3109" y="793615"/>
                </a:lnTo>
                <a:lnTo>
                  <a:pt x="60210" y="806393"/>
                </a:lnTo>
                <a:lnTo>
                  <a:pt x="17807" y="767104"/>
                </a:lnTo>
                <a:lnTo>
                  <a:pt x="72182" y="796253"/>
                </a:lnTo>
                <a:lnTo>
                  <a:pt x="36962" y="744662"/>
                </a:lnTo>
                <a:lnTo>
                  <a:pt x="95234" y="795417"/>
                </a:lnTo>
                <a:lnTo>
                  <a:pt x="149258" y="691376"/>
                </a:lnTo>
                <a:cubicBezTo>
                  <a:pt x="209699" y="596802"/>
                  <a:pt x="291404" y="504722"/>
                  <a:pt x="390790" y="420739"/>
                </a:cubicBezTo>
                <a:lnTo>
                  <a:pt x="442833" y="382421"/>
                </a:lnTo>
                <a:lnTo>
                  <a:pt x="390154" y="346871"/>
                </a:lnTo>
                <a:lnTo>
                  <a:pt x="436513" y="363187"/>
                </a:lnTo>
                <a:lnTo>
                  <a:pt x="400944" y="321751"/>
                </a:lnTo>
                <a:lnTo>
                  <a:pt x="447786" y="354227"/>
                </a:lnTo>
                <a:lnTo>
                  <a:pt x="415205" y="303366"/>
                </a:lnTo>
                <a:lnTo>
                  <a:pt x="458183" y="343073"/>
                </a:lnTo>
                <a:lnTo>
                  <a:pt x="441222" y="287811"/>
                </a:lnTo>
                <a:lnTo>
                  <a:pt x="473628" y="340310"/>
                </a:lnTo>
                <a:lnTo>
                  <a:pt x="469052" y="278011"/>
                </a:lnTo>
                <a:lnTo>
                  <a:pt x="492242" y="346041"/>
                </a:lnTo>
                <a:lnTo>
                  <a:pt x="552684" y="301539"/>
                </a:lnTo>
                <a:cubicBezTo>
                  <a:pt x="610769" y="264296"/>
                  <a:pt x="672829" y="229779"/>
                  <a:pt x="738412" y="198687"/>
                </a:cubicBezTo>
                <a:cubicBezTo>
                  <a:pt x="803995" y="167595"/>
                  <a:pt x="870001" y="141400"/>
                  <a:pt x="935600" y="120005"/>
                </a:cubicBezTo>
                <a:lnTo>
                  <a:pt x="1010317" y="100869"/>
                </a:lnTo>
                <a:lnTo>
                  <a:pt x="969037" y="31784"/>
                </a:lnTo>
                <a:lnTo>
                  <a:pt x="1004081" y="66242"/>
                </a:lnTo>
                <a:lnTo>
                  <a:pt x="989473" y="13624"/>
                </a:lnTo>
                <a:lnTo>
                  <a:pt x="1018091" y="62917"/>
                </a:lnTo>
                <a:lnTo>
                  <a:pt x="1010191" y="3035"/>
                </a:lnTo>
                <a:lnTo>
                  <a:pt x="1032241" y="57234"/>
                </a:lnTo>
                <a:lnTo>
                  <a:pt x="1040351" y="0"/>
                </a:lnTo>
                <a:lnTo>
                  <a:pt x="1047397" y="61290"/>
                </a:lnTo>
                <a:lnTo>
                  <a:pt x="1069708" y="2945"/>
                </a:lnTo>
                <a:lnTo>
                  <a:pt x="1060304" y="88067"/>
                </a:lnTo>
                <a:lnTo>
                  <a:pt x="1130356" y="70125"/>
                </a:lnTo>
                <a:cubicBezTo>
                  <a:pt x="1258282" y="46343"/>
                  <a:pt x="1381285" y="41375"/>
                  <a:pt x="1492759" y="54446"/>
                </a:cubicBezTo>
                <a:lnTo>
                  <a:pt x="1585675" y="73908"/>
                </a:lnTo>
                <a:lnTo>
                  <a:pt x="1592462" y="21013"/>
                </a:lnTo>
                <a:lnTo>
                  <a:pt x="1598717" y="69760"/>
                </a:lnTo>
                <a:lnTo>
                  <a:pt x="1619752" y="19366"/>
                </a:lnTo>
                <a:lnTo>
                  <a:pt x="1611786" y="75805"/>
                </a:lnTo>
                <a:lnTo>
                  <a:pt x="1642583" y="23845"/>
                </a:lnTo>
                <a:lnTo>
                  <a:pt x="1626422" y="80082"/>
                </a:lnTo>
                <a:lnTo>
                  <a:pt x="1668170" y="40098"/>
                </a:lnTo>
                <a:lnTo>
                  <a:pt x="1640315" y="85353"/>
                </a:lnTo>
                <a:lnTo>
                  <a:pt x="1646008" y="86545"/>
                </a:lnTo>
                <a:lnTo>
                  <a:pt x="1689429" y="60556"/>
                </a:lnTo>
                <a:lnTo>
                  <a:pt x="1659225" y="91319"/>
                </a:lnTo>
                <a:lnTo>
                  <a:pt x="1785990" y="147003"/>
                </a:lnTo>
                <a:cubicBezTo>
                  <a:pt x="1867801" y="195378"/>
                  <a:pt x="1931477" y="261018"/>
                  <a:pt x="1970413" y="343148"/>
                </a:cubicBezTo>
                <a:cubicBezTo>
                  <a:pt x="1989881" y="384213"/>
                  <a:pt x="2002243" y="427456"/>
                  <a:pt x="2007946" y="472178"/>
                </a:cubicBezTo>
                <a:lnTo>
                  <a:pt x="2007034" y="524077"/>
                </a:lnTo>
                <a:lnTo>
                  <a:pt x="2057915" y="615982"/>
                </a:lnTo>
                <a:cubicBezTo>
                  <a:pt x="2073336" y="657662"/>
                  <a:pt x="2082372" y="701946"/>
                  <a:pt x="2084324" y="748496"/>
                </a:cubicBezTo>
                <a:cubicBezTo>
                  <a:pt x="2087251" y="818320"/>
                  <a:pt x="2074028" y="888283"/>
                  <a:pt x="2046897" y="956483"/>
                </a:cubicBezTo>
                <a:lnTo>
                  <a:pt x="2022625" y="1008221"/>
                </a:lnTo>
                <a:lnTo>
                  <a:pt x="2101738" y="1025949"/>
                </a:lnTo>
                <a:lnTo>
                  <a:pt x="2052620" y="1027657"/>
                </a:lnTo>
                <a:lnTo>
                  <a:pt x="2100848" y="1053274"/>
                </a:lnTo>
                <a:lnTo>
                  <a:pt x="2045390" y="1040111"/>
                </a:lnTo>
                <a:lnTo>
                  <a:pt x="2094271" y="1075593"/>
                </a:lnTo>
                <a:lnTo>
                  <a:pt x="2039774" y="1054287"/>
                </a:lnTo>
                <a:lnTo>
                  <a:pt x="2075716" y="1099563"/>
                </a:lnTo>
                <a:lnTo>
                  <a:pt x="2026401" y="1062491"/>
                </a:lnTo>
                <a:lnTo>
                  <a:pt x="2053375" y="1118834"/>
                </a:lnTo>
                <a:lnTo>
                  <a:pt x="1996396" y="1051421"/>
                </a:lnTo>
                <a:lnTo>
                  <a:pt x="1926020" y="1153892"/>
                </a:lnTo>
                <a:cubicBezTo>
                  <a:pt x="1855746" y="1237588"/>
                  <a:pt x="1764732" y="1314770"/>
                  <a:pt x="1658293" y="1380931"/>
                </a:cubicBezTo>
                <a:lnTo>
                  <a:pt x="1595887" y="1414012"/>
                </a:lnTo>
                <a:lnTo>
                  <a:pt x="1643849" y="1458349"/>
                </a:lnTo>
                <a:lnTo>
                  <a:pt x="1600506" y="1435178"/>
                </a:lnTo>
                <a:lnTo>
                  <a:pt x="1629367" y="1481537"/>
                </a:lnTo>
                <a:lnTo>
                  <a:pt x="1588003" y="1442322"/>
                </a:lnTo>
                <a:lnTo>
                  <a:pt x="1612479" y="1497543"/>
                </a:lnTo>
                <a:lnTo>
                  <a:pt x="1576031" y="1451767"/>
                </a:lnTo>
                <a:lnTo>
                  <a:pt x="1584400" y="1508965"/>
                </a:lnTo>
                <a:lnTo>
                  <a:pt x="1560347" y="1452151"/>
                </a:lnTo>
                <a:lnTo>
                  <a:pt x="1555405" y="1514422"/>
                </a:lnTo>
                <a:lnTo>
                  <a:pt x="1542573" y="1442273"/>
                </a:lnTo>
                <a:lnTo>
                  <a:pt x="1487730" y="1471344"/>
                </a:lnTo>
                <a:cubicBezTo>
                  <a:pt x="1367194" y="1525357"/>
                  <a:pt x="1233890" y="1566095"/>
                  <a:pt x="1093133" y="1589053"/>
                </a:cubicBezTo>
                <a:lnTo>
                  <a:pt x="991124" y="1601412"/>
                </a:lnTo>
                <a:lnTo>
                  <a:pt x="1023814" y="1681831"/>
                </a:lnTo>
                <a:lnTo>
                  <a:pt x="994413" y="1642449"/>
                </a:lnTo>
                <a:lnTo>
                  <a:pt x="1000857" y="1696675"/>
                </a:lnTo>
                <a:lnTo>
                  <a:pt x="980060" y="1643607"/>
                </a:lnTo>
                <a:close/>
              </a:path>
            </a:pathLst>
          </a:custGeom>
          <a:solidFill>
            <a:srgbClr val="FF99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 dirty="0"/>
          </a:p>
        </p:txBody>
      </p:sp>
      <p:sp>
        <p:nvSpPr>
          <p:cNvPr id="292" name="Freeform: Shape 291">
            <a:extLst>
              <a:ext uri="{FF2B5EF4-FFF2-40B4-BE49-F238E27FC236}">
                <a16:creationId xmlns:a16="http://schemas.microsoft.com/office/drawing/2014/main" id="{BD1CEB7E-2C70-45A1-A8FF-832842954335}"/>
              </a:ext>
            </a:extLst>
          </p:cNvPr>
          <p:cNvSpPr/>
          <p:nvPr/>
        </p:nvSpPr>
        <p:spPr>
          <a:xfrm rot="20517357">
            <a:off x="258438" y="2382368"/>
            <a:ext cx="604213" cy="739283"/>
          </a:xfrm>
          <a:custGeom>
            <a:avLst/>
            <a:gdLst>
              <a:gd name="connsiteX0" fmla="*/ 347012 w 604213"/>
              <a:gd name="connsiteY0" fmla="*/ 0 h 739283"/>
              <a:gd name="connsiteX1" fmla="*/ 347012 w 604213"/>
              <a:gd name="connsiteY1" fmla="*/ 909 h 739283"/>
              <a:gd name="connsiteX2" fmla="*/ 347669 w 604213"/>
              <a:gd name="connsiteY2" fmla="*/ 737 h 739283"/>
              <a:gd name="connsiteX3" fmla="*/ 372586 w 604213"/>
              <a:gd name="connsiteY3" fmla="*/ 95773 h 739283"/>
              <a:gd name="connsiteX4" fmla="*/ 382687 w 604213"/>
              <a:gd name="connsiteY4" fmla="*/ 97300 h 739283"/>
              <a:gd name="connsiteX5" fmla="*/ 383405 w 604213"/>
              <a:gd name="connsiteY5" fmla="*/ 97228 h 739283"/>
              <a:gd name="connsiteX6" fmla="*/ 389298 w 604213"/>
              <a:gd name="connsiteY6" fmla="*/ 104369 h 739283"/>
              <a:gd name="connsiteX7" fmla="*/ 455650 w 604213"/>
              <a:gd name="connsiteY7" fmla="*/ 131853 h 739283"/>
              <a:gd name="connsiteX8" fmla="*/ 466652 w 604213"/>
              <a:gd name="connsiteY8" fmla="*/ 130744 h 739283"/>
              <a:gd name="connsiteX9" fmla="*/ 467537 w 604213"/>
              <a:gd name="connsiteY9" fmla="*/ 132375 h 739283"/>
              <a:gd name="connsiteX10" fmla="*/ 508822 w 604213"/>
              <a:gd name="connsiteY10" fmla="*/ 166372 h 739283"/>
              <a:gd name="connsiteX11" fmla="*/ 520318 w 604213"/>
              <a:gd name="connsiteY11" fmla="*/ 169941 h 739283"/>
              <a:gd name="connsiteX12" fmla="*/ 519388 w 604213"/>
              <a:gd name="connsiteY12" fmla="*/ 179160 h 739283"/>
              <a:gd name="connsiteX13" fmla="*/ 576699 w 604213"/>
              <a:gd name="connsiteY13" fmla="*/ 265623 h 739283"/>
              <a:gd name="connsiteX14" fmla="*/ 580501 w 604213"/>
              <a:gd name="connsiteY14" fmla="*/ 266803 h 739283"/>
              <a:gd name="connsiteX15" fmla="*/ 579428 w 604213"/>
              <a:gd name="connsiteY15" fmla="*/ 270261 h 739283"/>
              <a:gd name="connsiteX16" fmla="*/ 577521 w 604213"/>
              <a:gd name="connsiteY16" fmla="*/ 289172 h 739283"/>
              <a:gd name="connsiteX17" fmla="*/ 593547 w 604213"/>
              <a:gd name="connsiteY17" fmla="*/ 341637 h 739283"/>
              <a:gd name="connsiteX18" fmla="*/ 604213 w 604213"/>
              <a:gd name="connsiteY18" fmla="*/ 354564 h 739283"/>
              <a:gd name="connsiteX19" fmla="*/ 598152 w 604213"/>
              <a:gd name="connsiteY19" fmla="*/ 365730 h 739283"/>
              <a:gd name="connsiteX20" fmla="*/ 590778 w 604213"/>
              <a:gd name="connsiteY20" fmla="*/ 402255 h 739283"/>
              <a:gd name="connsiteX21" fmla="*/ 598152 w 604213"/>
              <a:gd name="connsiteY21" fmla="*/ 438780 h 739283"/>
              <a:gd name="connsiteX22" fmla="*/ 600355 w 604213"/>
              <a:gd name="connsiteY22" fmla="*/ 442838 h 739283"/>
              <a:gd name="connsiteX23" fmla="*/ 600350 w 604213"/>
              <a:gd name="connsiteY23" fmla="*/ 442843 h 739283"/>
              <a:gd name="connsiteX24" fmla="*/ 572866 w 604213"/>
              <a:gd name="connsiteY24" fmla="*/ 509195 h 739283"/>
              <a:gd name="connsiteX25" fmla="*/ 573844 w 604213"/>
              <a:gd name="connsiteY25" fmla="*/ 518897 h 739283"/>
              <a:gd name="connsiteX26" fmla="*/ 560760 w 604213"/>
              <a:gd name="connsiteY26" fmla="*/ 525999 h 739283"/>
              <a:gd name="connsiteX27" fmla="*/ 522343 w 604213"/>
              <a:gd name="connsiteY27" fmla="*/ 580359 h 739283"/>
              <a:gd name="connsiteX28" fmla="*/ 520744 w 604213"/>
              <a:gd name="connsiteY28" fmla="*/ 593044 h 739283"/>
              <a:gd name="connsiteX29" fmla="*/ 518026 w 604213"/>
              <a:gd name="connsiteY29" fmla="*/ 593318 h 739283"/>
              <a:gd name="connsiteX30" fmla="*/ 517975 w 604213"/>
              <a:gd name="connsiteY30" fmla="*/ 593338 h 739283"/>
              <a:gd name="connsiteX31" fmla="*/ 517985 w 604213"/>
              <a:gd name="connsiteY31" fmla="*/ 593447 h 739283"/>
              <a:gd name="connsiteX32" fmla="*/ 507729 w 604213"/>
              <a:gd name="connsiteY32" fmla="*/ 599706 h 739283"/>
              <a:gd name="connsiteX33" fmla="*/ 477616 w 604213"/>
              <a:gd name="connsiteY33" fmla="*/ 647618 h 739283"/>
              <a:gd name="connsiteX34" fmla="*/ 476363 w 604213"/>
              <a:gd name="connsiteY34" fmla="*/ 658799 h 739283"/>
              <a:gd name="connsiteX35" fmla="*/ 474232 w 604213"/>
              <a:gd name="connsiteY35" fmla="*/ 659040 h 739283"/>
              <a:gd name="connsiteX36" fmla="*/ 432299 w 604213"/>
              <a:gd name="connsiteY36" fmla="*/ 687457 h 739283"/>
              <a:gd name="connsiteX37" fmla="*/ 426027 w 604213"/>
              <a:gd name="connsiteY37" fmla="*/ 697634 h 739283"/>
              <a:gd name="connsiteX38" fmla="*/ 418669 w 604213"/>
              <a:gd name="connsiteY38" fmla="*/ 696800 h 739283"/>
              <a:gd name="connsiteX39" fmla="*/ 357678 w 604213"/>
              <a:gd name="connsiteY39" fmla="*/ 733264 h 739283"/>
              <a:gd name="connsiteX40" fmla="*/ 355294 w 604213"/>
              <a:gd name="connsiteY40" fmla="*/ 738204 h 739283"/>
              <a:gd name="connsiteX41" fmla="*/ 353176 w 604213"/>
              <a:gd name="connsiteY41" fmla="*/ 736239 h 739283"/>
              <a:gd name="connsiteX42" fmla="*/ 312052 w 604213"/>
              <a:gd name="connsiteY42" fmla="*/ 722114 h 739283"/>
              <a:gd name="connsiteX43" fmla="*/ 270928 w 604213"/>
              <a:gd name="connsiteY43" fmla="*/ 736239 h 739283"/>
              <a:gd name="connsiteX44" fmla="*/ 267647 w 604213"/>
              <a:gd name="connsiteY44" fmla="*/ 739283 h 739283"/>
              <a:gd name="connsiteX45" fmla="*/ 260412 w 604213"/>
              <a:gd name="connsiteY45" fmla="*/ 729423 h 739283"/>
              <a:gd name="connsiteX46" fmla="*/ 208402 w 604213"/>
              <a:gd name="connsiteY46" fmla="*/ 705199 h 739283"/>
              <a:gd name="connsiteX47" fmla="*/ 193579 w 604213"/>
              <a:gd name="connsiteY47" fmla="*/ 706879 h 739283"/>
              <a:gd name="connsiteX48" fmla="*/ 192937 w 604213"/>
              <a:gd name="connsiteY48" fmla="*/ 707103 h 739283"/>
              <a:gd name="connsiteX49" fmla="*/ 188637 w 604213"/>
              <a:gd name="connsiteY49" fmla="*/ 698196 h 739283"/>
              <a:gd name="connsiteX50" fmla="*/ 146028 w 604213"/>
              <a:gd name="connsiteY50" fmla="*/ 664336 h 739283"/>
              <a:gd name="connsiteX51" fmla="*/ 136923 w 604213"/>
              <a:gd name="connsiteY51" fmla="*/ 663046 h 739283"/>
              <a:gd name="connsiteX52" fmla="*/ 135777 w 604213"/>
              <a:gd name="connsiteY52" fmla="*/ 650261 h 739283"/>
              <a:gd name="connsiteX53" fmla="*/ 123184 w 604213"/>
              <a:gd name="connsiteY53" fmla="*/ 618245 h 739283"/>
              <a:gd name="connsiteX54" fmla="*/ 108819 w 604213"/>
              <a:gd name="connsiteY54" fmla="*/ 603748 h 739283"/>
              <a:gd name="connsiteX55" fmla="*/ 99312 w 604213"/>
              <a:gd name="connsiteY55" fmla="*/ 599327 h 739283"/>
              <a:gd name="connsiteX56" fmla="*/ 87696 w 604213"/>
              <a:gd name="connsiteY56" fmla="*/ 597863 h 739283"/>
              <a:gd name="connsiteX57" fmla="*/ 86234 w 604213"/>
              <a:gd name="connsiteY57" fmla="*/ 583358 h 739283"/>
              <a:gd name="connsiteX58" fmla="*/ 41012 w 604213"/>
              <a:gd name="connsiteY58" fmla="*/ 520865 h 739283"/>
              <a:gd name="connsiteX59" fmla="*/ 39666 w 604213"/>
              <a:gd name="connsiteY59" fmla="*/ 520237 h 739283"/>
              <a:gd name="connsiteX60" fmla="*/ 40553 w 604213"/>
              <a:gd name="connsiteY60" fmla="*/ 511429 h 739283"/>
              <a:gd name="connsiteX61" fmla="*/ 13069 w 604213"/>
              <a:gd name="connsiteY61" fmla="*/ 445077 h 739283"/>
              <a:gd name="connsiteX62" fmla="*/ 2411 w 604213"/>
              <a:gd name="connsiteY62" fmla="*/ 436282 h 739283"/>
              <a:gd name="connsiteX63" fmla="*/ 6440 w 604213"/>
              <a:gd name="connsiteY63" fmla="*/ 428858 h 739283"/>
              <a:gd name="connsiteX64" fmla="*/ 13815 w 604213"/>
              <a:gd name="connsiteY64" fmla="*/ 392332 h 739283"/>
              <a:gd name="connsiteX65" fmla="*/ 6440 w 604213"/>
              <a:gd name="connsiteY65" fmla="*/ 355807 h 739283"/>
              <a:gd name="connsiteX66" fmla="*/ 0 w 604213"/>
              <a:gd name="connsiteY66" fmla="*/ 343942 h 739283"/>
              <a:gd name="connsiteX67" fmla="*/ 420 w 604213"/>
              <a:gd name="connsiteY67" fmla="*/ 343596 h 739283"/>
              <a:gd name="connsiteX68" fmla="*/ 27904 w 604213"/>
              <a:gd name="connsiteY68" fmla="*/ 277243 h 739283"/>
              <a:gd name="connsiteX69" fmla="*/ 25997 w 604213"/>
              <a:gd name="connsiteY69" fmla="*/ 258332 h 739283"/>
              <a:gd name="connsiteX70" fmla="*/ 25664 w 604213"/>
              <a:gd name="connsiteY70" fmla="*/ 257256 h 739283"/>
              <a:gd name="connsiteX71" fmla="*/ 27277 w 604213"/>
              <a:gd name="connsiteY71" fmla="*/ 256380 h 739283"/>
              <a:gd name="connsiteX72" fmla="*/ 65694 w 604213"/>
              <a:gd name="connsiteY72" fmla="*/ 202021 h 739283"/>
              <a:gd name="connsiteX73" fmla="*/ 67306 w 604213"/>
              <a:gd name="connsiteY73" fmla="*/ 189225 h 739283"/>
              <a:gd name="connsiteX74" fmla="*/ 68591 w 604213"/>
              <a:gd name="connsiteY74" fmla="*/ 189354 h 739283"/>
              <a:gd name="connsiteX75" fmla="*/ 155053 w 604213"/>
              <a:gd name="connsiteY75" fmla="*/ 132043 h 739283"/>
              <a:gd name="connsiteX76" fmla="*/ 158360 w 604213"/>
              <a:gd name="connsiteY76" fmla="*/ 121392 h 739283"/>
              <a:gd name="connsiteX77" fmla="*/ 175412 w 604213"/>
              <a:gd name="connsiteY77" fmla="*/ 123111 h 739283"/>
              <a:gd name="connsiteX78" fmla="*/ 227876 w 604213"/>
              <a:gd name="connsiteY78" fmla="*/ 107085 h 739283"/>
              <a:gd name="connsiteX79" fmla="*/ 240745 w 604213"/>
              <a:gd name="connsiteY79" fmla="*/ 96468 h 739283"/>
              <a:gd name="connsiteX80" fmla="*/ 249002 w 604213"/>
              <a:gd name="connsiteY80" fmla="*/ 97300 h 739283"/>
              <a:gd name="connsiteX81" fmla="*/ 276618 w 604213"/>
              <a:gd name="connsiteY81" fmla="*/ 93125 h 739283"/>
              <a:gd name="connsiteX82" fmla="*/ 276618 w 604213"/>
              <a:gd name="connsiteY82" fmla="*/ 0 h 739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604213" h="739283">
                <a:moveTo>
                  <a:pt x="347012" y="0"/>
                </a:moveTo>
                <a:lnTo>
                  <a:pt x="347012" y="909"/>
                </a:lnTo>
                <a:lnTo>
                  <a:pt x="347669" y="737"/>
                </a:lnTo>
                <a:lnTo>
                  <a:pt x="372586" y="95773"/>
                </a:lnTo>
                <a:lnTo>
                  <a:pt x="382687" y="97300"/>
                </a:lnTo>
                <a:lnTo>
                  <a:pt x="383405" y="97228"/>
                </a:lnTo>
                <a:lnTo>
                  <a:pt x="389298" y="104369"/>
                </a:lnTo>
                <a:cubicBezTo>
                  <a:pt x="406279" y="121350"/>
                  <a:pt x="429738" y="131853"/>
                  <a:pt x="455650" y="131853"/>
                </a:cubicBezTo>
                <a:lnTo>
                  <a:pt x="466652" y="130744"/>
                </a:lnTo>
                <a:lnTo>
                  <a:pt x="467537" y="132375"/>
                </a:lnTo>
                <a:cubicBezTo>
                  <a:pt x="477655" y="147351"/>
                  <a:pt x="491983" y="159250"/>
                  <a:pt x="508822" y="166372"/>
                </a:cubicBezTo>
                <a:lnTo>
                  <a:pt x="520318" y="169941"/>
                </a:lnTo>
                <a:lnTo>
                  <a:pt x="519388" y="179160"/>
                </a:lnTo>
                <a:cubicBezTo>
                  <a:pt x="519388" y="218029"/>
                  <a:pt x="543020" y="251378"/>
                  <a:pt x="576699" y="265623"/>
                </a:cubicBezTo>
                <a:lnTo>
                  <a:pt x="580501" y="266803"/>
                </a:lnTo>
                <a:lnTo>
                  <a:pt x="579428" y="270261"/>
                </a:lnTo>
                <a:cubicBezTo>
                  <a:pt x="578178" y="276369"/>
                  <a:pt x="577521" y="282694"/>
                  <a:pt x="577521" y="289172"/>
                </a:cubicBezTo>
                <a:cubicBezTo>
                  <a:pt x="577521" y="308606"/>
                  <a:pt x="583429" y="326660"/>
                  <a:pt x="593547" y="341637"/>
                </a:cubicBezTo>
                <a:lnTo>
                  <a:pt x="604213" y="354564"/>
                </a:lnTo>
                <a:lnTo>
                  <a:pt x="598152" y="365730"/>
                </a:lnTo>
                <a:cubicBezTo>
                  <a:pt x="593404" y="376956"/>
                  <a:pt x="590778" y="389299"/>
                  <a:pt x="590778" y="402255"/>
                </a:cubicBezTo>
                <a:cubicBezTo>
                  <a:pt x="590778" y="415211"/>
                  <a:pt x="593404" y="427554"/>
                  <a:pt x="598152" y="438780"/>
                </a:cubicBezTo>
                <a:lnTo>
                  <a:pt x="600355" y="442838"/>
                </a:lnTo>
                <a:lnTo>
                  <a:pt x="600350" y="442843"/>
                </a:lnTo>
                <a:cubicBezTo>
                  <a:pt x="583369" y="459823"/>
                  <a:pt x="572866" y="483282"/>
                  <a:pt x="572866" y="509195"/>
                </a:cubicBezTo>
                <a:lnTo>
                  <a:pt x="573844" y="518897"/>
                </a:lnTo>
                <a:lnTo>
                  <a:pt x="560760" y="525999"/>
                </a:lnTo>
                <a:cubicBezTo>
                  <a:pt x="542039" y="538646"/>
                  <a:pt x="528128" y="557872"/>
                  <a:pt x="522343" y="580359"/>
                </a:cubicBezTo>
                <a:lnTo>
                  <a:pt x="520744" y="593044"/>
                </a:lnTo>
                <a:lnTo>
                  <a:pt x="518026" y="593318"/>
                </a:lnTo>
                <a:lnTo>
                  <a:pt x="517975" y="593338"/>
                </a:lnTo>
                <a:lnTo>
                  <a:pt x="517985" y="593447"/>
                </a:lnTo>
                <a:lnTo>
                  <a:pt x="507729" y="599706"/>
                </a:lnTo>
                <a:cubicBezTo>
                  <a:pt x="493055" y="610853"/>
                  <a:pt x="482151" y="627798"/>
                  <a:pt x="477616" y="647618"/>
                </a:cubicBezTo>
                <a:lnTo>
                  <a:pt x="476363" y="658799"/>
                </a:lnTo>
                <a:lnTo>
                  <a:pt x="474232" y="659040"/>
                </a:lnTo>
                <a:cubicBezTo>
                  <a:pt x="457474" y="662896"/>
                  <a:pt x="442791" y="673161"/>
                  <a:pt x="432299" y="687457"/>
                </a:cubicBezTo>
                <a:lnTo>
                  <a:pt x="426027" y="697634"/>
                </a:lnTo>
                <a:lnTo>
                  <a:pt x="418669" y="696800"/>
                </a:lnTo>
                <a:cubicBezTo>
                  <a:pt x="393280" y="696800"/>
                  <a:pt x="370896" y="711264"/>
                  <a:pt x="357678" y="733264"/>
                </a:cubicBezTo>
                <a:lnTo>
                  <a:pt x="355294" y="738204"/>
                </a:lnTo>
                <a:lnTo>
                  <a:pt x="353176" y="736239"/>
                </a:lnTo>
                <a:cubicBezTo>
                  <a:pt x="341437" y="727321"/>
                  <a:pt x="327285" y="722114"/>
                  <a:pt x="312052" y="722114"/>
                </a:cubicBezTo>
                <a:cubicBezTo>
                  <a:pt x="296819" y="722114"/>
                  <a:pt x="282667" y="727321"/>
                  <a:pt x="270928" y="736239"/>
                </a:cubicBezTo>
                <a:lnTo>
                  <a:pt x="267647" y="739283"/>
                </a:lnTo>
                <a:lnTo>
                  <a:pt x="260412" y="729423"/>
                </a:lnTo>
                <a:cubicBezTo>
                  <a:pt x="247102" y="714456"/>
                  <a:pt x="228713" y="705199"/>
                  <a:pt x="208402" y="705199"/>
                </a:cubicBezTo>
                <a:cubicBezTo>
                  <a:pt x="203325" y="705199"/>
                  <a:pt x="198367" y="705777"/>
                  <a:pt x="193579" y="706879"/>
                </a:cubicBezTo>
                <a:lnTo>
                  <a:pt x="192937" y="707103"/>
                </a:lnTo>
                <a:lnTo>
                  <a:pt x="188637" y="698196"/>
                </a:lnTo>
                <a:cubicBezTo>
                  <a:pt x="178724" y="681696"/>
                  <a:pt x="163654" y="669435"/>
                  <a:pt x="146028" y="664336"/>
                </a:cubicBezTo>
                <a:lnTo>
                  <a:pt x="136923" y="663046"/>
                </a:lnTo>
                <a:lnTo>
                  <a:pt x="135777" y="650261"/>
                </a:lnTo>
                <a:cubicBezTo>
                  <a:pt x="133633" y="638484"/>
                  <a:pt x="129264" y="627618"/>
                  <a:pt x="123184" y="618245"/>
                </a:cubicBezTo>
                <a:lnTo>
                  <a:pt x="108819" y="603748"/>
                </a:lnTo>
                <a:lnTo>
                  <a:pt x="99312" y="599327"/>
                </a:lnTo>
                <a:lnTo>
                  <a:pt x="87696" y="597863"/>
                </a:lnTo>
                <a:lnTo>
                  <a:pt x="86234" y="583358"/>
                </a:lnTo>
                <a:cubicBezTo>
                  <a:pt x="80765" y="556633"/>
                  <a:pt x="63936" y="534047"/>
                  <a:pt x="41012" y="520865"/>
                </a:cubicBezTo>
                <a:lnTo>
                  <a:pt x="39666" y="520237"/>
                </a:lnTo>
                <a:lnTo>
                  <a:pt x="40553" y="511429"/>
                </a:lnTo>
                <a:cubicBezTo>
                  <a:pt x="40553" y="485517"/>
                  <a:pt x="30051" y="462058"/>
                  <a:pt x="13069" y="445077"/>
                </a:cubicBezTo>
                <a:lnTo>
                  <a:pt x="2411" y="436282"/>
                </a:lnTo>
                <a:lnTo>
                  <a:pt x="6440" y="428858"/>
                </a:lnTo>
                <a:cubicBezTo>
                  <a:pt x="11189" y="417631"/>
                  <a:pt x="13815" y="405289"/>
                  <a:pt x="13815" y="392332"/>
                </a:cubicBezTo>
                <a:cubicBezTo>
                  <a:pt x="13815" y="379376"/>
                  <a:pt x="11189" y="367034"/>
                  <a:pt x="6440" y="355807"/>
                </a:cubicBezTo>
                <a:lnTo>
                  <a:pt x="0" y="343942"/>
                </a:lnTo>
                <a:lnTo>
                  <a:pt x="420" y="343596"/>
                </a:lnTo>
                <a:cubicBezTo>
                  <a:pt x="17401" y="326614"/>
                  <a:pt x="27904" y="303155"/>
                  <a:pt x="27904" y="277243"/>
                </a:cubicBezTo>
                <a:cubicBezTo>
                  <a:pt x="27904" y="270765"/>
                  <a:pt x="27247" y="264440"/>
                  <a:pt x="25997" y="258332"/>
                </a:cubicBezTo>
                <a:lnTo>
                  <a:pt x="25664" y="257256"/>
                </a:lnTo>
                <a:lnTo>
                  <a:pt x="27277" y="256380"/>
                </a:lnTo>
                <a:cubicBezTo>
                  <a:pt x="45997" y="243733"/>
                  <a:pt x="59909" y="224507"/>
                  <a:pt x="65694" y="202021"/>
                </a:cubicBezTo>
                <a:lnTo>
                  <a:pt x="67306" y="189225"/>
                </a:lnTo>
                <a:lnTo>
                  <a:pt x="68591" y="189354"/>
                </a:lnTo>
                <a:cubicBezTo>
                  <a:pt x="107460" y="189354"/>
                  <a:pt x="140808" y="165722"/>
                  <a:pt x="155053" y="132043"/>
                </a:cubicBezTo>
                <a:lnTo>
                  <a:pt x="158360" y="121392"/>
                </a:lnTo>
                <a:lnTo>
                  <a:pt x="175412" y="123111"/>
                </a:lnTo>
                <a:cubicBezTo>
                  <a:pt x="194846" y="123111"/>
                  <a:pt x="212900" y="117203"/>
                  <a:pt x="227876" y="107085"/>
                </a:cubicBezTo>
                <a:lnTo>
                  <a:pt x="240745" y="96468"/>
                </a:lnTo>
                <a:lnTo>
                  <a:pt x="249002" y="97300"/>
                </a:lnTo>
                <a:lnTo>
                  <a:pt x="276618" y="93125"/>
                </a:lnTo>
                <a:lnTo>
                  <a:pt x="276618" y="0"/>
                </a:lnTo>
                <a:close/>
              </a:path>
            </a:pathLst>
          </a:custGeom>
          <a:solidFill>
            <a:srgbClr val="99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9A3F95F-1DD6-4D73-AF72-6366AE585BFD}"/>
              </a:ext>
            </a:extLst>
          </p:cNvPr>
          <p:cNvGrpSpPr>
            <a:grpSpLocks noChangeAspect="1"/>
          </p:cNvGrpSpPr>
          <p:nvPr/>
        </p:nvGrpSpPr>
        <p:grpSpPr>
          <a:xfrm>
            <a:off x="971469" y="5356271"/>
            <a:ext cx="1143000" cy="1143000"/>
            <a:chOff x="-5805339" y="-137685"/>
            <a:chExt cx="2552768" cy="2543707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E93F894A-A514-4A40-98EB-3C8129C1E63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435ED38D-234B-4F82-BA8F-879C5E001043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9FB6AF3D-02D5-4870-90A0-2A51E3A227DA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FC9B7B87-0800-4FCC-AFA9-4FA95F457E5F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472049ED-492F-4CAC-8AE5-42795794D09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3920F3B4-E65B-49C5-B6A7-8F201D799DF3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23966ED-03D3-46BF-B421-293276014063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18AC5A55-492B-419C-800E-9F5B1C8689C3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EB977C6-BE28-44F4-AD67-C9840D106666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7B063B8-F1B3-4E86-8062-DF73AD8BF48C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E1E9CA4-5E63-445A-8D39-29B0E89F5F5F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C2A8BFC8-AE38-4631-AAB1-D07B37FA6D12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7A430DF-A8E3-4841-98BA-1B954B69BB2B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0900980-36DB-4267-A601-2C48881EDE47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6FC41DE8-4620-4CD2-8DBC-C0D7CA264FFD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FEFDCA7-C53C-4272-9AA6-37E4B21F72A0}"/>
              </a:ext>
            </a:extLst>
          </p:cNvPr>
          <p:cNvSpPr/>
          <p:nvPr/>
        </p:nvSpPr>
        <p:spPr>
          <a:xfrm rot="2286035">
            <a:off x="1246632" y="146174"/>
            <a:ext cx="685434" cy="756096"/>
          </a:xfrm>
          <a:custGeom>
            <a:avLst/>
            <a:gdLst>
              <a:gd name="connsiteX0" fmla="*/ 298126 w 685434"/>
              <a:gd name="connsiteY0" fmla="*/ 556080 h 756096"/>
              <a:gd name="connsiteX1" fmla="*/ 288092 w 685434"/>
              <a:gd name="connsiteY1" fmla="*/ 639011 h 756096"/>
              <a:gd name="connsiteX2" fmla="*/ 371023 w 685434"/>
              <a:gd name="connsiteY2" fmla="*/ 649046 h 756096"/>
              <a:gd name="connsiteX3" fmla="*/ 381058 w 685434"/>
              <a:gd name="connsiteY3" fmla="*/ 566115 h 756096"/>
              <a:gd name="connsiteX4" fmla="*/ 298126 w 685434"/>
              <a:gd name="connsiteY4" fmla="*/ 556080 h 756096"/>
              <a:gd name="connsiteX5" fmla="*/ 196585 w 685434"/>
              <a:gd name="connsiteY5" fmla="*/ 43079 h 756096"/>
              <a:gd name="connsiteX6" fmla="*/ 221709 w 685434"/>
              <a:gd name="connsiteY6" fmla="*/ 30600 h 756096"/>
              <a:gd name="connsiteX7" fmla="*/ 239860 w 685434"/>
              <a:gd name="connsiteY7" fmla="*/ 29462 h 756096"/>
              <a:gd name="connsiteX8" fmla="*/ 289467 w 685434"/>
              <a:gd name="connsiteY8" fmla="*/ 4821 h 756096"/>
              <a:gd name="connsiteX9" fmla="*/ 345149 w 685434"/>
              <a:gd name="connsiteY9" fmla="*/ 1332 h 756096"/>
              <a:gd name="connsiteX10" fmla="*/ 360771 w 685434"/>
              <a:gd name="connsiteY10" fmla="*/ 6708 h 756096"/>
              <a:gd name="connsiteX11" fmla="*/ 365558 w 685434"/>
              <a:gd name="connsiteY11" fmla="*/ 4330 h 756096"/>
              <a:gd name="connsiteX12" fmla="*/ 393556 w 685434"/>
              <a:gd name="connsiteY12" fmla="*/ 2575 h 756096"/>
              <a:gd name="connsiteX13" fmla="*/ 419007 w 685434"/>
              <a:gd name="connsiteY13" fmla="*/ 11333 h 756096"/>
              <a:gd name="connsiteX14" fmla="*/ 429798 w 685434"/>
              <a:gd name="connsiteY14" fmla="*/ 10657 h 756096"/>
              <a:gd name="connsiteX15" fmla="*/ 480728 w 685434"/>
              <a:gd name="connsiteY15" fmla="*/ 28181 h 756096"/>
              <a:gd name="connsiteX16" fmla="*/ 501633 w 685434"/>
              <a:gd name="connsiteY16" fmla="*/ 46362 h 756096"/>
              <a:gd name="connsiteX17" fmla="*/ 503533 w 685434"/>
              <a:gd name="connsiteY17" fmla="*/ 46242 h 756096"/>
              <a:gd name="connsiteX18" fmla="*/ 549578 w 685434"/>
              <a:gd name="connsiteY18" fmla="*/ 72826 h 756096"/>
              <a:gd name="connsiteX19" fmla="*/ 552630 w 685434"/>
              <a:gd name="connsiteY19" fmla="*/ 78973 h 756096"/>
              <a:gd name="connsiteX20" fmla="*/ 558352 w 685434"/>
              <a:gd name="connsiteY20" fmla="*/ 83948 h 756096"/>
              <a:gd name="connsiteX21" fmla="*/ 580747 w 685434"/>
              <a:gd name="connsiteY21" fmla="*/ 99046 h 756096"/>
              <a:gd name="connsiteX22" fmla="*/ 587877 w 685434"/>
              <a:gd name="connsiteY22" fmla="*/ 109623 h 756096"/>
              <a:gd name="connsiteX23" fmla="*/ 590669 w 685434"/>
              <a:gd name="connsiteY23" fmla="*/ 112051 h 756096"/>
              <a:gd name="connsiteX24" fmla="*/ 593902 w 685434"/>
              <a:gd name="connsiteY24" fmla="*/ 118559 h 756096"/>
              <a:gd name="connsiteX25" fmla="*/ 609015 w 685434"/>
              <a:gd name="connsiteY25" fmla="*/ 140976 h 756096"/>
              <a:gd name="connsiteX26" fmla="*/ 616515 w 685434"/>
              <a:gd name="connsiteY26" fmla="*/ 143557 h 756096"/>
              <a:gd name="connsiteX27" fmla="*/ 636950 w 685434"/>
              <a:gd name="connsiteY27" fmla="*/ 161328 h 756096"/>
              <a:gd name="connsiteX28" fmla="*/ 646886 w 685434"/>
              <a:gd name="connsiteY28" fmla="*/ 181330 h 756096"/>
              <a:gd name="connsiteX29" fmla="*/ 665075 w 685434"/>
              <a:gd name="connsiteY29" fmla="*/ 208308 h 756096"/>
              <a:gd name="connsiteX30" fmla="*/ 676095 w 685434"/>
              <a:gd name="connsiteY30" fmla="*/ 262892 h 756096"/>
              <a:gd name="connsiteX31" fmla="*/ 672701 w 685434"/>
              <a:gd name="connsiteY31" fmla="*/ 279702 h 756096"/>
              <a:gd name="connsiteX32" fmla="*/ 680200 w 685434"/>
              <a:gd name="connsiteY32" fmla="*/ 316844 h 756096"/>
              <a:gd name="connsiteX33" fmla="*/ 681944 w 685434"/>
              <a:gd name="connsiteY33" fmla="*/ 320356 h 756096"/>
              <a:gd name="connsiteX34" fmla="*/ 682410 w 685434"/>
              <a:gd name="connsiteY34" fmla="*/ 327792 h 756096"/>
              <a:gd name="connsiteX35" fmla="*/ 683007 w 685434"/>
              <a:gd name="connsiteY35" fmla="*/ 330749 h 756096"/>
              <a:gd name="connsiteX36" fmla="*/ 682693 w 685434"/>
              <a:gd name="connsiteY36" fmla="*/ 332305 h 756096"/>
              <a:gd name="connsiteX37" fmla="*/ 685434 w 685434"/>
              <a:gd name="connsiteY37" fmla="*/ 376037 h 756096"/>
              <a:gd name="connsiteX38" fmla="*/ 667908 w 685434"/>
              <a:gd name="connsiteY38" fmla="*/ 426965 h 756096"/>
              <a:gd name="connsiteX39" fmla="*/ 666778 w 685434"/>
              <a:gd name="connsiteY39" fmla="*/ 428266 h 756096"/>
              <a:gd name="connsiteX40" fmla="*/ 668379 w 685434"/>
              <a:gd name="connsiteY40" fmla="*/ 453821 h 756096"/>
              <a:gd name="connsiteX41" fmla="*/ 659567 w 685434"/>
              <a:gd name="connsiteY41" fmla="*/ 479429 h 756096"/>
              <a:gd name="connsiteX42" fmla="*/ 659179 w 685434"/>
              <a:gd name="connsiteY42" fmla="*/ 479876 h 756096"/>
              <a:gd name="connsiteX43" fmla="*/ 659976 w 685434"/>
              <a:gd name="connsiteY43" fmla="*/ 492597 h 756096"/>
              <a:gd name="connsiteX44" fmla="*/ 607108 w 685434"/>
              <a:gd name="connsiteY44" fmla="*/ 584166 h 756096"/>
              <a:gd name="connsiteX45" fmla="*/ 600523 w 685434"/>
              <a:gd name="connsiteY45" fmla="*/ 587437 h 756096"/>
              <a:gd name="connsiteX46" fmla="*/ 597500 w 685434"/>
              <a:gd name="connsiteY46" fmla="*/ 596225 h 756096"/>
              <a:gd name="connsiteX47" fmla="*/ 584666 w 685434"/>
              <a:gd name="connsiteY47" fmla="*/ 610982 h 756096"/>
              <a:gd name="connsiteX48" fmla="*/ 582632 w 685434"/>
              <a:gd name="connsiteY48" fmla="*/ 617964 h 756096"/>
              <a:gd name="connsiteX49" fmla="*/ 546395 w 685434"/>
              <a:gd name="connsiteY49" fmla="*/ 666261 h 756096"/>
              <a:gd name="connsiteX50" fmla="*/ 508865 w 685434"/>
              <a:gd name="connsiteY50" fmla="*/ 686060 h 756096"/>
              <a:gd name="connsiteX51" fmla="*/ 506621 w 685434"/>
              <a:gd name="connsiteY51" fmla="*/ 692581 h 756096"/>
              <a:gd name="connsiteX52" fmla="*/ 488849 w 685434"/>
              <a:gd name="connsiteY52" fmla="*/ 713017 h 756096"/>
              <a:gd name="connsiteX53" fmla="*/ 477449 w 685434"/>
              <a:gd name="connsiteY53" fmla="*/ 718679 h 756096"/>
              <a:gd name="connsiteX54" fmla="*/ 482335 w 685434"/>
              <a:gd name="connsiteY54" fmla="*/ 703560 h 756096"/>
              <a:gd name="connsiteX55" fmla="*/ 471576 w 685434"/>
              <a:gd name="connsiteY55" fmla="*/ 665024 h 756096"/>
              <a:gd name="connsiteX56" fmla="*/ 398181 w 685434"/>
              <a:gd name="connsiteY56" fmla="*/ 656144 h 756096"/>
              <a:gd name="connsiteX57" fmla="*/ 389299 w 685434"/>
              <a:gd name="connsiteY57" fmla="*/ 729538 h 756096"/>
              <a:gd name="connsiteX58" fmla="*/ 405088 w 685434"/>
              <a:gd name="connsiteY58" fmla="*/ 743016 h 756096"/>
              <a:gd name="connsiteX59" fmla="*/ 409635 w 685434"/>
              <a:gd name="connsiteY59" fmla="*/ 744486 h 756096"/>
              <a:gd name="connsiteX60" fmla="*/ 395967 w 685434"/>
              <a:gd name="connsiteY60" fmla="*/ 751275 h 756096"/>
              <a:gd name="connsiteX61" fmla="*/ 340285 w 685434"/>
              <a:gd name="connsiteY61" fmla="*/ 754764 h 756096"/>
              <a:gd name="connsiteX62" fmla="*/ 339018 w 685434"/>
              <a:gd name="connsiteY62" fmla="*/ 754328 h 756096"/>
              <a:gd name="connsiteX63" fmla="*/ 343352 w 685434"/>
              <a:gd name="connsiteY63" fmla="*/ 740919 h 756096"/>
              <a:gd name="connsiteX64" fmla="*/ 333781 w 685434"/>
              <a:gd name="connsiteY64" fmla="*/ 706641 h 756096"/>
              <a:gd name="connsiteX65" fmla="*/ 268495 w 685434"/>
              <a:gd name="connsiteY65" fmla="*/ 698741 h 756096"/>
              <a:gd name="connsiteX66" fmla="*/ 251024 w 685434"/>
              <a:gd name="connsiteY66" fmla="*/ 729748 h 756096"/>
              <a:gd name="connsiteX67" fmla="*/ 252064 w 685434"/>
              <a:gd name="connsiteY67" fmla="*/ 744210 h 756096"/>
              <a:gd name="connsiteX68" fmla="*/ 204707 w 685434"/>
              <a:gd name="connsiteY68" fmla="*/ 727915 h 756096"/>
              <a:gd name="connsiteX69" fmla="*/ 183801 w 685434"/>
              <a:gd name="connsiteY69" fmla="*/ 709734 h 756096"/>
              <a:gd name="connsiteX70" fmla="*/ 181901 w 685434"/>
              <a:gd name="connsiteY70" fmla="*/ 709854 h 756096"/>
              <a:gd name="connsiteX71" fmla="*/ 135857 w 685434"/>
              <a:gd name="connsiteY71" fmla="*/ 683270 h 756096"/>
              <a:gd name="connsiteX72" fmla="*/ 132804 w 685434"/>
              <a:gd name="connsiteY72" fmla="*/ 677123 h 756096"/>
              <a:gd name="connsiteX73" fmla="*/ 127084 w 685434"/>
              <a:gd name="connsiteY73" fmla="*/ 672149 h 756096"/>
              <a:gd name="connsiteX74" fmla="*/ 104688 w 685434"/>
              <a:gd name="connsiteY74" fmla="*/ 657049 h 756096"/>
              <a:gd name="connsiteX75" fmla="*/ 97557 w 685434"/>
              <a:gd name="connsiteY75" fmla="*/ 646473 h 756096"/>
              <a:gd name="connsiteX76" fmla="*/ 94765 w 685434"/>
              <a:gd name="connsiteY76" fmla="*/ 644045 h 756096"/>
              <a:gd name="connsiteX77" fmla="*/ 91533 w 685434"/>
              <a:gd name="connsiteY77" fmla="*/ 637538 h 756096"/>
              <a:gd name="connsiteX78" fmla="*/ 76419 w 685434"/>
              <a:gd name="connsiteY78" fmla="*/ 615120 h 756096"/>
              <a:gd name="connsiteX79" fmla="*/ 68919 w 685434"/>
              <a:gd name="connsiteY79" fmla="*/ 612539 h 756096"/>
              <a:gd name="connsiteX80" fmla="*/ 48484 w 685434"/>
              <a:gd name="connsiteY80" fmla="*/ 594768 h 756096"/>
              <a:gd name="connsiteX81" fmla="*/ 38549 w 685434"/>
              <a:gd name="connsiteY81" fmla="*/ 574765 h 756096"/>
              <a:gd name="connsiteX82" fmla="*/ 20359 w 685434"/>
              <a:gd name="connsiteY82" fmla="*/ 547788 h 756096"/>
              <a:gd name="connsiteX83" fmla="*/ 9339 w 685434"/>
              <a:gd name="connsiteY83" fmla="*/ 493204 h 756096"/>
              <a:gd name="connsiteX84" fmla="*/ 12733 w 685434"/>
              <a:gd name="connsiteY84" fmla="*/ 476394 h 756096"/>
              <a:gd name="connsiteX85" fmla="*/ 5234 w 685434"/>
              <a:gd name="connsiteY85" fmla="*/ 439252 h 756096"/>
              <a:gd name="connsiteX86" fmla="*/ 3490 w 685434"/>
              <a:gd name="connsiteY86" fmla="*/ 435740 h 756096"/>
              <a:gd name="connsiteX87" fmla="*/ 3024 w 685434"/>
              <a:gd name="connsiteY87" fmla="*/ 428304 h 756096"/>
              <a:gd name="connsiteX88" fmla="*/ 2427 w 685434"/>
              <a:gd name="connsiteY88" fmla="*/ 425347 h 756096"/>
              <a:gd name="connsiteX89" fmla="*/ 2741 w 685434"/>
              <a:gd name="connsiteY89" fmla="*/ 423791 h 756096"/>
              <a:gd name="connsiteX90" fmla="*/ 0 w 685434"/>
              <a:gd name="connsiteY90" fmla="*/ 380059 h 756096"/>
              <a:gd name="connsiteX91" fmla="*/ 17526 w 685434"/>
              <a:gd name="connsiteY91" fmla="*/ 329131 h 756096"/>
              <a:gd name="connsiteX92" fmla="*/ 18656 w 685434"/>
              <a:gd name="connsiteY92" fmla="*/ 327830 h 756096"/>
              <a:gd name="connsiteX93" fmla="*/ 17055 w 685434"/>
              <a:gd name="connsiteY93" fmla="*/ 302275 h 756096"/>
              <a:gd name="connsiteX94" fmla="*/ 25867 w 685434"/>
              <a:gd name="connsiteY94" fmla="*/ 276667 h 756096"/>
              <a:gd name="connsiteX95" fmla="*/ 26255 w 685434"/>
              <a:gd name="connsiteY95" fmla="*/ 276220 h 756096"/>
              <a:gd name="connsiteX96" fmla="*/ 25458 w 685434"/>
              <a:gd name="connsiteY96" fmla="*/ 263499 h 756096"/>
              <a:gd name="connsiteX97" fmla="*/ 78326 w 685434"/>
              <a:gd name="connsiteY97" fmla="*/ 171930 h 756096"/>
              <a:gd name="connsiteX98" fmla="*/ 84911 w 685434"/>
              <a:gd name="connsiteY98" fmla="*/ 168659 h 756096"/>
              <a:gd name="connsiteX99" fmla="*/ 87934 w 685434"/>
              <a:gd name="connsiteY99" fmla="*/ 159871 h 756096"/>
              <a:gd name="connsiteX100" fmla="*/ 100768 w 685434"/>
              <a:gd name="connsiteY100" fmla="*/ 145114 h 756096"/>
              <a:gd name="connsiteX101" fmla="*/ 102802 w 685434"/>
              <a:gd name="connsiteY101" fmla="*/ 138132 h 756096"/>
              <a:gd name="connsiteX102" fmla="*/ 139039 w 685434"/>
              <a:gd name="connsiteY102" fmla="*/ 89835 h 756096"/>
              <a:gd name="connsiteX103" fmla="*/ 176569 w 685434"/>
              <a:gd name="connsiteY103" fmla="*/ 70036 h 756096"/>
              <a:gd name="connsiteX104" fmla="*/ 178813 w 685434"/>
              <a:gd name="connsiteY104" fmla="*/ 63515 h 756096"/>
              <a:gd name="connsiteX105" fmla="*/ 196585 w 685434"/>
              <a:gd name="connsiteY105" fmla="*/ 43079 h 756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</a:cxnLst>
            <a:rect l="l" t="t" r="r" b="b"/>
            <a:pathLst>
              <a:path w="685434" h="756096">
                <a:moveTo>
                  <a:pt x="298126" y="556080"/>
                </a:moveTo>
                <a:cubicBezTo>
                  <a:pt x="272454" y="576210"/>
                  <a:pt x="267962" y="613339"/>
                  <a:pt x="288092" y="639011"/>
                </a:cubicBezTo>
                <a:cubicBezTo>
                  <a:pt x="308221" y="664683"/>
                  <a:pt x="345351" y="669176"/>
                  <a:pt x="371023" y="649046"/>
                </a:cubicBezTo>
                <a:cubicBezTo>
                  <a:pt x="396695" y="628916"/>
                  <a:pt x="401188" y="591787"/>
                  <a:pt x="381058" y="566115"/>
                </a:cubicBezTo>
                <a:cubicBezTo>
                  <a:pt x="360928" y="540443"/>
                  <a:pt x="323798" y="535950"/>
                  <a:pt x="298126" y="556080"/>
                </a:cubicBezTo>
                <a:close/>
                <a:moveTo>
                  <a:pt x="196585" y="43079"/>
                </a:moveTo>
                <a:cubicBezTo>
                  <a:pt x="203823" y="37439"/>
                  <a:pt x="212287" y="33124"/>
                  <a:pt x="221709" y="30600"/>
                </a:cubicBezTo>
                <a:lnTo>
                  <a:pt x="239860" y="29462"/>
                </a:lnTo>
                <a:lnTo>
                  <a:pt x="289467" y="4821"/>
                </a:lnTo>
                <a:cubicBezTo>
                  <a:pt x="308204" y="-199"/>
                  <a:pt x="327072" y="-1185"/>
                  <a:pt x="345149" y="1332"/>
                </a:cubicBezTo>
                <a:lnTo>
                  <a:pt x="360771" y="6708"/>
                </a:lnTo>
                <a:lnTo>
                  <a:pt x="365558" y="4330"/>
                </a:lnTo>
                <a:cubicBezTo>
                  <a:pt x="374980" y="1805"/>
                  <a:pt x="384467" y="1310"/>
                  <a:pt x="393556" y="2575"/>
                </a:cubicBezTo>
                <a:lnTo>
                  <a:pt x="419007" y="11333"/>
                </a:lnTo>
                <a:lnTo>
                  <a:pt x="429798" y="10657"/>
                </a:lnTo>
                <a:cubicBezTo>
                  <a:pt x="447875" y="13173"/>
                  <a:pt x="465158" y="19192"/>
                  <a:pt x="480728" y="28181"/>
                </a:cubicBezTo>
                <a:lnTo>
                  <a:pt x="501633" y="46362"/>
                </a:lnTo>
                <a:lnTo>
                  <a:pt x="503533" y="46242"/>
                </a:lnTo>
                <a:cubicBezTo>
                  <a:pt x="521712" y="48774"/>
                  <a:pt x="538296" y="58349"/>
                  <a:pt x="549578" y="72826"/>
                </a:cubicBezTo>
                <a:lnTo>
                  <a:pt x="552630" y="78973"/>
                </a:lnTo>
                <a:lnTo>
                  <a:pt x="558352" y="83948"/>
                </a:lnTo>
                <a:lnTo>
                  <a:pt x="580747" y="99046"/>
                </a:lnTo>
                <a:lnTo>
                  <a:pt x="587877" y="109623"/>
                </a:lnTo>
                <a:lnTo>
                  <a:pt x="590669" y="112051"/>
                </a:lnTo>
                <a:lnTo>
                  <a:pt x="593902" y="118559"/>
                </a:lnTo>
                <a:lnTo>
                  <a:pt x="609015" y="140976"/>
                </a:lnTo>
                <a:lnTo>
                  <a:pt x="616515" y="143557"/>
                </a:lnTo>
                <a:cubicBezTo>
                  <a:pt x="624344" y="148076"/>
                  <a:pt x="631310" y="154089"/>
                  <a:pt x="636950" y="161328"/>
                </a:cubicBezTo>
                <a:lnTo>
                  <a:pt x="646886" y="181330"/>
                </a:lnTo>
                <a:lnTo>
                  <a:pt x="665075" y="208308"/>
                </a:lnTo>
                <a:cubicBezTo>
                  <a:pt x="672171" y="225085"/>
                  <a:pt x="676095" y="243530"/>
                  <a:pt x="676095" y="262892"/>
                </a:cubicBezTo>
                <a:lnTo>
                  <a:pt x="672701" y="279702"/>
                </a:lnTo>
                <a:lnTo>
                  <a:pt x="680200" y="316844"/>
                </a:lnTo>
                <a:lnTo>
                  <a:pt x="681944" y="320356"/>
                </a:lnTo>
                <a:lnTo>
                  <a:pt x="682410" y="327792"/>
                </a:lnTo>
                <a:lnTo>
                  <a:pt x="683007" y="330749"/>
                </a:lnTo>
                <a:lnTo>
                  <a:pt x="682693" y="332305"/>
                </a:lnTo>
                <a:lnTo>
                  <a:pt x="685434" y="376037"/>
                </a:lnTo>
                <a:cubicBezTo>
                  <a:pt x="682917" y="394113"/>
                  <a:pt x="676898" y="411396"/>
                  <a:pt x="667908" y="426965"/>
                </a:cubicBezTo>
                <a:lnTo>
                  <a:pt x="666778" y="428266"/>
                </a:lnTo>
                <a:lnTo>
                  <a:pt x="668379" y="453821"/>
                </a:lnTo>
                <a:cubicBezTo>
                  <a:pt x="667113" y="462910"/>
                  <a:pt x="664087" y="471600"/>
                  <a:pt x="659567" y="479429"/>
                </a:cubicBezTo>
                <a:lnTo>
                  <a:pt x="659179" y="479876"/>
                </a:lnTo>
                <a:lnTo>
                  <a:pt x="659976" y="492597"/>
                </a:lnTo>
                <a:cubicBezTo>
                  <a:pt x="654943" y="528748"/>
                  <a:pt x="635900" y="561732"/>
                  <a:pt x="607108" y="584166"/>
                </a:cubicBezTo>
                <a:lnTo>
                  <a:pt x="600523" y="587437"/>
                </a:lnTo>
                <a:lnTo>
                  <a:pt x="597500" y="596225"/>
                </a:lnTo>
                <a:lnTo>
                  <a:pt x="584666" y="610982"/>
                </a:lnTo>
                <a:lnTo>
                  <a:pt x="582632" y="617964"/>
                </a:lnTo>
                <a:cubicBezTo>
                  <a:pt x="574228" y="636379"/>
                  <a:pt x="561895" y="652916"/>
                  <a:pt x="546395" y="666261"/>
                </a:cubicBezTo>
                <a:lnTo>
                  <a:pt x="508865" y="686060"/>
                </a:lnTo>
                <a:lnTo>
                  <a:pt x="506621" y="692581"/>
                </a:lnTo>
                <a:cubicBezTo>
                  <a:pt x="502101" y="700409"/>
                  <a:pt x="496088" y="707376"/>
                  <a:pt x="488849" y="713017"/>
                </a:cubicBezTo>
                <a:lnTo>
                  <a:pt x="477449" y="718679"/>
                </a:lnTo>
                <a:lnTo>
                  <a:pt x="482335" y="703560"/>
                </a:lnTo>
                <a:cubicBezTo>
                  <a:pt x="483943" y="690278"/>
                  <a:pt x="480483" y="676383"/>
                  <a:pt x="471576" y="665024"/>
                </a:cubicBezTo>
                <a:cubicBezTo>
                  <a:pt x="453761" y="642304"/>
                  <a:pt x="420901" y="638328"/>
                  <a:pt x="398181" y="656144"/>
                </a:cubicBezTo>
                <a:cubicBezTo>
                  <a:pt x="375461" y="673959"/>
                  <a:pt x="371485" y="706819"/>
                  <a:pt x="389299" y="729538"/>
                </a:cubicBezTo>
                <a:cubicBezTo>
                  <a:pt x="393753" y="735218"/>
                  <a:pt x="399147" y="739726"/>
                  <a:pt x="405088" y="743016"/>
                </a:cubicBezTo>
                <a:lnTo>
                  <a:pt x="409635" y="744486"/>
                </a:lnTo>
                <a:lnTo>
                  <a:pt x="395967" y="751275"/>
                </a:lnTo>
                <a:cubicBezTo>
                  <a:pt x="377230" y="756295"/>
                  <a:pt x="358362" y="757281"/>
                  <a:pt x="340285" y="754764"/>
                </a:cubicBezTo>
                <a:lnTo>
                  <a:pt x="339018" y="754328"/>
                </a:lnTo>
                <a:lnTo>
                  <a:pt x="343352" y="740919"/>
                </a:lnTo>
                <a:cubicBezTo>
                  <a:pt x="344782" y="729105"/>
                  <a:pt x="341704" y="716745"/>
                  <a:pt x="333781" y="706641"/>
                </a:cubicBezTo>
                <a:cubicBezTo>
                  <a:pt x="317935" y="686431"/>
                  <a:pt x="288705" y="682895"/>
                  <a:pt x="268495" y="698741"/>
                </a:cubicBezTo>
                <a:cubicBezTo>
                  <a:pt x="258391" y="706665"/>
                  <a:pt x="252454" y="717934"/>
                  <a:pt x="251024" y="729748"/>
                </a:cubicBezTo>
                <a:lnTo>
                  <a:pt x="252064" y="744210"/>
                </a:lnTo>
                <a:lnTo>
                  <a:pt x="204707" y="727915"/>
                </a:lnTo>
                <a:lnTo>
                  <a:pt x="183801" y="709734"/>
                </a:lnTo>
                <a:lnTo>
                  <a:pt x="181901" y="709854"/>
                </a:lnTo>
                <a:cubicBezTo>
                  <a:pt x="163722" y="707322"/>
                  <a:pt x="147138" y="697747"/>
                  <a:pt x="135857" y="683270"/>
                </a:cubicBezTo>
                <a:lnTo>
                  <a:pt x="132804" y="677123"/>
                </a:lnTo>
                <a:lnTo>
                  <a:pt x="127084" y="672149"/>
                </a:lnTo>
                <a:lnTo>
                  <a:pt x="104688" y="657049"/>
                </a:lnTo>
                <a:lnTo>
                  <a:pt x="97557" y="646473"/>
                </a:lnTo>
                <a:lnTo>
                  <a:pt x="94765" y="644045"/>
                </a:lnTo>
                <a:lnTo>
                  <a:pt x="91533" y="637538"/>
                </a:lnTo>
                <a:lnTo>
                  <a:pt x="76419" y="615120"/>
                </a:lnTo>
                <a:lnTo>
                  <a:pt x="68919" y="612539"/>
                </a:lnTo>
                <a:cubicBezTo>
                  <a:pt x="61091" y="608020"/>
                  <a:pt x="54124" y="602006"/>
                  <a:pt x="48484" y="594768"/>
                </a:cubicBezTo>
                <a:lnTo>
                  <a:pt x="38549" y="574765"/>
                </a:lnTo>
                <a:lnTo>
                  <a:pt x="20359" y="547788"/>
                </a:lnTo>
                <a:cubicBezTo>
                  <a:pt x="13263" y="531011"/>
                  <a:pt x="9339" y="512566"/>
                  <a:pt x="9339" y="493204"/>
                </a:cubicBezTo>
                <a:lnTo>
                  <a:pt x="12733" y="476394"/>
                </a:lnTo>
                <a:lnTo>
                  <a:pt x="5234" y="439252"/>
                </a:lnTo>
                <a:lnTo>
                  <a:pt x="3490" y="435740"/>
                </a:lnTo>
                <a:lnTo>
                  <a:pt x="3024" y="428304"/>
                </a:lnTo>
                <a:lnTo>
                  <a:pt x="2427" y="425347"/>
                </a:lnTo>
                <a:lnTo>
                  <a:pt x="2741" y="423791"/>
                </a:lnTo>
                <a:lnTo>
                  <a:pt x="0" y="380059"/>
                </a:lnTo>
                <a:cubicBezTo>
                  <a:pt x="2517" y="361983"/>
                  <a:pt x="8536" y="344700"/>
                  <a:pt x="17526" y="329131"/>
                </a:cubicBezTo>
                <a:lnTo>
                  <a:pt x="18656" y="327830"/>
                </a:lnTo>
                <a:lnTo>
                  <a:pt x="17055" y="302275"/>
                </a:lnTo>
                <a:cubicBezTo>
                  <a:pt x="18321" y="293186"/>
                  <a:pt x="21347" y="284496"/>
                  <a:pt x="25867" y="276667"/>
                </a:cubicBezTo>
                <a:lnTo>
                  <a:pt x="26255" y="276220"/>
                </a:lnTo>
                <a:lnTo>
                  <a:pt x="25458" y="263499"/>
                </a:lnTo>
                <a:cubicBezTo>
                  <a:pt x="30491" y="227348"/>
                  <a:pt x="49534" y="194364"/>
                  <a:pt x="78326" y="171930"/>
                </a:cubicBezTo>
                <a:lnTo>
                  <a:pt x="84911" y="168659"/>
                </a:lnTo>
                <a:lnTo>
                  <a:pt x="87934" y="159871"/>
                </a:lnTo>
                <a:lnTo>
                  <a:pt x="100768" y="145114"/>
                </a:lnTo>
                <a:lnTo>
                  <a:pt x="102802" y="138132"/>
                </a:lnTo>
                <a:cubicBezTo>
                  <a:pt x="111206" y="119717"/>
                  <a:pt x="123539" y="103180"/>
                  <a:pt x="139039" y="89835"/>
                </a:cubicBezTo>
                <a:lnTo>
                  <a:pt x="176569" y="70036"/>
                </a:lnTo>
                <a:lnTo>
                  <a:pt x="178813" y="63515"/>
                </a:lnTo>
                <a:cubicBezTo>
                  <a:pt x="183333" y="55687"/>
                  <a:pt x="189346" y="48720"/>
                  <a:pt x="196585" y="43079"/>
                </a:cubicBez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B489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662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4EC65C3-BC80-40BA-BB31-7B6316C350D0}"/>
              </a:ext>
            </a:extLst>
          </p:cNvPr>
          <p:cNvSpPr/>
          <p:nvPr/>
        </p:nvSpPr>
        <p:spPr>
          <a:xfrm>
            <a:off x="854868" y="645016"/>
            <a:ext cx="621728" cy="607095"/>
          </a:xfrm>
          <a:custGeom>
            <a:avLst/>
            <a:gdLst>
              <a:gd name="connsiteX0" fmla="*/ 185133 w 621728"/>
              <a:gd name="connsiteY0" fmla="*/ 439603 h 607095"/>
              <a:gd name="connsiteX1" fmla="*/ 153383 w 621728"/>
              <a:gd name="connsiteY1" fmla="*/ 471353 h 607095"/>
              <a:gd name="connsiteX2" fmla="*/ 185133 w 621728"/>
              <a:gd name="connsiteY2" fmla="*/ 503103 h 607095"/>
              <a:gd name="connsiteX3" fmla="*/ 216883 w 621728"/>
              <a:gd name="connsiteY3" fmla="*/ 471353 h 607095"/>
              <a:gd name="connsiteX4" fmla="*/ 185133 w 621728"/>
              <a:gd name="connsiteY4" fmla="*/ 439603 h 607095"/>
              <a:gd name="connsiteX5" fmla="*/ 309353 w 621728"/>
              <a:gd name="connsiteY5" fmla="*/ 376103 h 607095"/>
              <a:gd name="connsiteX6" fmla="*/ 277603 w 621728"/>
              <a:gd name="connsiteY6" fmla="*/ 407853 h 607095"/>
              <a:gd name="connsiteX7" fmla="*/ 309353 w 621728"/>
              <a:gd name="connsiteY7" fmla="*/ 439603 h 607095"/>
              <a:gd name="connsiteX8" fmla="*/ 341103 w 621728"/>
              <a:gd name="connsiteY8" fmla="*/ 407853 h 607095"/>
              <a:gd name="connsiteX9" fmla="*/ 309353 w 621728"/>
              <a:gd name="connsiteY9" fmla="*/ 376103 h 607095"/>
              <a:gd name="connsiteX10" fmla="*/ 184517 w 621728"/>
              <a:gd name="connsiteY10" fmla="*/ 312603 h 607095"/>
              <a:gd name="connsiteX11" fmla="*/ 152767 w 621728"/>
              <a:gd name="connsiteY11" fmla="*/ 344353 h 607095"/>
              <a:gd name="connsiteX12" fmla="*/ 184517 w 621728"/>
              <a:gd name="connsiteY12" fmla="*/ 376103 h 607095"/>
              <a:gd name="connsiteX13" fmla="*/ 216267 w 621728"/>
              <a:gd name="connsiteY13" fmla="*/ 344353 h 607095"/>
              <a:gd name="connsiteX14" fmla="*/ 184517 w 621728"/>
              <a:gd name="connsiteY14" fmla="*/ 312603 h 607095"/>
              <a:gd name="connsiteX15" fmla="*/ 349927 w 621728"/>
              <a:gd name="connsiteY15" fmla="*/ 53089 h 607095"/>
              <a:gd name="connsiteX16" fmla="*/ 517728 w 621728"/>
              <a:gd name="connsiteY16" fmla="*/ 126391 h 607095"/>
              <a:gd name="connsiteX17" fmla="*/ 462485 w 621728"/>
              <a:gd name="connsiteY17" fmla="*/ 480595 h 607095"/>
              <a:gd name="connsiteX18" fmla="*/ 104000 w 621728"/>
              <a:gd name="connsiteY18" fmla="*/ 480707 h 607095"/>
              <a:gd name="connsiteX19" fmla="*/ 159243 w 621728"/>
              <a:gd name="connsiteY19" fmla="*/ 126503 h 607095"/>
              <a:gd name="connsiteX20" fmla="*/ 349927 w 621728"/>
              <a:gd name="connsiteY20" fmla="*/ 53089 h 607095"/>
              <a:gd name="connsiteX21" fmla="*/ 352790 w 621728"/>
              <a:gd name="connsiteY21" fmla="*/ 34729 h 607095"/>
              <a:gd name="connsiteX22" fmla="*/ 148128 w 621728"/>
              <a:gd name="connsiteY22" fmla="*/ 113524 h 607095"/>
              <a:gd name="connsiteX23" fmla="*/ 88836 w 621728"/>
              <a:gd name="connsiteY23" fmla="*/ 493692 h 607095"/>
              <a:gd name="connsiteX24" fmla="*/ 473600 w 621728"/>
              <a:gd name="connsiteY24" fmla="*/ 493572 h 607095"/>
              <a:gd name="connsiteX25" fmla="*/ 532892 w 621728"/>
              <a:gd name="connsiteY25" fmla="*/ 113404 h 607095"/>
              <a:gd name="connsiteX26" fmla="*/ 352790 w 621728"/>
              <a:gd name="connsiteY26" fmla="*/ 34729 h 607095"/>
              <a:gd name="connsiteX27" fmla="*/ 358206 w 621728"/>
              <a:gd name="connsiteY27" fmla="*/ 0 h 607095"/>
              <a:gd name="connsiteX28" fmla="*/ 561576 w 621728"/>
              <a:gd name="connsiteY28" fmla="*/ 88839 h 607095"/>
              <a:gd name="connsiteX29" fmla="*/ 494624 w 621728"/>
              <a:gd name="connsiteY29" fmla="*/ 518121 h 607095"/>
              <a:gd name="connsiteX30" fmla="*/ 60152 w 621728"/>
              <a:gd name="connsiteY30" fmla="*/ 518257 h 607095"/>
              <a:gd name="connsiteX31" fmla="*/ 127105 w 621728"/>
              <a:gd name="connsiteY31" fmla="*/ 88975 h 607095"/>
              <a:gd name="connsiteX32" fmla="*/ 358206 w 621728"/>
              <a:gd name="connsiteY32" fmla="*/ 0 h 607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21728" h="607095">
                <a:moveTo>
                  <a:pt x="185133" y="439603"/>
                </a:moveTo>
                <a:cubicBezTo>
                  <a:pt x="167598" y="439603"/>
                  <a:pt x="153383" y="453818"/>
                  <a:pt x="153383" y="471353"/>
                </a:cubicBezTo>
                <a:cubicBezTo>
                  <a:pt x="153383" y="488888"/>
                  <a:pt x="167598" y="503103"/>
                  <a:pt x="185133" y="503103"/>
                </a:cubicBezTo>
                <a:cubicBezTo>
                  <a:pt x="202668" y="503103"/>
                  <a:pt x="216883" y="488888"/>
                  <a:pt x="216883" y="471353"/>
                </a:cubicBezTo>
                <a:cubicBezTo>
                  <a:pt x="216883" y="453818"/>
                  <a:pt x="202668" y="439603"/>
                  <a:pt x="185133" y="439603"/>
                </a:cubicBezTo>
                <a:close/>
                <a:moveTo>
                  <a:pt x="309353" y="376103"/>
                </a:moveTo>
                <a:cubicBezTo>
                  <a:pt x="291818" y="376103"/>
                  <a:pt x="277603" y="390318"/>
                  <a:pt x="277603" y="407853"/>
                </a:cubicBezTo>
                <a:cubicBezTo>
                  <a:pt x="277603" y="425388"/>
                  <a:pt x="291818" y="439603"/>
                  <a:pt x="309353" y="439603"/>
                </a:cubicBezTo>
                <a:cubicBezTo>
                  <a:pt x="326888" y="439603"/>
                  <a:pt x="341103" y="425388"/>
                  <a:pt x="341103" y="407853"/>
                </a:cubicBezTo>
                <a:cubicBezTo>
                  <a:pt x="341103" y="390318"/>
                  <a:pt x="326888" y="376103"/>
                  <a:pt x="309353" y="376103"/>
                </a:cubicBezTo>
                <a:close/>
                <a:moveTo>
                  <a:pt x="184517" y="312603"/>
                </a:moveTo>
                <a:cubicBezTo>
                  <a:pt x="166982" y="312603"/>
                  <a:pt x="152767" y="326818"/>
                  <a:pt x="152767" y="344353"/>
                </a:cubicBezTo>
                <a:cubicBezTo>
                  <a:pt x="152767" y="361888"/>
                  <a:pt x="166982" y="376103"/>
                  <a:pt x="184517" y="376103"/>
                </a:cubicBezTo>
                <a:cubicBezTo>
                  <a:pt x="202052" y="376103"/>
                  <a:pt x="216267" y="361888"/>
                  <a:pt x="216267" y="344353"/>
                </a:cubicBezTo>
                <a:cubicBezTo>
                  <a:pt x="216267" y="326818"/>
                  <a:pt x="202052" y="312603"/>
                  <a:pt x="184517" y="312603"/>
                </a:cubicBezTo>
                <a:close/>
                <a:moveTo>
                  <a:pt x="349927" y="53089"/>
                </a:moveTo>
                <a:cubicBezTo>
                  <a:pt x="414800" y="53069"/>
                  <a:pt x="475859" y="77501"/>
                  <a:pt x="517728" y="126391"/>
                </a:cubicBezTo>
                <a:cubicBezTo>
                  <a:pt x="601467" y="224171"/>
                  <a:pt x="576733" y="382753"/>
                  <a:pt x="462485" y="480595"/>
                </a:cubicBezTo>
                <a:cubicBezTo>
                  <a:pt x="348237" y="578436"/>
                  <a:pt x="187738" y="578487"/>
                  <a:pt x="104000" y="480707"/>
                </a:cubicBezTo>
                <a:cubicBezTo>
                  <a:pt x="20262" y="382927"/>
                  <a:pt x="44995" y="224345"/>
                  <a:pt x="159243" y="126503"/>
                </a:cubicBezTo>
                <a:cubicBezTo>
                  <a:pt x="216367" y="77582"/>
                  <a:pt x="285054" y="53109"/>
                  <a:pt x="349927" y="53089"/>
                </a:cubicBezTo>
                <a:close/>
                <a:moveTo>
                  <a:pt x="352790" y="34729"/>
                </a:moveTo>
                <a:cubicBezTo>
                  <a:pt x="283162" y="34750"/>
                  <a:pt x="209439" y="61017"/>
                  <a:pt x="148128" y="113524"/>
                </a:cubicBezTo>
                <a:cubicBezTo>
                  <a:pt x="25505" y="218538"/>
                  <a:pt x="-1041" y="388745"/>
                  <a:pt x="88836" y="493692"/>
                </a:cubicBezTo>
                <a:cubicBezTo>
                  <a:pt x="178713" y="598640"/>
                  <a:pt x="350977" y="598586"/>
                  <a:pt x="473600" y="493572"/>
                </a:cubicBezTo>
                <a:cubicBezTo>
                  <a:pt x="596223" y="388558"/>
                  <a:pt x="622769" y="218351"/>
                  <a:pt x="532892" y="113404"/>
                </a:cubicBezTo>
                <a:cubicBezTo>
                  <a:pt x="487954" y="60929"/>
                  <a:pt x="422418" y="34706"/>
                  <a:pt x="352790" y="34729"/>
                </a:cubicBezTo>
                <a:close/>
                <a:moveTo>
                  <a:pt x="358206" y="0"/>
                </a:moveTo>
                <a:cubicBezTo>
                  <a:pt x="436830" y="-24"/>
                  <a:pt x="510832" y="29586"/>
                  <a:pt x="561576" y="88839"/>
                </a:cubicBezTo>
                <a:cubicBezTo>
                  <a:pt x="663063" y="207345"/>
                  <a:pt x="633088" y="399541"/>
                  <a:pt x="494624" y="518121"/>
                </a:cubicBezTo>
                <a:cubicBezTo>
                  <a:pt x="356159" y="636701"/>
                  <a:pt x="161640" y="636762"/>
                  <a:pt x="60152" y="518257"/>
                </a:cubicBezTo>
                <a:cubicBezTo>
                  <a:pt x="-41335" y="399751"/>
                  <a:pt x="-11360" y="207555"/>
                  <a:pt x="127105" y="88975"/>
                </a:cubicBezTo>
                <a:cubicBezTo>
                  <a:pt x="196337" y="29685"/>
                  <a:pt x="279582" y="24"/>
                  <a:pt x="358206" y="0"/>
                </a:cubicBez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rgbClr val="B48900"/>
              </a:solidFill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FE4D8AB-E1BF-4E76-A4CC-9465AFCB4FDF}"/>
              </a:ext>
            </a:extLst>
          </p:cNvPr>
          <p:cNvSpPr/>
          <p:nvPr/>
        </p:nvSpPr>
        <p:spPr>
          <a:xfrm>
            <a:off x="824868" y="1683126"/>
            <a:ext cx="512993" cy="500919"/>
          </a:xfrm>
          <a:custGeom>
            <a:avLst/>
            <a:gdLst>
              <a:gd name="connsiteX0" fmla="*/ 295559 w 512993"/>
              <a:gd name="connsiteY0" fmla="*/ 0 h 500919"/>
              <a:gd name="connsiteX1" fmla="*/ 463360 w 512993"/>
              <a:gd name="connsiteY1" fmla="*/ 73302 h 500919"/>
              <a:gd name="connsiteX2" fmla="*/ 408117 w 512993"/>
              <a:gd name="connsiteY2" fmla="*/ 427506 h 500919"/>
              <a:gd name="connsiteX3" fmla="*/ 49632 w 512993"/>
              <a:gd name="connsiteY3" fmla="*/ 427618 h 500919"/>
              <a:gd name="connsiteX4" fmla="*/ 104875 w 512993"/>
              <a:gd name="connsiteY4" fmla="*/ 73414 h 500919"/>
              <a:gd name="connsiteX5" fmla="*/ 295559 w 512993"/>
              <a:gd name="connsiteY5" fmla="*/ 0 h 500919"/>
              <a:gd name="connsiteX6" fmla="*/ 130149 w 512993"/>
              <a:gd name="connsiteY6" fmla="*/ 259514 h 500919"/>
              <a:gd name="connsiteX7" fmla="*/ 98399 w 512993"/>
              <a:gd name="connsiteY7" fmla="*/ 291264 h 500919"/>
              <a:gd name="connsiteX8" fmla="*/ 130149 w 512993"/>
              <a:gd name="connsiteY8" fmla="*/ 323014 h 500919"/>
              <a:gd name="connsiteX9" fmla="*/ 161899 w 512993"/>
              <a:gd name="connsiteY9" fmla="*/ 291264 h 500919"/>
              <a:gd name="connsiteX10" fmla="*/ 130149 w 512993"/>
              <a:gd name="connsiteY10" fmla="*/ 259514 h 500919"/>
              <a:gd name="connsiteX11" fmla="*/ 254985 w 512993"/>
              <a:gd name="connsiteY11" fmla="*/ 323014 h 500919"/>
              <a:gd name="connsiteX12" fmla="*/ 223235 w 512993"/>
              <a:gd name="connsiteY12" fmla="*/ 354764 h 500919"/>
              <a:gd name="connsiteX13" fmla="*/ 254985 w 512993"/>
              <a:gd name="connsiteY13" fmla="*/ 386514 h 500919"/>
              <a:gd name="connsiteX14" fmla="*/ 286735 w 512993"/>
              <a:gd name="connsiteY14" fmla="*/ 354764 h 500919"/>
              <a:gd name="connsiteX15" fmla="*/ 254985 w 512993"/>
              <a:gd name="connsiteY15" fmla="*/ 323014 h 500919"/>
              <a:gd name="connsiteX16" fmla="*/ 130765 w 512993"/>
              <a:gd name="connsiteY16" fmla="*/ 386514 h 500919"/>
              <a:gd name="connsiteX17" fmla="*/ 99015 w 512993"/>
              <a:gd name="connsiteY17" fmla="*/ 418264 h 500919"/>
              <a:gd name="connsiteX18" fmla="*/ 130765 w 512993"/>
              <a:gd name="connsiteY18" fmla="*/ 450014 h 500919"/>
              <a:gd name="connsiteX19" fmla="*/ 162515 w 512993"/>
              <a:gd name="connsiteY19" fmla="*/ 418264 h 500919"/>
              <a:gd name="connsiteX20" fmla="*/ 130765 w 512993"/>
              <a:gd name="connsiteY20" fmla="*/ 386514 h 50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512993" h="500919">
                <a:moveTo>
                  <a:pt x="295559" y="0"/>
                </a:moveTo>
                <a:cubicBezTo>
                  <a:pt x="360432" y="-20"/>
                  <a:pt x="421491" y="24412"/>
                  <a:pt x="463360" y="73302"/>
                </a:cubicBezTo>
                <a:cubicBezTo>
                  <a:pt x="547099" y="171082"/>
                  <a:pt x="522365" y="329664"/>
                  <a:pt x="408117" y="427506"/>
                </a:cubicBezTo>
                <a:cubicBezTo>
                  <a:pt x="293869" y="525347"/>
                  <a:pt x="133370" y="525398"/>
                  <a:pt x="49632" y="427618"/>
                </a:cubicBezTo>
                <a:cubicBezTo>
                  <a:pt x="-34106" y="329838"/>
                  <a:pt x="-9373" y="171256"/>
                  <a:pt x="104875" y="73414"/>
                </a:cubicBezTo>
                <a:cubicBezTo>
                  <a:pt x="161999" y="24493"/>
                  <a:pt x="230686" y="20"/>
                  <a:pt x="295559" y="0"/>
                </a:cubicBezTo>
                <a:close/>
                <a:moveTo>
                  <a:pt x="130149" y="259514"/>
                </a:moveTo>
                <a:cubicBezTo>
                  <a:pt x="112614" y="259514"/>
                  <a:pt x="98399" y="273729"/>
                  <a:pt x="98399" y="291264"/>
                </a:cubicBezTo>
                <a:cubicBezTo>
                  <a:pt x="98399" y="308799"/>
                  <a:pt x="112614" y="323014"/>
                  <a:pt x="130149" y="323014"/>
                </a:cubicBezTo>
                <a:cubicBezTo>
                  <a:pt x="147684" y="323014"/>
                  <a:pt x="161899" y="308799"/>
                  <a:pt x="161899" y="291264"/>
                </a:cubicBezTo>
                <a:cubicBezTo>
                  <a:pt x="161899" y="273729"/>
                  <a:pt x="147684" y="259514"/>
                  <a:pt x="130149" y="259514"/>
                </a:cubicBezTo>
                <a:close/>
                <a:moveTo>
                  <a:pt x="254985" y="323014"/>
                </a:moveTo>
                <a:cubicBezTo>
                  <a:pt x="237450" y="323014"/>
                  <a:pt x="223235" y="337229"/>
                  <a:pt x="223235" y="354764"/>
                </a:cubicBezTo>
                <a:cubicBezTo>
                  <a:pt x="223235" y="372299"/>
                  <a:pt x="237450" y="386514"/>
                  <a:pt x="254985" y="386514"/>
                </a:cubicBezTo>
                <a:cubicBezTo>
                  <a:pt x="272520" y="386514"/>
                  <a:pt x="286735" y="372299"/>
                  <a:pt x="286735" y="354764"/>
                </a:cubicBezTo>
                <a:cubicBezTo>
                  <a:pt x="286735" y="337229"/>
                  <a:pt x="272520" y="323014"/>
                  <a:pt x="254985" y="323014"/>
                </a:cubicBezTo>
                <a:close/>
                <a:moveTo>
                  <a:pt x="130765" y="386514"/>
                </a:moveTo>
                <a:cubicBezTo>
                  <a:pt x="113230" y="386514"/>
                  <a:pt x="99015" y="400729"/>
                  <a:pt x="99015" y="418264"/>
                </a:cubicBezTo>
                <a:cubicBezTo>
                  <a:pt x="99015" y="435799"/>
                  <a:pt x="113230" y="450014"/>
                  <a:pt x="130765" y="450014"/>
                </a:cubicBezTo>
                <a:cubicBezTo>
                  <a:pt x="148300" y="450014"/>
                  <a:pt x="162515" y="435799"/>
                  <a:pt x="162515" y="418264"/>
                </a:cubicBezTo>
                <a:cubicBezTo>
                  <a:pt x="162515" y="400729"/>
                  <a:pt x="148300" y="386514"/>
                  <a:pt x="130765" y="386514"/>
                </a:cubicBez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rgbClr val="B48900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6C69CE8-C442-42AC-B753-938F0B2E371D}"/>
              </a:ext>
            </a:extLst>
          </p:cNvPr>
          <p:cNvSpPr/>
          <p:nvPr/>
        </p:nvSpPr>
        <p:spPr>
          <a:xfrm>
            <a:off x="1113328" y="2615060"/>
            <a:ext cx="108972" cy="10897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E374EC7F-1CD7-4B7F-8561-F9C2F75DF57B}"/>
              </a:ext>
            </a:extLst>
          </p:cNvPr>
          <p:cNvSpPr/>
          <p:nvPr/>
        </p:nvSpPr>
        <p:spPr>
          <a:xfrm>
            <a:off x="1248883" y="2274888"/>
            <a:ext cx="101554" cy="10155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0997089-D1E8-4BE0-B369-595CF7AF5623}"/>
              </a:ext>
            </a:extLst>
          </p:cNvPr>
          <p:cNvSpPr/>
          <p:nvPr/>
        </p:nvSpPr>
        <p:spPr>
          <a:xfrm>
            <a:off x="1219324" y="2679321"/>
            <a:ext cx="122648" cy="122648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E4701427-58F0-4CA6-ACD3-41648C5B357E}"/>
              </a:ext>
            </a:extLst>
          </p:cNvPr>
          <p:cNvSpPr/>
          <p:nvPr/>
        </p:nvSpPr>
        <p:spPr>
          <a:xfrm>
            <a:off x="924859" y="2323858"/>
            <a:ext cx="78072" cy="7807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3E89BD35-83E4-4C16-A1AA-5B2E1E0E5BD7}"/>
              </a:ext>
            </a:extLst>
          </p:cNvPr>
          <p:cNvSpPr/>
          <p:nvPr/>
        </p:nvSpPr>
        <p:spPr>
          <a:xfrm>
            <a:off x="1052219" y="2226076"/>
            <a:ext cx="97624" cy="9762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3E5FB8A7-3A42-4CD3-92F2-34A48FE894B5}"/>
              </a:ext>
            </a:extLst>
          </p:cNvPr>
          <p:cNvGrpSpPr/>
          <p:nvPr/>
        </p:nvGrpSpPr>
        <p:grpSpPr>
          <a:xfrm>
            <a:off x="1528573" y="2615060"/>
            <a:ext cx="231052" cy="233995"/>
            <a:chOff x="1662795" y="2160273"/>
            <a:chExt cx="231052" cy="233995"/>
          </a:xfrm>
        </p:grpSpPr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8B70DA93-932E-4E10-AF29-4A2BEC9B0051}"/>
                </a:ext>
              </a:extLst>
            </p:cNvPr>
            <p:cNvSpPr/>
            <p:nvPr/>
          </p:nvSpPr>
          <p:spPr>
            <a:xfrm>
              <a:off x="1662795" y="2258055"/>
              <a:ext cx="78072" cy="78072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533A5EE-6425-4079-80C6-F30FC7378E96}"/>
                </a:ext>
              </a:extLst>
            </p:cNvPr>
            <p:cNvSpPr/>
            <p:nvPr/>
          </p:nvSpPr>
          <p:spPr>
            <a:xfrm>
              <a:off x="1790155" y="2160273"/>
              <a:ext cx="97624" cy="976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71F202BE-3DE6-488D-A409-0AC11E3F3A5E}"/>
                </a:ext>
              </a:extLst>
            </p:cNvPr>
            <p:cNvSpPr/>
            <p:nvPr/>
          </p:nvSpPr>
          <p:spPr>
            <a:xfrm>
              <a:off x="1809692" y="2310113"/>
              <a:ext cx="84155" cy="8415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D55DA0DD-69BF-4803-A543-408F918D36F8}"/>
              </a:ext>
            </a:extLst>
          </p:cNvPr>
          <p:cNvSpPr/>
          <p:nvPr/>
        </p:nvSpPr>
        <p:spPr>
          <a:xfrm rot="900000">
            <a:off x="1606655" y="1717925"/>
            <a:ext cx="685434" cy="756096"/>
          </a:xfrm>
          <a:custGeom>
            <a:avLst/>
            <a:gdLst>
              <a:gd name="connsiteX0" fmla="*/ 289467 w 685434"/>
              <a:gd name="connsiteY0" fmla="*/ 4821 h 756096"/>
              <a:gd name="connsiteX1" fmla="*/ 345149 w 685434"/>
              <a:gd name="connsiteY1" fmla="*/ 1332 h 756096"/>
              <a:gd name="connsiteX2" fmla="*/ 360771 w 685434"/>
              <a:gd name="connsiteY2" fmla="*/ 6708 h 756096"/>
              <a:gd name="connsiteX3" fmla="*/ 365558 w 685434"/>
              <a:gd name="connsiteY3" fmla="*/ 4330 h 756096"/>
              <a:gd name="connsiteX4" fmla="*/ 393556 w 685434"/>
              <a:gd name="connsiteY4" fmla="*/ 2575 h 756096"/>
              <a:gd name="connsiteX5" fmla="*/ 419007 w 685434"/>
              <a:gd name="connsiteY5" fmla="*/ 11333 h 756096"/>
              <a:gd name="connsiteX6" fmla="*/ 429798 w 685434"/>
              <a:gd name="connsiteY6" fmla="*/ 10657 h 756096"/>
              <a:gd name="connsiteX7" fmla="*/ 480728 w 685434"/>
              <a:gd name="connsiteY7" fmla="*/ 28181 h 756096"/>
              <a:gd name="connsiteX8" fmla="*/ 501633 w 685434"/>
              <a:gd name="connsiteY8" fmla="*/ 46362 h 756096"/>
              <a:gd name="connsiteX9" fmla="*/ 503533 w 685434"/>
              <a:gd name="connsiteY9" fmla="*/ 46242 h 756096"/>
              <a:gd name="connsiteX10" fmla="*/ 549578 w 685434"/>
              <a:gd name="connsiteY10" fmla="*/ 72826 h 756096"/>
              <a:gd name="connsiteX11" fmla="*/ 552630 w 685434"/>
              <a:gd name="connsiteY11" fmla="*/ 78973 h 756096"/>
              <a:gd name="connsiteX12" fmla="*/ 558352 w 685434"/>
              <a:gd name="connsiteY12" fmla="*/ 83948 h 756096"/>
              <a:gd name="connsiteX13" fmla="*/ 580747 w 685434"/>
              <a:gd name="connsiteY13" fmla="*/ 99046 h 756096"/>
              <a:gd name="connsiteX14" fmla="*/ 587877 w 685434"/>
              <a:gd name="connsiteY14" fmla="*/ 109623 h 756096"/>
              <a:gd name="connsiteX15" fmla="*/ 590669 w 685434"/>
              <a:gd name="connsiteY15" fmla="*/ 112051 h 756096"/>
              <a:gd name="connsiteX16" fmla="*/ 593902 w 685434"/>
              <a:gd name="connsiteY16" fmla="*/ 118559 h 756096"/>
              <a:gd name="connsiteX17" fmla="*/ 609015 w 685434"/>
              <a:gd name="connsiteY17" fmla="*/ 140976 h 756096"/>
              <a:gd name="connsiteX18" fmla="*/ 616515 w 685434"/>
              <a:gd name="connsiteY18" fmla="*/ 143557 h 756096"/>
              <a:gd name="connsiteX19" fmla="*/ 636950 w 685434"/>
              <a:gd name="connsiteY19" fmla="*/ 161328 h 756096"/>
              <a:gd name="connsiteX20" fmla="*/ 646886 w 685434"/>
              <a:gd name="connsiteY20" fmla="*/ 181330 h 756096"/>
              <a:gd name="connsiteX21" fmla="*/ 665075 w 685434"/>
              <a:gd name="connsiteY21" fmla="*/ 208308 h 756096"/>
              <a:gd name="connsiteX22" fmla="*/ 676095 w 685434"/>
              <a:gd name="connsiteY22" fmla="*/ 262892 h 756096"/>
              <a:gd name="connsiteX23" fmla="*/ 672701 w 685434"/>
              <a:gd name="connsiteY23" fmla="*/ 279702 h 756096"/>
              <a:gd name="connsiteX24" fmla="*/ 680200 w 685434"/>
              <a:gd name="connsiteY24" fmla="*/ 316844 h 756096"/>
              <a:gd name="connsiteX25" fmla="*/ 681944 w 685434"/>
              <a:gd name="connsiteY25" fmla="*/ 320356 h 756096"/>
              <a:gd name="connsiteX26" fmla="*/ 682410 w 685434"/>
              <a:gd name="connsiteY26" fmla="*/ 327792 h 756096"/>
              <a:gd name="connsiteX27" fmla="*/ 683007 w 685434"/>
              <a:gd name="connsiteY27" fmla="*/ 330749 h 756096"/>
              <a:gd name="connsiteX28" fmla="*/ 682693 w 685434"/>
              <a:gd name="connsiteY28" fmla="*/ 332305 h 756096"/>
              <a:gd name="connsiteX29" fmla="*/ 685434 w 685434"/>
              <a:gd name="connsiteY29" fmla="*/ 376037 h 756096"/>
              <a:gd name="connsiteX30" fmla="*/ 667908 w 685434"/>
              <a:gd name="connsiteY30" fmla="*/ 426965 h 756096"/>
              <a:gd name="connsiteX31" fmla="*/ 666778 w 685434"/>
              <a:gd name="connsiteY31" fmla="*/ 428266 h 756096"/>
              <a:gd name="connsiteX32" fmla="*/ 668379 w 685434"/>
              <a:gd name="connsiteY32" fmla="*/ 453821 h 756096"/>
              <a:gd name="connsiteX33" fmla="*/ 659567 w 685434"/>
              <a:gd name="connsiteY33" fmla="*/ 479429 h 756096"/>
              <a:gd name="connsiteX34" fmla="*/ 659179 w 685434"/>
              <a:gd name="connsiteY34" fmla="*/ 479876 h 756096"/>
              <a:gd name="connsiteX35" fmla="*/ 659976 w 685434"/>
              <a:gd name="connsiteY35" fmla="*/ 492597 h 756096"/>
              <a:gd name="connsiteX36" fmla="*/ 607108 w 685434"/>
              <a:gd name="connsiteY36" fmla="*/ 584166 h 756096"/>
              <a:gd name="connsiteX37" fmla="*/ 600523 w 685434"/>
              <a:gd name="connsiteY37" fmla="*/ 587437 h 756096"/>
              <a:gd name="connsiteX38" fmla="*/ 597500 w 685434"/>
              <a:gd name="connsiteY38" fmla="*/ 596225 h 756096"/>
              <a:gd name="connsiteX39" fmla="*/ 584666 w 685434"/>
              <a:gd name="connsiteY39" fmla="*/ 610982 h 756096"/>
              <a:gd name="connsiteX40" fmla="*/ 582632 w 685434"/>
              <a:gd name="connsiteY40" fmla="*/ 617964 h 756096"/>
              <a:gd name="connsiteX41" fmla="*/ 546395 w 685434"/>
              <a:gd name="connsiteY41" fmla="*/ 666261 h 756096"/>
              <a:gd name="connsiteX42" fmla="*/ 508865 w 685434"/>
              <a:gd name="connsiteY42" fmla="*/ 686060 h 756096"/>
              <a:gd name="connsiteX43" fmla="*/ 506621 w 685434"/>
              <a:gd name="connsiteY43" fmla="*/ 692581 h 756096"/>
              <a:gd name="connsiteX44" fmla="*/ 463725 w 685434"/>
              <a:gd name="connsiteY44" fmla="*/ 725496 h 756096"/>
              <a:gd name="connsiteX45" fmla="*/ 445574 w 685434"/>
              <a:gd name="connsiteY45" fmla="*/ 726634 h 756096"/>
              <a:gd name="connsiteX46" fmla="*/ 395967 w 685434"/>
              <a:gd name="connsiteY46" fmla="*/ 751275 h 756096"/>
              <a:gd name="connsiteX47" fmla="*/ 340285 w 685434"/>
              <a:gd name="connsiteY47" fmla="*/ 754764 h 756096"/>
              <a:gd name="connsiteX48" fmla="*/ 324663 w 685434"/>
              <a:gd name="connsiteY48" fmla="*/ 749388 h 756096"/>
              <a:gd name="connsiteX49" fmla="*/ 319876 w 685434"/>
              <a:gd name="connsiteY49" fmla="*/ 751766 h 756096"/>
              <a:gd name="connsiteX50" fmla="*/ 291878 w 685434"/>
              <a:gd name="connsiteY50" fmla="*/ 753521 h 756096"/>
              <a:gd name="connsiteX51" fmla="*/ 266427 w 685434"/>
              <a:gd name="connsiteY51" fmla="*/ 744763 h 756096"/>
              <a:gd name="connsiteX52" fmla="*/ 255636 w 685434"/>
              <a:gd name="connsiteY52" fmla="*/ 745439 h 756096"/>
              <a:gd name="connsiteX53" fmla="*/ 204707 w 685434"/>
              <a:gd name="connsiteY53" fmla="*/ 727915 h 756096"/>
              <a:gd name="connsiteX54" fmla="*/ 183801 w 685434"/>
              <a:gd name="connsiteY54" fmla="*/ 709734 h 756096"/>
              <a:gd name="connsiteX55" fmla="*/ 181901 w 685434"/>
              <a:gd name="connsiteY55" fmla="*/ 709854 h 756096"/>
              <a:gd name="connsiteX56" fmla="*/ 135857 w 685434"/>
              <a:gd name="connsiteY56" fmla="*/ 683270 h 756096"/>
              <a:gd name="connsiteX57" fmla="*/ 132804 w 685434"/>
              <a:gd name="connsiteY57" fmla="*/ 677123 h 756096"/>
              <a:gd name="connsiteX58" fmla="*/ 127084 w 685434"/>
              <a:gd name="connsiteY58" fmla="*/ 672149 h 756096"/>
              <a:gd name="connsiteX59" fmla="*/ 104688 w 685434"/>
              <a:gd name="connsiteY59" fmla="*/ 657049 h 756096"/>
              <a:gd name="connsiteX60" fmla="*/ 97557 w 685434"/>
              <a:gd name="connsiteY60" fmla="*/ 646473 h 756096"/>
              <a:gd name="connsiteX61" fmla="*/ 94765 w 685434"/>
              <a:gd name="connsiteY61" fmla="*/ 644045 h 756096"/>
              <a:gd name="connsiteX62" fmla="*/ 91533 w 685434"/>
              <a:gd name="connsiteY62" fmla="*/ 637538 h 756096"/>
              <a:gd name="connsiteX63" fmla="*/ 76419 w 685434"/>
              <a:gd name="connsiteY63" fmla="*/ 615120 h 756096"/>
              <a:gd name="connsiteX64" fmla="*/ 68919 w 685434"/>
              <a:gd name="connsiteY64" fmla="*/ 612539 h 756096"/>
              <a:gd name="connsiteX65" fmla="*/ 48484 w 685434"/>
              <a:gd name="connsiteY65" fmla="*/ 594768 h 756096"/>
              <a:gd name="connsiteX66" fmla="*/ 38549 w 685434"/>
              <a:gd name="connsiteY66" fmla="*/ 574765 h 756096"/>
              <a:gd name="connsiteX67" fmla="*/ 20359 w 685434"/>
              <a:gd name="connsiteY67" fmla="*/ 547788 h 756096"/>
              <a:gd name="connsiteX68" fmla="*/ 9339 w 685434"/>
              <a:gd name="connsiteY68" fmla="*/ 493204 h 756096"/>
              <a:gd name="connsiteX69" fmla="*/ 12733 w 685434"/>
              <a:gd name="connsiteY69" fmla="*/ 476394 h 756096"/>
              <a:gd name="connsiteX70" fmla="*/ 5234 w 685434"/>
              <a:gd name="connsiteY70" fmla="*/ 439252 h 756096"/>
              <a:gd name="connsiteX71" fmla="*/ 3490 w 685434"/>
              <a:gd name="connsiteY71" fmla="*/ 435740 h 756096"/>
              <a:gd name="connsiteX72" fmla="*/ 3024 w 685434"/>
              <a:gd name="connsiteY72" fmla="*/ 428304 h 756096"/>
              <a:gd name="connsiteX73" fmla="*/ 2427 w 685434"/>
              <a:gd name="connsiteY73" fmla="*/ 425347 h 756096"/>
              <a:gd name="connsiteX74" fmla="*/ 2741 w 685434"/>
              <a:gd name="connsiteY74" fmla="*/ 423791 h 756096"/>
              <a:gd name="connsiteX75" fmla="*/ 0 w 685434"/>
              <a:gd name="connsiteY75" fmla="*/ 380059 h 756096"/>
              <a:gd name="connsiteX76" fmla="*/ 17526 w 685434"/>
              <a:gd name="connsiteY76" fmla="*/ 329131 h 756096"/>
              <a:gd name="connsiteX77" fmla="*/ 18656 w 685434"/>
              <a:gd name="connsiteY77" fmla="*/ 327830 h 756096"/>
              <a:gd name="connsiteX78" fmla="*/ 17055 w 685434"/>
              <a:gd name="connsiteY78" fmla="*/ 302275 h 756096"/>
              <a:gd name="connsiteX79" fmla="*/ 25867 w 685434"/>
              <a:gd name="connsiteY79" fmla="*/ 276667 h 756096"/>
              <a:gd name="connsiteX80" fmla="*/ 26255 w 685434"/>
              <a:gd name="connsiteY80" fmla="*/ 276220 h 756096"/>
              <a:gd name="connsiteX81" fmla="*/ 25458 w 685434"/>
              <a:gd name="connsiteY81" fmla="*/ 263499 h 756096"/>
              <a:gd name="connsiteX82" fmla="*/ 78326 w 685434"/>
              <a:gd name="connsiteY82" fmla="*/ 171930 h 756096"/>
              <a:gd name="connsiteX83" fmla="*/ 84911 w 685434"/>
              <a:gd name="connsiteY83" fmla="*/ 168659 h 756096"/>
              <a:gd name="connsiteX84" fmla="*/ 87934 w 685434"/>
              <a:gd name="connsiteY84" fmla="*/ 159871 h 756096"/>
              <a:gd name="connsiteX85" fmla="*/ 100768 w 685434"/>
              <a:gd name="connsiteY85" fmla="*/ 145114 h 756096"/>
              <a:gd name="connsiteX86" fmla="*/ 102802 w 685434"/>
              <a:gd name="connsiteY86" fmla="*/ 138132 h 756096"/>
              <a:gd name="connsiteX87" fmla="*/ 139039 w 685434"/>
              <a:gd name="connsiteY87" fmla="*/ 89835 h 756096"/>
              <a:gd name="connsiteX88" fmla="*/ 176569 w 685434"/>
              <a:gd name="connsiteY88" fmla="*/ 70036 h 756096"/>
              <a:gd name="connsiteX89" fmla="*/ 178813 w 685434"/>
              <a:gd name="connsiteY89" fmla="*/ 63515 h 756096"/>
              <a:gd name="connsiteX90" fmla="*/ 221709 w 685434"/>
              <a:gd name="connsiteY90" fmla="*/ 30600 h 756096"/>
              <a:gd name="connsiteX91" fmla="*/ 239860 w 685434"/>
              <a:gd name="connsiteY91" fmla="*/ 29462 h 756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</a:cxnLst>
            <a:rect l="l" t="t" r="r" b="b"/>
            <a:pathLst>
              <a:path w="685434" h="756096">
                <a:moveTo>
                  <a:pt x="289467" y="4821"/>
                </a:moveTo>
                <a:cubicBezTo>
                  <a:pt x="308204" y="-199"/>
                  <a:pt x="327072" y="-1185"/>
                  <a:pt x="345149" y="1332"/>
                </a:cubicBezTo>
                <a:lnTo>
                  <a:pt x="360771" y="6708"/>
                </a:lnTo>
                <a:lnTo>
                  <a:pt x="365558" y="4330"/>
                </a:lnTo>
                <a:cubicBezTo>
                  <a:pt x="374980" y="1805"/>
                  <a:pt x="384467" y="1310"/>
                  <a:pt x="393556" y="2575"/>
                </a:cubicBezTo>
                <a:lnTo>
                  <a:pt x="419007" y="11333"/>
                </a:lnTo>
                <a:lnTo>
                  <a:pt x="429798" y="10657"/>
                </a:lnTo>
                <a:cubicBezTo>
                  <a:pt x="447875" y="13173"/>
                  <a:pt x="465158" y="19192"/>
                  <a:pt x="480728" y="28181"/>
                </a:cubicBezTo>
                <a:lnTo>
                  <a:pt x="501633" y="46362"/>
                </a:lnTo>
                <a:lnTo>
                  <a:pt x="503533" y="46242"/>
                </a:lnTo>
                <a:cubicBezTo>
                  <a:pt x="521712" y="48774"/>
                  <a:pt x="538296" y="58349"/>
                  <a:pt x="549578" y="72826"/>
                </a:cubicBezTo>
                <a:lnTo>
                  <a:pt x="552630" y="78973"/>
                </a:lnTo>
                <a:lnTo>
                  <a:pt x="558352" y="83948"/>
                </a:lnTo>
                <a:lnTo>
                  <a:pt x="580747" y="99046"/>
                </a:lnTo>
                <a:lnTo>
                  <a:pt x="587877" y="109623"/>
                </a:lnTo>
                <a:lnTo>
                  <a:pt x="590669" y="112051"/>
                </a:lnTo>
                <a:lnTo>
                  <a:pt x="593902" y="118559"/>
                </a:lnTo>
                <a:lnTo>
                  <a:pt x="609015" y="140976"/>
                </a:lnTo>
                <a:lnTo>
                  <a:pt x="616515" y="143557"/>
                </a:lnTo>
                <a:cubicBezTo>
                  <a:pt x="624344" y="148076"/>
                  <a:pt x="631310" y="154089"/>
                  <a:pt x="636950" y="161328"/>
                </a:cubicBezTo>
                <a:lnTo>
                  <a:pt x="646886" y="181330"/>
                </a:lnTo>
                <a:lnTo>
                  <a:pt x="665075" y="208308"/>
                </a:lnTo>
                <a:cubicBezTo>
                  <a:pt x="672171" y="225085"/>
                  <a:pt x="676095" y="243530"/>
                  <a:pt x="676095" y="262892"/>
                </a:cubicBezTo>
                <a:lnTo>
                  <a:pt x="672701" y="279702"/>
                </a:lnTo>
                <a:lnTo>
                  <a:pt x="680200" y="316844"/>
                </a:lnTo>
                <a:lnTo>
                  <a:pt x="681944" y="320356"/>
                </a:lnTo>
                <a:lnTo>
                  <a:pt x="682410" y="327792"/>
                </a:lnTo>
                <a:lnTo>
                  <a:pt x="683007" y="330749"/>
                </a:lnTo>
                <a:lnTo>
                  <a:pt x="682693" y="332305"/>
                </a:lnTo>
                <a:lnTo>
                  <a:pt x="685434" y="376037"/>
                </a:lnTo>
                <a:cubicBezTo>
                  <a:pt x="682917" y="394113"/>
                  <a:pt x="676898" y="411396"/>
                  <a:pt x="667908" y="426965"/>
                </a:cubicBezTo>
                <a:lnTo>
                  <a:pt x="666778" y="428266"/>
                </a:lnTo>
                <a:lnTo>
                  <a:pt x="668379" y="453821"/>
                </a:lnTo>
                <a:cubicBezTo>
                  <a:pt x="667113" y="462910"/>
                  <a:pt x="664087" y="471600"/>
                  <a:pt x="659567" y="479429"/>
                </a:cubicBezTo>
                <a:lnTo>
                  <a:pt x="659179" y="479876"/>
                </a:lnTo>
                <a:lnTo>
                  <a:pt x="659976" y="492597"/>
                </a:lnTo>
                <a:cubicBezTo>
                  <a:pt x="654943" y="528748"/>
                  <a:pt x="635900" y="561732"/>
                  <a:pt x="607108" y="584166"/>
                </a:cubicBezTo>
                <a:lnTo>
                  <a:pt x="600523" y="587437"/>
                </a:lnTo>
                <a:lnTo>
                  <a:pt x="597500" y="596225"/>
                </a:lnTo>
                <a:lnTo>
                  <a:pt x="584666" y="610982"/>
                </a:lnTo>
                <a:lnTo>
                  <a:pt x="582632" y="617964"/>
                </a:lnTo>
                <a:cubicBezTo>
                  <a:pt x="574228" y="636379"/>
                  <a:pt x="561895" y="652916"/>
                  <a:pt x="546395" y="666261"/>
                </a:cubicBezTo>
                <a:lnTo>
                  <a:pt x="508865" y="686060"/>
                </a:lnTo>
                <a:lnTo>
                  <a:pt x="506621" y="692581"/>
                </a:lnTo>
                <a:cubicBezTo>
                  <a:pt x="497581" y="708238"/>
                  <a:pt x="482569" y="720447"/>
                  <a:pt x="463725" y="725496"/>
                </a:cubicBezTo>
                <a:lnTo>
                  <a:pt x="445574" y="726634"/>
                </a:lnTo>
                <a:lnTo>
                  <a:pt x="395967" y="751275"/>
                </a:lnTo>
                <a:cubicBezTo>
                  <a:pt x="377230" y="756295"/>
                  <a:pt x="358362" y="757281"/>
                  <a:pt x="340285" y="754764"/>
                </a:cubicBezTo>
                <a:lnTo>
                  <a:pt x="324663" y="749388"/>
                </a:lnTo>
                <a:lnTo>
                  <a:pt x="319876" y="751766"/>
                </a:lnTo>
                <a:cubicBezTo>
                  <a:pt x="310454" y="754291"/>
                  <a:pt x="300967" y="754786"/>
                  <a:pt x="291878" y="753521"/>
                </a:cubicBezTo>
                <a:lnTo>
                  <a:pt x="266427" y="744763"/>
                </a:lnTo>
                <a:lnTo>
                  <a:pt x="255636" y="745439"/>
                </a:lnTo>
                <a:cubicBezTo>
                  <a:pt x="237559" y="742923"/>
                  <a:pt x="220276" y="736904"/>
                  <a:pt x="204707" y="727915"/>
                </a:cubicBezTo>
                <a:lnTo>
                  <a:pt x="183801" y="709734"/>
                </a:lnTo>
                <a:lnTo>
                  <a:pt x="181901" y="709854"/>
                </a:lnTo>
                <a:cubicBezTo>
                  <a:pt x="163722" y="707322"/>
                  <a:pt x="147138" y="697747"/>
                  <a:pt x="135857" y="683270"/>
                </a:cubicBezTo>
                <a:lnTo>
                  <a:pt x="132804" y="677123"/>
                </a:lnTo>
                <a:lnTo>
                  <a:pt x="127084" y="672149"/>
                </a:lnTo>
                <a:lnTo>
                  <a:pt x="104688" y="657049"/>
                </a:lnTo>
                <a:lnTo>
                  <a:pt x="97557" y="646473"/>
                </a:lnTo>
                <a:lnTo>
                  <a:pt x="94765" y="644045"/>
                </a:lnTo>
                <a:lnTo>
                  <a:pt x="91533" y="637538"/>
                </a:lnTo>
                <a:lnTo>
                  <a:pt x="76419" y="615120"/>
                </a:lnTo>
                <a:lnTo>
                  <a:pt x="68919" y="612539"/>
                </a:lnTo>
                <a:cubicBezTo>
                  <a:pt x="61091" y="608020"/>
                  <a:pt x="54124" y="602006"/>
                  <a:pt x="48484" y="594768"/>
                </a:cubicBezTo>
                <a:lnTo>
                  <a:pt x="38549" y="574765"/>
                </a:lnTo>
                <a:lnTo>
                  <a:pt x="20359" y="547788"/>
                </a:lnTo>
                <a:cubicBezTo>
                  <a:pt x="13263" y="531011"/>
                  <a:pt x="9339" y="512566"/>
                  <a:pt x="9339" y="493204"/>
                </a:cubicBezTo>
                <a:lnTo>
                  <a:pt x="12733" y="476394"/>
                </a:lnTo>
                <a:lnTo>
                  <a:pt x="5234" y="439252"/>
                </a:lnTo>
                <a:lnTo>
                  <a:pt x="3490" y="435740"/>
                </a:lnTo>
                <a:lnTo>
                  <a:pt x="3024" y="428304"/>
                </a:lnTo>
                <a:lnTo>
                  <a:pt x="2427" y="425347"/>
                </a:lnTo>
                <a:lnTo>
                  <a:pt x="2741" y="423791"/>
                </a:lnTo>
                <a:lnTo>
                  <a:pt x="0" y="380059"/>
                </a:lnTo>
                <a:cubicBezTo>
                  <a:pt x="2517" y="361983"/>
                  <a:pt x="8536" y="344700"/>
                  <a:pt x="17526" y="329131"/>
                </a:cubicBezTo>
                <a:lnTo>
                  <a:pt x="18656" y="327830"/>
                </a:lnTo>
                <a:lnTo>
                  <a:pt x="17055" y="302275"/>
                </a:lnTo>
                <a:cubicBezTo>
                  <a:pt x="18321" y="293186"/>
                  <a:pt x="21347" y="284496"/>
                  <a:pt x="25867" y="276667"/>
                </a:cubicBezTo>
                <a:lnTo>
                  <a:pt x="26255" y="276220"/>
                </a:lnTo>
                <a:lnTo>
                  <a:pt x="25458" y="263499"/>
                </a:lnTo>
                <a:cubicBezTo>
                  <a:pt x="30491" y="227348"/>
                  <a:pt x="49534" y="194364"/>
                  <a:pt x="78326" y="171930"/>
                </a:cubicBezTo>
                <a:lnTo>
                  <a:pt x="84911" y="168659"/>
                </a:lnTo>
                <a:lnTo>
                  <a:pt x="87934" y="159871"/>
                </a:lnTo>
                <a:lnTo>
                  <a:pt x="100768" y="145114"/>
                </a:lnTo>
                <a:lnTo>
                  <a:pt x="102802" y="138132"/>
                </a:lnTo>
                <a:cubicBezTo>
                  <a:pt x="111206" y="119717"/>
                  <a:pt x="123539" y="103180"/>
                  <a:pt x="139039" y="89835"/>
                </a:cubicBezTo>
                <a:lnTo>
                  <a:pt x="176569" y="70036"/>
                </a:lnTo>
                <a:lnTo>
                  <a:pt x="178813" y="63515"/>
                </a:lnTo>
                <a:cubicBezTo>
                  <a:pt x="187853" y="47858"/>
                  <a:pt x="202865" y="35649"/>
                  <a:pt x="221709" y="30600"/>
                </a:cubicBezTo>
                <a:lnTo>
                  <a:pt x="239860" y="29462"/>
                </a:ln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B48900"/>
              </a:solidFill>
            </a:endParaRP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6A15CFA2-DB4D-4944-A097-33A7ABC93E2E}"/>
              </a:ext>
            </a:extLst>
          </p:cNvPr>
          <p:cNvSpPr/>
          <p:nvPr/>
        </p:nvSpPr>
        <p:spPr>
          <a:xfrm>
            <a:off x="1687323" y="2281827"/>
            <a:ext cx="78072" cy="7807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11B8621C-4BD2-454E-B14C-FF1BF02EC647}"/>
              </a:ext>
            </a:extLst>
          </p:cNvPr>
          <p:cNvSpPr/>
          <p:nvPr/>
        </p:nvSpPr>
        <p:spPr>
          <a:xfrm>
            <a:off x="1783133" y="2195530"/>
            <a:ext cx="97624" cy="9762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01A7E30-F447-494B-90E9-81E32DFB74BF}"/>
              </a:ext>
            </a:extLst>
          </p:cNvPr>
          <p:cNvSpPr/>
          <p:nvPr/>
        </p:nvSpPr>
        <p:spPr>
          <a:xfrm>
            <a:off x="1806859" y="2335952"/>
            <a:ext cx="84155" cy="8415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377149F6-6774-45E3-91E1-FA1D2DB6E827}"/>
              </a:ext>
            </a:extLst>
          </p:cNvPr>
          <p:cNvSpPr/>
          <p:nvPr/>
        </p:nvSpPr>
        <p:spPr>
          <a:xfrm rot="2286035">
            <a:off x="2625382" y="587625"/>
            <a:ext cx="685434" cy="756096"/>
          </a:xfrm>
          <a:custGeom>
            <a:avLst/>
            <a:gdLst>
              <a:gd name="connsiteX0" fmla="*/ 298126 w 685434"/>
              <a:gd name="connsiteY0" fmla="*/ 556080 h 756096"/>
              <a:gd name="connsiteX1" fmla="*/ 288092 w 685434"/>
              <a:gd name="connsiteY1" fmla="*/ 639011 h 756096"/>
              <a:gd name="connsiteX2" fmla="*/ 371023 w 685434"/>
              <a:gd name="connsiteY2" fmla="*/ 649046 h 756096"/>
              <a:gd name="connsiteX3" fmla="*/ 381058 w 685434"/>
              <a:gd name="connsiteY3" fmla="*/ 566115 h 756096"/>
              <a:gd name="connsiteX4" fmla="*/ 298126 w 685434"/>
              <a:gd name="connsiteY4" fmla="*/ 556080 h 756096"/>
              <a:gd name="connsiteX5" fmla="*/ 196585 w 685434"/>
              <a:gd name="connsiteY5" fmla="*/ 43079 h 756096"/>
              <a:gd name="connsiteX6" fmla="*/ 221709 w 685434"/>
              <a:gd name="connsiteY6" fmla="*/ 30600 h 756096"/>
              <a:gd name="connsiteX7" fmla="*/ 239860 w 685434"/>
              <a:gd name="connsiteY7" fmla="*/ 29462 h 756096"/>
              <a:gd name="connsiteX8" fmla="*/ 289467 w 685434"/>
              <a:gd name="connsiteY8" fmla="*/ 4821 h 756096"/>
              <a:gd name="connsiteX9" fmla="*/ 345149 w 685434"/>
              <a:gd name="connsiteY9" fmla="*/ 1332 h 756096"/>
              <a:gd name="connsiteX10" fmla="*/ 360771 w 685434"/>
              <a:gd name="connsiteY10" fmla="*/ 6708 h 756096"/>
              <a:gd name="connsiteX11" fmla="*/ 365558 w 685434"/>
              <a:gd name="connsiteY11" fmla="*/ 4330 h 756096"/>
              <a:gd name="connsiteX12" fmla="*/ 393556 w 685434"/>
              <a:gd name="connsiteY12" fmla="*/ 2575 h 756096"/>
              <a:gd name="connsiteX13" fmla="*/ 419007 w 685434"/>
              <a:gd name="connsiteY13" fmla="*/ 11333 h 756096"/>
              <a:gd name="connsiteX14" fmla="*/ 429798 w 685434"/>
              <a:gd name="connsiteY14" fmla="*/ 10657 h 756096"/>
              <a:gd name="connsiteX15" fmla="*/ 480728 w 685434"/>
              <a:gd name="connsiteY15" fmla="*/ 28181 h 756096"/>
              <a:gd name="connsiteX16" fmla="*/ 501633 w 685434"/>
              <a:gd name="connsiteY16" fmla="*/ 46362 h 756096"/>
              <a:gd name="connsiteX17" fmla="*/ 503533 w 685434"/>
              <a:gd name="connsiteY17" fmla="*/ 46242 h 756096"/>
              <a:gd name="connsiteX18" fmla="*/ 549578 w 685434"/>
              <a:gd name="connsiteY18" fmla="*/ 72826 h 756096"/>
              <a:gd name="connsiteX19" fmla="*/ 552630 w 685434"/>
              <a:gd name="connsiteY19" fmla="*/ 78973 h 756096"/>
              <a:gd name="connsiteX20" fmla="*/ 558352 w 685434"/>
              <a:gd name="connsiteY20" fmla="*/ 83948 h 756096"/>
              <a:gd name="connsiteX21" fmla="*/ 580747 w 685434"/>
              <a:gd name="connsiteY21" fmla="*/ 99046 h 756096"/>
              <a:gd name="connsiteX22" fmla="*/ 587877 w 685434"/>
              <a:gd name="connsiteY22" fmla="*/ 109623 h 756096"/>
              <a:gd name="connsiteX23" fmla="*/ 590669 w 685434"/>
              <a:gd name="connsiteY23" fmla="*/ 112051 h 756096"/>
              <a:gd name="connsiteX24" fmla="*/ 593902 w 685434"/>
              <a:gd name="connsiteY24" fmla="*/ 118559 h 756096"/>
              <a:gd name="connsiteX25" fmla="*/ 609015 w 685434"/>
              <a:gd name="connsiteY25" fmla="*/ 140976 h 756096"/>
              <a:gd name="connsiteX26" fmla="*/ 616515 w 685434"/>
              <a:gd name="connsiteY26" fmla="*/ 143557 h 756096"/>
              <a:gd name="connsiteX27" fmla="*/ 636950 w 685434"/>
              <a:gd name="connsiteY27" fmla="*/ 161328 h 756096"/>
              <a:gd name="connsiteX28" fmla="*/ 646886 w 685434"/>
              <a:gd name="connsiteY28" fmla="*/ 181330 h 756096"/>
              <a:gd name="connsiteX29" fmla="*/ 665075 w 685434"/>
              <a:gd name="connsiteY29" fmla="*/ 208308 h 756096"/>
              <a:gd name="connsiteX30" fmla="*/ 676095 w 685434"/>
              <a:gd name="connsiteY30" fmla="*/ 262892 h 756096"/>
              <a:gd name="connsiteX31" fmla="*/ 672701 w 685434"/>
              <a:gd name="connsiteY31" fmla="*/ 279702 h 756096"/>
              <a:gd name="connsiteX32" fmla="*/ 680200 w 685434"/>
              <a:gd name="connsiteY32" fmla="*/ 316844 h 756096"/>
              <a:gd name="connsiteX33" fmla="*/ 681944 w 685434"/>
              <a:gd name="connsiteY33" fmla="*/ 320356 h 756096"/>
              <a:gd name="connsiteX34" fmla="*/ 682410 w 685434"/>
              <a:gd name="connsiteY34" fmla="*/ 327792 h 756096"/>
              <a:gd name="connsiteX35" fmla="*/ 683007 w 685434"/>
              <a:gd name="connsiteY35" fmla="*/ 330749 h 756096"/>
              <a:gd name="connsiteX36" fmla="*/ 682693 w 685434"/>
              <a:gd name="connsiteY36" fmla="*/ 332305 h 756096"/>
              <a:gd name="connsiteX37" fmla="*/ 685434 w 685434"/>
              <a:gd name="connsiteY37" fmla="*/ 376037 h 756096"/>
              <a:gd name="connsiteX38" fmla="*/ 667908 w 685434"/>
              <a:gd name="connsiteY38" fmla="*/ 426965 h 756096"/>
              <a:gd name="connsiteX39" fmla="*/ 666778 w 685434"/>
              <a:gd name="connsiteY39" fmla="*/ 428266 h 756096"/>
              <a:gd name="connsiteX40" fmla="*/ 668379 w 685434"/>
              <a:gd name="connsiteY40" fmla="*/ 453821 h 756096"/>
              <a:gd name="connsiteX41" fmla="*/ 659567 w 685434"/>
              <a:gd name="connsiteY41" fmla="*/ 479429 h 756096"/>
              <a:gd name="connsiteX42" fmla="*/ 659179 w 685434"/>
              <a:gd name="connsiteY42" fmla="*/ 479876 h 756096"/>
              <a:gd name="connsiteX43" fmla="*/ 659976 w 685434"/>
              <a:gd name="connsiteY43" fmla="*/ 492597 h 756096"/>
              <a:gd name="connsiteX44" fmla="*/ 607108 w 685434"/>
              <a:gd name="connsiteY44" fmla="*/ 584166 h 756096"/>
              <a:gd name="connsiteX45" fmla="*/ 600523 w 685434"/>
              <a:gd name="connsiteY45" fmla="*/ 587437 h 756096"/>
              <a:gd name="connsiteX46" fmla="*/ 597500 w 685434"/>
              <a:gd name="connsiteY46" fmla="*/ 596225 h 756096"/>
              <a:gd name="connsiteX47" fmla="*/ 584666 w 685434"/>
              <a:gd name="connsiteY47" fmla="*/ 610982 h 756096"/>
              <a:gd name="connsiteX48" fmla="*/ 582632 w 685434"/>
              <a:gd name="connsiteY48" fmla="*/ 617964 h 756096"/>
              <a:gd name="connsiteX49" fmla="*/ 546395 w 685434"/>
              <a:gd name="connsiteY49" fmla="*/ 666261 h 756096"/>
              <a:gd name="connsiteX50" fmla="*/ 508865 w 685434"/>
              <a:gd name="connsiteY50" fmla="*/ 686060 h 756096"/>
              <a:gd name="connsiteX51" fmla="*/ 506621 w 685434"/>
              <a:gd name="connsiteY51" fmla="*/ 692581 h 756096"/>
              <a:gd name="connsiteX52" fmla="*/ 488849 w 685434"/>
              <a:gd name="connsiteY52" fmla="*/ 713017 h 756096"/>
              <a:gd name="connsiteX53" fmla="*/ 477449 w 685434"/>
              <a:gd name="connsiteY53" fmla="*/ 718679 h 756096"/>
              <a:gd name="connsiteX54" fmla="*/ 482335 w 685434"/>
              <a:gd name="connsiteY54" fmla="*/ 703560 h 756096"/>
              <a:gd name="connsiteX55" fmla="*/ 471576 w 685434"/>
              <a:gd name="connsiteY55" fmla="*/ 665024 h 756096"/>
              <a:gd name="connsiteX56" fmla="*/ 398181 w 685434"/>
              <a:gd name="connsiteY56" fmla="*/ 656144 h 756096"/>
              <a:gd name="connsiteX57" fmla="*/ 389299 w 685434"/>
              <a:gd name="connsiteY57" fmla="*/ 729538 h 756096"/>
              <a:gd name="connsiteX58" fmla="*/ 405088 w 685434"/>
              <a:gd name="connsiteY58" fmla="*/ 743016 h 756096"/>
              <a:gd name="connsiteX59" fmla="*/ 409635 w 685434"/>
              <a:gd name="connsiteY59" fmla="*/ 744486 h 756096"/>
              <a:gd name="connsiteX60" fmla="*/ 395967 w 685434"/>
              <a:gd name="connsiteY60" fmla="*/ 751275 h 756096"/>
              <a:gd name="connsiteX61" fmla="*/ 340285 w 685434"/>
              <a:gd name="connsiteY61" fmla="*/ 754764 h 756096"/>
              <a:gd name="connsiteX62" fmla="*/ 339018 w 685434"/>
              <a:gd name="connsiteY62" fmla="*/ 754328 h 756096"/>
              <a:gd name="connsiteX63" fmla="*/ 343352 w 685434"/>
              <a:gd name="connsiteY63" fmla="*/ 740919 h 756096"/>
              <a:gd name="connsiteX64" fmla="*/ 333781 w 685434"/>
              <a:gd name="connsiteY64" fmla="*/ 706641 h 756096"/>
              <a:gd name="connsiteX65" fmla="*/ 268495 w 685434"/>
              <a:gd name="connsiteY65" fmla="*/ 698741 h 756096"/>
              <a:gd name="connsiteX66" fmla="*/ 251024 w 685434"/>
              <a:gd name="connsiteY66" fmla="*/ 729748 h 756096"/>
              <a:gd name="connsiteX67" fmla="*/ 252064 w 685434"/>
              <a:gd name="connsiteY67" fmla="*/ 744210 h 756096"/>
              <a:gd name="connsiteX68" fmla="*/ 204707 w 685434"/>
              <a:gd name="connsiteY68" fmla="*/ 727915 h 756096"/>
              <a:gd name="connsiteX69" fmla="*/ 183801 w 685434"/>
              <a:gd name="connsiteY69" fmla="*/ 709734 h 756096"/>
              <a:gd name="connsiteX70" fmla="*/ 181901 w 685434"/>
              <a:gd name="connsiteY70" fmla="*/ 709854 h 756096"/>
              <a:gd name="connsiteX71" fmla="*/ 135857 w 685434"/>
              <a:gd name="connsiteY71" fmla="*/ 683270 h 756096"/>
              <a:gd name="connsiteX72" fmla="*/ 132804 w 685434"/>
              <a:gd name="connsiteY72" fmla="*/ 677123 h 756096"/>
              <a:gd name="connsiteX73" fmla="*/ 127084 w 685434"/>
              <a:gd name="connsiteY73" fmla="*/ 672149 h 756096"/>
              <a:gd name="connsiteX74" fmla="*/ 104688 w 685434"/>
              <a:gd name="connsiteY74" fmla="*/ 657049 h 756096"/>
              <a:gd name="connsiteX75" fmla="*/ 97557 w 685434"/>
              <a:gd name="connsiteY75" fmla="*/ 646473 h 756096"/>
              <a:gd name="connsiteX76" fmla="*/ 94765 w 685434"/>
              <a:gd name="connsiteY76" fmla="*/ 644045 h 756096"/>
              <a:gd name="connsiteX77" fmla="*/ 91533 w 685434"/>
              <a:gd name="connsiteY77" fmla="*/ 637538 h 756096"/>
              <a:gd name="connsiteX78" fmla="*/ 76419 w 685434"/>
              <a:gd name="connsiteY78" fmla="*/ 615120 h 756096"/>
              <a:gd name="connsiteX79" fmla="*/ 68919 w 685434"/>
              <a:gd name="connsiteY79" fmla="*/ 612539 h 756096"/>
              <a:gd name="connsiteX80" fmla="*/ 48484 w 685434"/>
              <a:gd name="connsiteY80" fmla="*/ 594768 h 756096"/>
              <a:gd name="connsiteX81" fmla="*/ 38549 w 685434"/>
              <a:gd name="connsiteY81" fmla="*/ 574765 h 756096"/>
              <a:gd name="connsiteX82" fmla="*/ 20359 w 685434"/>
              <a:gd name="connsiteY82" fmla="*/ 547788 h 756096"/>
              <a:gd name="connsiteX83" fmla="*/ 9339 w 685434"/>
              <a:gd name="connsiteY83" fmla="*/ 493204 h 756096"/>
              <a:gd name="connsiteX84" fmla="*/ 12733 w 685434"/>
              <a:gd name="connsiteY84" fmla="*/ 476394 h 756096"/>
              <a:gd name="connsiteX85" fmla="*/ 5234 w 685434"/>
              <a:gd name="connsiteY85" fmla="*/ 439252 h 756096"/>
              <a:gd name="connsiteX86" fmla="*/ 3490 w 685434"/>
              <a:gd name="connsiteY86" fmla="*/ 435740 h 756096"/>
              <a:gd name="connsiteX87" fmla="*/ 3024 w 685434"/>
              <a:gd name="connsiteY87" fmla="*/ 428304 h 756096"/>
              <a:gd name="connsiteX88" fmla="*/ 2427 w 685434"/>
              <a:gd name="connsiteY88" fmla="*/ 425347 h 756096"/>
              <a:gd name="connsiteX89" fmla="*/ 2741 w 685434"/>
              <a:gd name="connsiteY89" fmla="*/ 423791 h 756096"/>
              <a:gd name="connsiteX90" fmla="*/ 0 w 685434"/>
              <a:gd name="connsiteY90" fmla="*/ 380059 h 756096"/>
              <a:gd name="connsiteX91" fmla="*/ 17526 w 685434"/>
              <a:gd name="connsiteY91" fmla="*/ 329131 h 756096"/>
              <a:gd name="connsiteX92" fmla="*/ 18656 w 685434"/>
              <a:gd name="connsiteY92" fmla="*/ 327830 h 756096"/>
              <a:gd name="connsiteX93" fmla="*/ 17055 w 685434"/>
              <a:gd name="connsiteY93" fmla="*/ 302275 h 756096"/>
              <a:gd name="connsiteX94" fmla="*/ 25867 w 685434"/>
              <a:gd name="connsiteY94" fmla="*/ 276667 h 756096"/>
              <a:gd name="connsiteX95" fmla="*/ 26255 w 685434"/>
              <a:gd name="connsiteY95" fmla="*/ 276220 h 756096"/>
              <a:gd name="connsiteX96" fmla="*/ 25458 w 685434"/>
              <a:gd name="connsiteY96" fmla="*/ 263499 h 756096"/>
              <a:gd name="connsiteX97" fmla="*/ 78326 w 685434"/>
              <a:gd name="connsiteY97" fmla="*/ 171930 h 756096"/>
              <a:gd name="connsiteX98" fmla="*/ 84911 w 685434"/>
              <a:gd name="connsiteY98" fmla="*/ 168659 h 756096"/>
              <a:gd name="connsiteX99" fmla="*/ 87934 w 685434"/>
              <a:gd name="connsiteY99" fmla="*/ 159871 h 756096"/>
              <a:gd name="connsiteX100" fmla="*/ 100768 w 685434"/>
              <a:gd name="connsiteY100" fmla="*/ 145114 h 756096"/>
              <a:gd name="connsiteX101" fmla="*/ 102802 w 685434"/>
              <a:gd name="connsiteY101" fmla="*/ 138132 h 756096"/>
              <a:gd name="connsiteX102" fmla="*/ 139039 w 685434"/>
              <a:gd name="connsiteY102" fmla="*/ 89835 h 756096"/>
              <a:gd name="connsiteX103" fmla="*/ 176569 w 685434"/>
              <a:gd name="connsiteY103" fmla="*/ 70036 h 756096"/>
              <a:gd name="connsiteX104" fmla="*/ 178813 w 685434"/>
              <a:gd name="connsiteY104" fmla="*/ 63515 h 756096"/>
              <a:gd name="connsiteX105" fmla="*/ 196585 w 685434"/>
              <a:gd name="connsiteY105" fmla="*/ 43079 h 756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</a:cxnLst>
            <a:rect l="l" t="t" r="r" b="b"/>
            <a:pathLst>
              <a:path w="685434" h="756096">
                <a:moveTo>
                  <a:pt x="298126" y="556080"/>
                </a:moveTo>
                <a:cubicBezTo>
                  <a:pt x="272454" y="576210"/>
                  <a:pt x="267962" y="613339"/>
                  <a:pt x="288092" y="639011"/>
                </a:cubicBezTo>
                <a:cubicBezTo>
                  <a:pt x="308221" y="664683"/>
                  <a:pt x="345351" y="669176"/>
                  <a:pt x="371023" y="649046"/>
                </a:cubicBezTo>
                <a:cubicBezTo>
                  <a:pt x="396695" y="628916"/>
                  <a:pt x="401188" y="591787"/>
                  <a:pt x="381058" y="566115"/>
                </a:cubicBezTo>
                <a:cubicBezTo>
                  <a:pt x="360928" y="540443"/>
                  <a:pt x="323798" y="535950"/>
                  <a:pt x="298126" y="556080"/>
                </a:cubicBezTo>
                <a:close/>
                <a:moveTo>
                  <a:pt x="196585" y="43079"/>
                </a:moveTo>
                <a:cubicBezTo>
                  <a:pt x="203823" y="37439"/>
                  <a:pt x="212287" y="33124"/>
                  <a:pt x="221709" y="30600"/>
                </a:cubicBezTo>
                <a:lnTo>
                  <a:pt x="239860" y="29462"/>
                </a:lnTo>
                <a:lnTo>
                  <a:pt x="289467" y="4821"/>
                </a:lnTo>
                <a:cubicBezTo>
                  <a:pt x="308204" y="-199"/>
                  <a:pt x="327072" y="-1185"/>
                  <a:pt x="345149" y="1332"/>
                </a:cubicBezTo>
                <a:lnTo>
                  <a:pt x="360771" y="6708"/>
                </a:lnTo>
                <a:lnTo>
                  <a:pt x="365558" y="4330"/>
                </a:lnTo>
                <a:cubicBezTo>
                  <a:pt x="374980" y="1805"/>
                  <a:pt x="384467" y="1310"/>
                  <a:pt x="393556" y="2575"/>
                </a:cubicBezTo>
                <a:lnTo>
                  <a:pt x="419007" y="11333"/>
                </a:lnTo>
                <a:lnTo>
                  <a:pt x="429798" y="10657"/>
                </a:lnTo>
                <a:cubicBezTo>
                  <a:pt x="447875" y="13173"/>
                  <a:pt x="465158" y="19192"/>
                  <a:pt x="480728" y="28181"/>
                </a:cubicBezTo>
                <a:lnTo>
                  <a:pt x="501633" y="46362"/>
                </a:lnTo>
                <a:lnTo>
                  <a:pt x="503533" y="46242"/>
                </a:lnTo>
                <a:cubicBezTo>
                  <a:pt x="521712" y="48774"/>
                  <a:pt x="538296" y="58349"/>
                  <a:pt x="549578" y="72826"/>
                </a:cubicBezTo>
                <a:lnTo>
                  <a:pt x="552630" y="78973"/>
                </a:lnTo>
                <a:lnTo>
                  <a:pt x="558352" y="83948"/>
                </a:lnTo>
                <a:lnTo>
                  <a:pt x="580747" y="99046"/>
                </a:lnTo>
                <a:lnTo>
                  <a:pt x="587877" y="109623"/>
                </a:lnTo>
                <a:lnTo>
                  <a:pt x="590669" y="112051"/>
                </a:lnTo>
                <a:lnTo>
                  <a:pt x="593902" y="118559"/>
                </a:lnTo>
                <a:lnTo>
                  <a:pt x="609015" y="140976"/>
                </a:lnTo>
                <a:lnTo>
                  <a:pt x="616515" y="143557"/>
                </a:lnTo>
                <a:cubicBezTo>
                  <a:pt x="624344" y="148076"/>
                  <a:pt x="631310" y="154089"/>
                  <a:pt x="636950" y="161328"/>
                </a:cubicBezTo>
                <a:lnTo>
                  <a:pt x="646886" y="181330"/>
                </a:lnTo>
                <a:lnTo>
                  <a:pt x="665075" y="208308"/>
                </a:lnTo>
                <a:cubicBezTo>
                  <a:pt x="672171" y="225085"/>
                  <a:pt x="676095" y="243530"/>
                  <a:pt x="676095" y="262892"/>
                </a:cubicBezTo>
                <a:lnTo>
                  <a:pt x="672701" y="279702"/>
                </a:lnTo>
                <a:lnTo>
                  <a:pt x="680200" y="316844"/>
                </a:lnTo>
                <a:lnTo>
                  <a:pt x="681944" y="320356"/>
                </a:lnTo>
                <a:lnTo>
                  <a:pt x="682410" y="327792"/>
                </a:lnTo>
                <a:lnTo>
                  <a:pt x="683007" y="330749"/>
                </a:lnTo>
                <a:lnTo>
                  <a:pt x="682693" y="332305"/>
                </a:lnTo>
                <a:lnTo>
                  <a:pt x="685434" y="376037"/>
                </a:lnTo>
                <a:cubicBezTo>
                  <a:pt x="682917" y="394113"/>
                  <a:pt x="676898" y="411396"/>
                  <a:pt x="667908" y="426965"/>
                </a:cubicBezTo>
                <a:lnTo>
                  <a:pt x="666778" y="428266"/>
                </a:lnTo>
                <a:lnTo>
                  <a:pt x="668379" y="453821"/>
                </a:lnTo>
                <a:cubicBezTo>
                  <a:pt x="667113" y="462910"/>
                  <a:pt x="664087" y="471600"/>
                  <a:pt x="659567" y="479429"/>
                </a:cubicBezTo>
                <a:lnTo>
                  <a:pt x="659179" y="479876"/>
                </a:lnTo>
                <a:lnTo>
                  <a:pt x="659976" y="492597"/>
                </a:lnTo>
                <a:cubicBezTo>
                  <a:pt x="654943" y="528748"/>
                  <a:pt x="635900" y="561732"/>
                  <a:pt x="607108" y="584166"/>
                </a:cubicBezTo>
                <a:lnTo>
                  <a:pt x="600523" y="587437"/>
                </a:lnTo>
                <a:lnTo>
                  <a:pt x="597500" y="596225"/>
                </a:lnTo>
                <a:lnTo>
                  <a:pt x="584666" y="610982"/>
                </a:lnTo>
                <a:lnTo>
                  <a:pt x="582632" y="617964"/>
                </a:lnTo>
                <a:cubicBezTo>
                  <a:pt x="574228" y="636379"/>
                  <a:pt x="561895" y="652916"/>
                  <a:pt x="546395" y="666261"/>
                </a:cubicBezTo>
                <a:lnTo>
                  <a:pt x="508865" y="686060"/>
                </a:lnTo>
                <a:lnTo>
                  <a:pt x="506621" y="692581"/>
                </a:lnTo>
                <a:cubicBezTo>
                  <a:pt x="502101" y="700409"/>
                  <a:pt x="496088" y="707376"/>
                  <a:pt x="488849" y="713017"/>
                </a:cubicBezTo>
                <a:lnTo>
                  <a:pt x="477449" y="718679"/>
                </a:lnTo>
                <a:lnTo>
                  <a:pt x="482335" y="703560"/>
                </a:lnTo>
                <a:cubicBezTo>
                  <a:pt x="483943" y="690278"/>
                  <a:pt x="480483" y="676383"/>
                  <a:pt x="471576" y="665024"/>
                </a:cubicBezTo>
                <a:cubicBezTo>
                  <a:pt x="453761" y="642304"/>
                  <a:pt x="420901" y="638328"/>
                  <a:pt x="398181" y="656144"/>
                </a:cubicBezTo>
                <a:cubicBezTo>
                  <a:pt x="375461" y="673959"/>
                  <a:pt x="371485" y="706819"/>
                  <a:pt x="389299" y="729538"/>
                </a:cubicBezTo>
                <a:cubicBezTo>
                  <a:pt x="393753" y="735218"/>
                  <a:pt x="399147" y="739726"/>
                  <a:pt x="405088" y="743016"/>
                </a:cubicBezTo>
                <a:lnTo>
                  <a:pt x="409635" y="744486"/>
                </a:lnTo>
                <a:lnTo>
                  <a:pt x="395967" y="751275"/>
                </a:lnTo>
                <a:cubicBezTo>
                  <a:pt x="377230" y="756295"/>
                  <a:pt x="358362" y="757281"/>
                  <a:pt x="340285" y="754764"/>
                </a:cubicBezTo>
                <a:lnTo>
                  <a:pt x="339018" y="754328"/>
                </a:lnTo>
                <a:lnTo>
                  <a:pt x="343352" y="740919"/>
                </a:lnTo>
                <a:cubicBezTo>
                  <a:pt x="344782" y="729105"/>
                  <a:pt x="341704" y="716745"/>
                  <a:pt x="333781" y="706641"/>
                </a:cubicBezTo>
                <a:cubicBezTo>
                  <a:pt x="317935" y="686431"/>
                  <a:pt x="288705" y="682895"/>
                  <a:pt x="268495" y="698741"/>
                </a:cubicBezTo>
                <a:cubicBezTo>
                  <a:pt x="258391" y="706665"/>
                  <a:pt x="252454" y="717934"/>
                  <a:pt x="251024" y="729748"/>
                </a:cubicBezTo>
                <a:lnTo>
                  <a:pt x="252064" y="744210"/>
                </a:lnTo>
                <a:lnTo>
                  <a:pt x="204707" y="727915"/>
                </a:lnTo>
                <a:lnTo>
                  <a:pt x="183801" y="709734"/>
                </a:lnTo>
                <a:lnTo>
                  <a:pt x="181901" y="709854"/>
                </a:lnTo>
                <a:cubicBezTo>
                  <a:pt x="163722" y="707322"/>
                  <a:pt x="147138" y="697747"/>
                  <a:pt x="135857" y="683270"/>
                </a:cubicBezTo>
                <a:lnTo>
                  <a:pt x="132804" y="677123"/>
                </a:lnTo>
                <a:lnTo>
                  <a:pt x="127084" y="672149"/>
                </a:lnTo>
                <a:lnTo>
                  <a:pt x="104688" y="657049"/>
                </a:lnTo>
                <a:lnTo>
                  <a:pt x="97557" y="646473"/>
                </a:lnTo>
                <a:lnTo>
                  <a:pt x="94765" y="644045"/>
                </a:lnTo>
                <a:lnTo>
                  <a:pt x="91533" y="637538"/>
                </a:lnTo>
                <a:lnTo>
                  <a:pt x="76419" y="615120"/>
                </a:lnTo>
                <a:lnTo>
                  <a:pt x="68919" y="612539"/>
                </a:lnTo>
                <a:cubicBezTo>
                  <a:pt x="61091" y="608020"/>
                  <a:pt x="54124" y="602006"/>
                  <a:pt x="48484" y="594768"/>
                </a:cubicBezTo>
                <a:lnTo>
                  <a:pt x="38549" y="574765"/>
                </a:lnTo>
                <a:lnTo>
                  <a:pt x="20359" y="547788"/>
                </a:lnTo>
                <a:cubicBezTo>
                  <a:pt x="13263" y="531011"/>
                  <a:pt x="9339" y="512566"/>
                  <a:pt x="9339" y="493204"/>
                </a:cubicBezTo>
                <a:lnTo>
                  <a:pt x="12733" y="476394"/>
                </a:lnTo>
                <a:lnTo>
                  <a:pt x="5234" y="439252"/>
                </a:lnTo>
                <a:lnTo>
                  <a:pt x="3490" y="435740"/>
                </a:lnTo>
                <a:lnTo>
                  <a:pt x="3024" y="428304"/>
                </a:lnTo>
                <a:lnTo>
                  <a:pt x="2427" y="425347"/>
                </a:lnTo>
                <a:lnTo>
                  <a:pt x="2741" y="423791"/>
                </a:lnTo>
                <a:lnTo>
                  <a:pt x="0" y="380059"/>
                </a:lnTo>
                <a:cubicBezTo>
                  <a:pt x="2517" y="361983"/>
                  <a:pt x="8536" y="344700"/>
                  <a:pt x="17526" y="329131"/>
                </a:cubicBezTo>
                <a:lnTo>
                  <a:pt x="18656" y="327830"/>
                </a:lnTo>
                <a:lnTo>
                  <a:pt x="17055" y="302275"/>
                </a:lnTo>
                <a:cubicBezTo>
                  <a:pt x="18321" y="293186"/>
                  <a:pt x="21347" y="284496"/>
                  <a:pt x="25867" y="276667"/>
                </a:cubicBezTo>
                <a:lnTo>
                  <a:pt x="26255" y="276220"/>
                </a:lnTo>
                <a:lnTo>
                  <a:pt x="25458" y="263499"/>
                </a:lnTo>
                <a:cubicBezTo>
                  <a:pt x="30491" y="227348"/>
                  <a:pt x="49534" y="194364"/>
                  <a:pt x="78326" y="171930"/>
                </a:cubicBezTo>
                <a:lnTo>
                  <a:pt x="84911" y="168659"/>
                </a:lnTo>
                <a:lnTo>
                  <a:pt x="87934" y="159871"/>
                </a:lnTo>
                <a:lnTo>
                  <a:pt x="100768" y="145114"/>
                </a:lnTo>
                <a:lnTo>
                  <a:pt x="102802" y="138132"/>
                </a:lnTo>
                <a:cubicBezTo>
                  <a:pt x="111206" y="119717"/>
                  <a:pt x="123539" y="103180"/>
                  <a:pt x="139039" y="89835"/>
                </a:cubicBezTo>
                <a:lnTo>
                  <a:pt x="176569" y="70036"/>
                </a:lnTo>
                <a:lnTo>
                  <a:pt x="178813" y="63515"/>
                </a:lnTo>
                <a:cubicBezTo>
                  <a:pt x="183333" y="55687"/>
                  <a:pt x="189346" y="48720"/>
                  <a:pt x="196585" y="43079"/>
                </a:cubicBez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B489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307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4A592CB-54C2-4EB1-B113-34E31A494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6553" y="-2565249"/>
            <a:ext cx="5175516" cy="58105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8AB0BD-8146-46C2-9D48-DD2615A64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848662" y="-3559101"/>
            <a:ext cx="6813793" cy="751389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0B3528D-702D-4917-AE7F-D1373D588A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895449" y="-2711914"/>
            <a:ext cx="5467631" cy="60772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9886EE-D179-4177-9204-62A05A3679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163565" y="3575823"/>
            <a:ext cx="5797848" cy="603281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5FD1A05D-A420-4655-B57A-4D7E0647D55A}"/>
              </a:ext>
            </a:extLst>
          </p:cNvPr>
          <p:cNvGrpSpPr/>
          <p:nvPr/>
        </p:nvGrpSpPr>
        <p:grpSpPr>
          <a:xfrm>
            <a:off x="112338" y="-1253317"/>
            <a:ext cx="14480631" cy="11150600"/>
            <a:chOff x="112338" y="-1253317"/>
            <a:chExt cx="14480631" cy="111506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125675B-D128-4E57-8C42-32580C0D9BF3}"/>
                </a:ext>
              </a:extLst>
            </p:cNvPr>
            <p:cNvSpPr/>
            <p:nvPr/>
          </p:nvSpPr>
          <p:spPr>
            <a:xfrm>
              <a:off x="112338" y="-1253317"/>
              <a:ext cx="14480631" cy="11150600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30F5FC-0756-45AB-A1E9-AB2879B58F76}"/>
                </a:ext>
              </a:extLst>
            </p:cNvPr>
            <p:cNvSpPr/>
            <p:nvPr/>
          </p:nvSpPr>
          <p:spPr>
            <a:xfrm>
              <a:off x="8117023" y="9126037"/>
              <a:ext cx="6162674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#35 by Pedro PSI – 11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2021</a:t>
              </a:r>
            </a:p>
            <a:p>
              <a:pPr algn="r"/>
              <a:r>
                <a:rPr lang="en-US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</a:t>
              </a:r>
              <a:r>
                <a:rPr lang="en-US" i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5E8F931-7EEF-47B6-BC21-83DB9D365C29}"/>
                </a:ext>
              </a:extLst>
            </p:cNvPr>
            <p:cNvGrpSpPr/>
            <p:nvPr/>
          </p:nvGrpSpPr>
          <p:grpSpPr>
            <a:xfrm>
              <a:off x="850485" y="2028969"/>
              <a:ext cx="2882962" cy="3198132"/>
              <a:chOff x="850485" y="2028969"/>
              <a:chExt cx="2882962" cy="3198132"/>
            </a:xfrm>
          </p:grpSpPr>
          <p:grpSp>
            <p:nvGrpSpPr>
              <p:cNvPr id="108" name="Group 107">
                <a:extLst>
                  <a:ext uri="{FF2B5EF4-FFF2-40B4-BE49-F238E27FC236}">
                    <a16:creationId xmlns:a16="http://schemas.microsoft.com/office/drawing/2014/main" id="{109997E1-89C9-4604-9BB5-A3847E897E75}"/>
                  </a:ext>
                </a:extLst>
              </p:cNvPr>
              <p:cNvGrpSpPr/>
              <p:nvPr/>
            </p:nvGrpSpPr>
            <p:grpSpPr>
              <a:xfrm>
                <a:off x="1041301" y="2028969"/>
                <a:ext cx="2224124" cy="2161260"/>
                <a:chOff x="680705" y="3093875"/>
                <a:chExt cx="2500130" cy="2429464"/>
              </a:xfrm>
            </p:grpSpPr>
            <p:grpSp>
              <p:nvGrpSpPr>
                <p:cNvPr id="110" name="Group 109">
                  <a:extLst>
                    <a:ext uri="{FF2B5EF4-FFF2-40B4-BE49-F238E27FC236}">
                      <a16:creationId xmlns:a16="http://schemas.microsoft.com/office/drawing/2014/main" id="{32AD52F1-94EE-45A5-97CA-032734FF6F64}"/>
                    </a:ext>
                  </a:extLst>
                </p:cNvPr>
                <p:cNvGrpSpPr/>
                <p:nvPr/>
              </p:nvGrpSpPr>
              <p:grpSpPr>
                <a:xfrm>
                  <a:off x="937075" y="3315748"/>
                  <a:ext cx="1956288" cy="1956289"/>
                  <a:chOff x="2370891" y="851382"/>
                  <a:chExt cx="1956288" cy="1956289"/>
                </a:xfrm>
              </p:grpSpPr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D59CCC58-A065-45CB-9782-4ED0E3174BE0}"/>
                      </a:ext>
                    </a:extLst>
                  </p:cNvPr>
                  <p:cNvSpPr/>
                  <p:nvPr/>
                </p:nvSpPr>
                <p:spPr>
                  <a:xfrm>
                    <a:off x="2370891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21" name="Rectangle 120">
                    <a:extLst>
                      <a:ext uri="{FF2B5EF4-FFF2-40B4-BE49-F238E27FC236}">
                        <a16:creationId xmlns:a16="http://schemas.microsoft.com/office/drawing/2014/main" id="{727EECE9-451F-4D25-ABE4-6D11F0A7BB39}"/>
                      </a:ext>
                    </a:extLst>
                  </p:cNvPr>
                  <p:cNvSpPr/>
                  <p:nvPr/>
                </p:nvSpPr>
                <p:spPr>
                  <a:xfrm>
                    <a:off x="3349035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22" name="Rectangle 121">
                    <a:extLst>
                      <a:ext uri="{FF2B5EF4-FFF2-40B4-BE49-F238E27FC236}">
                        <a16:creationId xmlns:a16="http://schemas.microsoft.com/office/drawing/2014/main" id="{31B22657-AE61-43AA-BECC-526BC98764A4}"/>
                      </a:ext>
                    </a:extLst>
                  </p:cNvPr>
                  <p:cNvSpPr/>
                  <p:nvPr/>
                </p:nvSpPr>
                <p:spPr>
                  <a:xfrm>
                    <a:off x="2370891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23" name="Rectangle 122">
                    <a:extLst>
                      <a:ext uri="{FF2B5EF4-FFF2-40B4-BE49-F238E27FC236}">
                        <a16:creationId xmlns:a16="http://schemas.microsoft.com/office/drawing/2014/main" id="{7B3E4DA9-4825-43A9-8697-AA4E15A3669D}"/>
                      </a:ext>
                    </a:extLst>
                  </p:cNvPr>
                  <p:cNvSpPr/>
                  <p:nvPr/>
                </p:nvSpPr>
                <p:spPr>
                  <a:xfrm>
                    <a:off x="3349035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3755CC49-C667-4822-975C-D3ED39F93927}"/>
                    </a:ext>
                  </a:extLst>
                </p:cNvPr>
                <p:cNvSpPr/>
                <p:nvPr/>
              </p:nvSpPr>
              <p:spPr>
                <a:xfrm rot="2700000" flipH="1">
                  <a:off x="1709442" y="3029748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DBD090AA-603A-4118-BC1B-229541F426A7}"/>
                    </a:ext>
                  </a:extLst>
                </p:cNvPr>
                <p:cNvSpPr/>
                <p:nvPr/>
              </p:nvSpPr>
              <p:spPr>
                <a:xfrm rot="2700000" flipH="1">
                  <a:off x="1679295" y="494700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2ED03428-B230-4AAB-A36F-E9FE87DC3997}"/>
                    </a:ext>
                  </a:extLst>
                </p:cNvPr>
                <p:cNvSpPr/>
                <p:nvPr/>
              </p:nvSpPr>
              <p:spPr>
                <a:xfrm rot="2700000" flipH="1">
                  <a:off x="2620542" y="4963046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85C5D7A4-F838-45B1-9AF6-3CD8E064315C}"/>
                    </a:ext>
                  </a:extLst>
                </p:cNvPr>
                <p:cNvSpPr/>
                <p:nvPr/>
              </p:nvSpPr>
              <p:spPr>
                <a:xfrm rot="2700000" flipH="1">
                  <a:off x="744832" y="3972297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2DA7C37B-1844-40EF-B501-F4DCFEB80B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1982507" y="432171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477DD49F-00B9-46F2-AA38-1380B4EEC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462600" y="4761019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4FFF0C0E-BEC1-4834-B872-CFF50B29F3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484126" y="3875936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35C87ADA-9F5E-481C-A8CE-AC1CE4E292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525383" y="4892641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C0B8EF29-8F38-42DF-8A82-00A5BBE7B4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957608" y="5317438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D37988E-9514-4B33-B3FF-996866C0D687}"/>
                  </a:ext>
                </a:extLst>
              </p:cNvPr>
              <p:cNvSpPr/>
              <p:nvPr/>
            </p:nvSpPr>
            <p:spPr>
              <a:xfrm>
                <a:off x="850485" y="4303771"/>
                <a:ext cx="288296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is on a mirror or rotationally symmetric path. Loops are allowed.</a:t>
                </a:r>
              </a:p>
            </p:txBody>
          </p: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7014E83-E858-4811-A205-1223D2151D7B}"/>
                </a:ext>
              </a:extLst>
            </p:cNvPr>
            <p:cNvSpPr/>
            <p:nvPr/>
          </p:nvSpPr>
          <p:spPr>
            <a:xfrm>
              <a:off x="4314002" y="-883762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550AC15-F8CB-4A74-8B13-474862C4EE8C}"/>
                </a:ext>
              </a:extLst>
            </p:cNvPr>
            <p:cNvSpPr/>
            <p:nvPr/>
          </p:nvSpPr>
          <p:spPr>
            <a:xfrm>
              <a:off x="1521480" y="474688"/>
              <a:ext cx="12346918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single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containing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least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ctr"/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Unless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otherwise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do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cross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dangle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en-US" sz="240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05AF21A-BD5F-49DD-AF54-11FC401F57C3}"/>
                </a:ext>
              </a:extLst>
            </p:cNvPr>
            <p:cNvGrpSpPr/>
            <p:nvPr/>
          </p:nvGrpSpPr>
          <p:grpSpPr>
            <a:xfrm>
              <a:off x="441896" y="5545824"/>
              <a:ext cx="3106300" cy="3348931"/>
              <a:chOff x="441896" y="5275638"/>
              <a:chExt cx="3106300" cy="3348931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A702C76B-98D4-4365-94B7-DC223DACA774}"/>
                  </a:ext>
                </a:extLst>
              </p:cNvPr>
              <p:cNvSpPr/>
              <p:nvPr/>
            </p:nvSpPr>
            <p:spPr>
              <a:xfrm>
                <a:off x="704064" y="7701239"/>
                <a:ext cx="284413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 (no path could be drawn).</a:t>
                </a:r>
              </a:p>
            </p:txBody>
          </p: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8DA3DC86-BB4C-49A3-831C-44F3888EA388}"/>
                  </a:ext>
                </a:extLst>
              </p:cNvPr>
              <p:cNvGrpSpPr/>
              <p:nvPr/>
            </p:nvGrpSpPr>
            <p:grpSpPr>
              <a:xfrm>
                <a:off x="441896" y="5275638"/>
                <a:ext cx="3098020" cy="2437086"/>
                <a:chOff x="305559" y="5275638"/>
                <a:chExt cx="3098020" cy="2437086"/>
              </a:xfrm>
            </p:grpSpPr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EAC003A0-8090-44CC-8EEC-F35983AAC0C2}"/>
                    </a:ext>
                  </a:extLst>
                </p:cNvPr>
                <p:cNvGrpSpPr/>
                <p:nvPr/>
              </p:nvGrpSpPr>
              <p:grpSpPr>
                <a:xfrm>
                  <a:off x="305559" y="5275638"/>
                  <a:ext cx="2867845" cy="2437086"/>
                  <a:chOff x="5774138" y="3031405"/>
                  <a:chExt cx="3223730" cy="2739517"/>
                </a:xfrm>
              </p:grpSpPr>
              <p:grpSp>
                <p:nvGrpSpPr>
                  <p:cNvPr id="83" name="Group 82">
                    <a:extLst>
                      <a:ext uri="{FF2B5EF4-FFF2-40B4-BE49-F238E27FC236}">
                        <a16:creationId xmlns:a16="http://schemas.microsoft.com/office/drawing/2014/main" id="{CC17485B-6EC6-4C68-B961-2459EE6AA0CE}"/>
                      </a:ext>
                    </a:extLst>
                  </p:cNvPr>
                  <p:cNvGrpSpPr/>
                  <p:nvPr/>
                </p:nvGrpSpPr>
                <p:grpSpPr>
                  <a:xfrm>
                    <a:off x="6701633" y="3429330"/>
                    <a:ext cx="1956288" cy="1956289"/>
                    <a:chOff x="2370891" y="851382"/>
                    <a:chExt cx="1956288" cy="1956289"/>
                  </a:xfrm>
                </p:grpSpPr>
                <p:sp>
                  <p:nvSpPr>
                    <p:cNvPr id="89" name="Rectangle 88">
                      <a:extLst>
                        <a:ext uri="{FF2B5EF4-FFF2-40B4-BE49-F238E27FC236}">
                          <a16:creationId xmlns:a16="http://schemas.microsoft.com/office/drawing/2014/main" id="{AED615C8-CBDD-4094-9C85-3CE8C24E5C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90" name="Rectangle 89">
                      <a:extLst>
                        <a:ext uri="{FF2B5EF4-FFF2-40B4-BE49-F238E27FC236}">
                          <a16:creationId xmlns:a16="http://schemas.microsoft.com/office/drawing/2014/main" id="{29B1322E-BA2F-43F6-8EB7-6D82C54D9B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91" name="Rectangle 90">
                      <a:extLst>
                        <a:ext uri="{FF2B5EF4-FFF2-40B4-BE49-F238E27FC236}">
                          <a16:creationId xmlns:a16="http://schemas.microsoft.com/office/drawing/2014/main" id="{0510779C-BFB4-4A3A-A193-1EAF4439D1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1829527"/>
                      <a:ext cx="978145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92" name="Rectangle 91">
                      <a:extLst>
                        <a:ext uri="{FF2B5EF4-FFF2-40B4-BE49-F238E27FC236}">
                          <a16:creationId xmlns:a16="http://schemas.microsoft.com/office/drawing/2014/main" id="{A8769D2B-680D-436F-BB4E-6F9BB3AFA1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1829527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</p:grpSp>
              <p:sp>
                <p:nvSpPr>
                  <p:cNvPr id="84" name="Freeform: Shape 83">
                    <a:extLst>
                      <a:ext uri="{FF2B5EF4-FFF2-40B4-BE49-F238E27FC236}">
                        <a16:creationId xmlns:a16="http://schemas.microsoft.com/office/drawing/2014/main" id="{E9523DBE-7580-40CF-9A8B-2D97F8EEAA78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6479286" y="5030475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85" name="Freeform: Shape 84">
                    <a:extLst>
                      <a:ext uri="{FF2B5EF4-FFF2-40B4-BE49-F238E27FC236}">
                        <a16:creationId xmlns:a16="http://schemas.microsoft.com/office/drawing/2014/main" id="{F2A98522-D061-488B-A797-C70C53555920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8396822" y="5030474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cxnSp>
                <p:nvCxnSpPr>
                  <p:cNvPr id="86" name="Straight Connector 85">
                    <a:extLst>
                      <a:ext uri="{FF2B5EF4-FFF2-40B4-BE49-F238E27FC236}">
                        <a16:creationId xmlns:a16="http://schemas.microsoft.com/office/drawing/2014/main" id="{65F7AD0B-0751-4DAB-80E2-2890CF1217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714112" y="3399584"/>
                    <a:ext cx="0" cy="2149836"/>
                  </a:xfrm>
                  <a:prstGeom prst="line">
                    <a:avLst/>
                  </a:prstGeom>
                  <a:ln w="254000" cap="rnd">
                    <a:solidFill>
                      <a:schemeClr val="tx1">
                        <a:lumMod val="50000"/>
                        <a:lumOff val="50000"/>
                        <a:alpha val="48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7" name="Freeform: Shape 86">
                    <a:extLst>
                      <a:ext uri="{FF2B5EF4-FFF2-40B4-BE49-F238E27FC236}">
                        <a16:creationId xmlns:a16="http://schemas.microsoft.com/office/drawing/2014/main" id="{1E8AEA45-6BEB-4BF3-8BEC-AAFC6C411A66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6466082" y="3140965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88" name="Multiplication Sign 87">
                    <a:extLst>
                      <a:ext uri="{FF2B5EF4-FFF2-40B4-BE49-F238E27FC236}">
                        <a16:creationId xmlns:a16="http://schemas.microsoft.com/office/drawing/2014/main" id="{E6824B33-40D1-4559-87C7-8BC13EF3861E}"/>
                      </a:ext>
                    </a:extLst>
                  </p:cNvPr>
                  <p:cNvSpPr/>
                  <p:nvPr/>
                </p:nvSpPr>
                <p:spPr>
                  <a:xfrm>
                    <a:off x="5774138" y="3031405"/>
                    <a:ext cx="798358" cy="798357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  <p:sp>
                <p:nvSpPr>
                  <p:cNvPr id="66" name="Multiplication Sign 65">
                    <a:extLst>
                      <a:ext uri="{FF2B5EF4-FFF2-40B4-BE49-F238E27FC236}">
                        <a16:creationId xmlns:a16="http://schemas.microsoft.com/office/drawing/2014/main" id="{45FF103B-E200-4A24-94A4-D93792EEE218}"/>
                      </a:ext>
                    </a:extLst>
                  </p:cNvPr>
                  <p:cNvSpPr/>
                  <p:nvPr/>
                </p:nvSpPr>
                <p:spPr>
                  <a:xfrm>
                    <a:off x="5774138" y="4972565"/>
                    <a:ext cx="798358" cy="798357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</p:grpSp>
            <p:sp>
              <p:nvSpPr>
                <p:cNvPr id="3" name="L-Shape 2">
                  <a:extLst>
                    <a:ext uri="{FF2B5EF4-FFF2-40B4-BE49-F238E27FC236}">
                      <a16:creationId xmlns:a16="http://schemas.microsoft.com/office/drawing/2014/main" id="{B51F9FAA-7565-4B64-996E-99107CE0594A}"/>
                    </a:ext>
                  </a:extLst>
                </p:cNvPr>
                <p:cNvSpPr/>
                <p:nvPr/>
              </p:nvSpPr>
              <p:spPr>
                <a:xfrm rot="19168985">
                  <a:off x="2923319" y="6641339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20654F9-732A-4ADD-A277-80D165038CC2}"/>
                </a:ext>
              </a:extLst>
            </p:cNvPr>
            <p:cNvGrpSpPr/>
            <p:nvPr/>
          </p:nvGrpSpPr>
          <p:grpSpPr>
            <a:xfrm>
              <a:off x="3947784" y="1813180"/>
              <a:ext cx="2807852" cy="3413921"/>
              <a:chOff x="3947784" y="1813180"/>
              <a:chExt cx="2807852" cy="3413921"/>
            </a:xfrm>
          </p:grpSpPr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D71E9668-B9C3-4289-8F2E-CAE58257E0CA}"/>
                  </a:ext>
                </a:extLst>
              </p:cNvPr>
              <p:cNvGrpSpPr/>
              <p:nvPr/>
            </p:nvGrpSpPr>
            <p:grpSpPr>
              <a:xfrm>
                <a:off x="4222789" y="1813180"/>
                <a:ext cx="2080252" cy="2416914"/>
                <a:chOff x="3680169" y="2876527"/>
                <a:chExt cx="2338404" cy="2716843"/>
              </a:xfrm>
            </p:grpSpPr>
            <p:grpSp>
              <p:nvGrpSpPr>
                <p:cNvPr id="95" name="Group 94">
                  <a:extLst>
                    <a:ext uri="{FF2B5EF4-FFF2-40B4-BE49-F238E27FC236}">
                      <a16:creationId xmlns:a16="http://schemas.microsoft.com/office/drawing/2014/main" id="{25B24A79-AD14-4A92-BC51-6E612C327EEF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3850462" y="3361625"/>
                  <a:ext cx="1956288" cy="1956289"/>
                  <a:chOff x="2370891" y="851382"/>
                  <a:chExt cx="1956288" cy="1956289"/>
                </a:xfrm>
              </p:grpSpPr>
              <p:sp>
                <p:nvSpPr>
                  <p:cNvPr id="104" name="Rectangle 103">
                    <a:extLst>
                      <a:ext uri="{FF2B5EF4-FFF2-40B4-BE49-F238E27FC236}">
                        <a16:creationId xmlns:a16="http://schemas.microsoft.com/office/drawing/2014/main" id="{03765106-211B-4878-8A1A-83B0AB57CCE0}"/>
                      </a:ext>
                    </a:extLst>
                  </p:cNvPr>
                  <p:cNvSpPr/>
                  <p:nvPr/>
                </p:nvSpPr>
                <p:spPr>
                  <a:xfrm>
                    <a:off x="2370891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5" name="Rectangle 104">
                    <a:extLst>
                      <a:ext uri="{FF2B5EF4-FFF2-40B4-BE49-F238E27FC236}">
                        <a16:creationId xmlns:a16="http://schemas.microsoft.com/office/drawing/2014/main" id="{9327F9F4-E2D6-4B82-B542-52D77EB0E40C}"/>
                      </a:ext>
                    </a:extLst>
                  </p:cNvPr>
                  <p:cNvSpPr/>
                  <p:nvPr/>
                </p:nvSpPr>
                <p:spPr>
                  <a:xfrm>
                    <a:off x="3349035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PT" dirty="0"/>
                      <a:t>\</a:t>
                    </a:r>
                  </a:p>
                </p:txBody>
              </p:sp>
              <p:sp>
                <p:nvSpPr>
                  <p:cNvPr id="106" name="Rectangle 105">
                    <a:extLst>
                      <a:ext uri="{FF2B5EF4-FFF2-40B4-BE49-F238E27FC236}">
                        <a16:creationId xmlns:a16="http://schemas.microsoft.com/office/drawing/2014/main" id="{56F040B0-26A7-4190-9FB5-306048DDCA39}"/>
                      </a:ext>
                    </a:extLst>
                  </p:cNvPr>
                  <p:cNvSpPr/>
                  <p:nvPr/>
                </p:nvSpPr>
                <p:spPr>
                  <a:xfrm>
                    <a:off x="2370891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7" name="Rectangle 106">
                    <a:extLst>
                      <a:ext uri="{FF2B5EF4-FFF2-40B4-BE49-F238E27FC236}">
                        <a16:creationId xmlns:a16="http://schemas.microsoft.com/office/drawing/2014/main" id="{92D50AA6-11A1-4C14-82BF-12C17127BBD3}"/>
                      </a:ext>
                    </a:extLst>
                  </p:cNvPr>
                  <p:cNvSpPr/>
                  <p:nvPr/>
                </p:nvSpPr>
                <p:spPr>
                  <a:xfrm>
                    <a:off x="3349035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BDB1B830-2B23-4B09-B8EC-9C56FF03DBCC}"/>
                    </a:ext>
                  </a:extLst>
                </p:cNvPr>
                <p:cNvSpPr/>
                <p:nvPr/>
              </p:nvSpPr>
              <p:spPr>
                <a:xfrm rot="20700000">
                  <a:off x="4566276" y="4834386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25501ACA-8E82-4A64-9179-8F8D929E9038}"/>
                    </a:ext>
                  </a:extLst>
                </p:cNvPr>
                <p:cNvSpPr/>
                <p:nvPr/>
              </p:nvSpPr>
              <p:spPr>
                <a:xfrm rot="20700000">
                  <a:off x="3680169" y="3820843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5637976D-7914-4F94-AD22-47FF0059A37E}"/>
                    </a:ext>
                  </a:extLst>
                </p:cNvPr>
                <p:cNvSpPr/>
                <p:nvPr/>
              </p:nvSpPr>
              <p:spPr>
                <a:xfrm rot="20700000">
                  <a:off x="5564851" y="3818914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F1001CE9-8F65-4E45-B7B3-023C23F90772}"/>
                    </a:ext>
                  </a:extLst>
                </p:cNvPr>
                <p:cNvSpPr/>
                <p:nvPr/>
              </p:nvSpPr>
              <p:spPr>
                <a:xfrm rot="20700000">
                  <a:off x="4721966" y="2876527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0542D99B-946F-4A01-B730-5079E9476B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943764" y="3357631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2193D937-9A53-47ED-B086-258379585E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032907" y="4338849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8DA87C8D-2638-42AF-B412-FD8A3D1CAB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>
                  <a:off x="4442421" y="477126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17B8035C-DC43-441C-9068-D7214FFE2C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>
                  <a:off x="5357723" y="376884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8859EFD1-F21F-4C43-803A-53FE2B59618B}"/>
                  </a:ext>
                </a:extLst>
              </p:cNvPr>
              <p:cNvSpPr/>
              <p:nvPr/>
            </p:nvSpPr>
            <p:spPr>
              <a:xfrm>
                <a:off x="3947784" y="4303771"/>
                <a:ext cx="280785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All paths under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Pears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are exact translations, and there is more than one.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F1C5DBD-18C2-4516-AE53-487FE1CB7BC1}"/>
                </a:ext>
              </a:extLst>
            </p:cNvPr>
            <p:cNvGrpSpPr/>
            <p:nvPr/>
          </p:nvGrpSpPr>
          <p:grpSpPr>
            <a:xfrm>
              <a:off x="3733447" y="5559920"/>
              <a:ext cx="3393319" cy="3334835"/>
              <a:chOff x="3733447" y="5289734"/>
              <a:chExt cx="3393319" cy="3334835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23233FCB-5E73-4800-8D53-24E31AFA7287}"/>
                  </a:ext>
                </a:extLst>
              </p:cNvPr>
              <p:cNvSpPr/>
              <p:nvPr/>
            </p:nvSpPr>
            <p:spPr>
              <a:xfrm>
                <a:off x="3733447" y="7701239"/>
                <a:ext cx="3393319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(as if a path were drawn).</a:t>
                </a:r>
              </a:p>
            </p:txBody>
          </p:sp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B4ACF89F-EE24-4CAF-A405-F0F134C94B4F}"/>
                  </a:ext>
                </a:extLst>
              </p:cNvPr>
              <p:cNvGrpSpPr/>
              <p:nvPr/>
            </p:nvGrpSpPr>
            <p:grpSpPr>
              <a:xfrm>
                <a:off x="3767580" y="5289734"/>
                <a:ext cx="3135956" cy="2330337"/>
                <a:chOff x="3893547" y="5289734"/>
                <a:chExt cx="3135956" cy="2330337"/>
              </a:xfrm>
            </p:grpSpPr>
            <p:grpSp>
              <p:nvGrpSpPr>
                <p:cNvPr id="2" name="Group 1">
                  <a:extLst>
                    <a:ext uri="{FF2B5EF4-FFF2-40B4-BE49-F238E27FC236}">
                      <a16:creationId xmlns:a16="http://schemas.microsoft.com/office/drawing/2014/main" id="{0AA2E0AC-6DF8-4654-83E6-86F86F3E0186}"/>
                    </a:ext>
                  </a:extLst>
                </p:cNvPr>
                <p:cNvGrpSpPr/>
                <p:nvPr/>
              </p:nvGrpSpPr>
              <p:grpSpPr>
                <a:xfrm>
                  <a:off x="4348756" y="5389203"/>
                  <a:ext cx="2680747" cy="2230868"/>
                  <a:chOff x="3711295" y="5389203"/>
                  <a:chExt cx="2680747" cy="2230868"/>
                </a:xfrm>
              </p:grpSpPr>
              <p:grpSp>
                <p:nvGrpSpPr>
                  <p:cNvPr id="69" name="Group 68">
                    <a:extLst>
                      <a:ext uri="{FF2B5EF4-FFF2-40B4-BE49-F238E27FC236}">
                        <a16:creationId xmlns:a16="http://schemas.microsoft.com/office/drawing/2014/main" id="{960DCF9A-8DF5-4DF4-B91A-EC53A80B47F0}"/>
                      </a:ext>
                    </a:extLst>
                  </p:cNvPr>
                  <p:cNvGrpSpPr/>
                  <p:nvPr/>
                </p:nvGrpSpPr>
                <p:grpSpPr>
                  <a:xfrm>
                    <a:off x="3711295" y="5389203"/>
                    <a:ext cx="2085780" cy="2149700"/>
                    <a:chOff x="9218037" y="3218581"/>
                    <a:chExt cx="2344619" cy="2416470"/>
                  </a:xfrm>
                </p:grpSpPr>
                <p:grpSp>
                  <p:nvGrpSpPr>
                    <p:cNvPr id="71" name="Group 70">
                      <a:extLst>
                        <a:ext uri="{FF2B5EF4-FFF2-40B4-BE49-F238E27FC236}">
                          <a16:creationId xmlns:a16="http://schemas.microsoft.com/office/drawing/2014/main" id="{F034AD1E-0004-47A5-9D50-59B72C74EA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427161" y="3429330"/>
                      <a:ext cx="1956288" cy="1956289"/>
                      <a:chOff x="2370891" y="851382"/>
                      <a:chExt cx="1956288" cy="1956289"/>
                    </a:xfrm>
                  </p:grpSpPr>
                  <p:sp>
                    <p:nvSpPr>
                      <p:cNvPr id="77" name="Rectangle 76">
                        <a:extLst>
                          <a:ext uri="{FF2B5EF4-FFF2-40B4-BE49-F238E27FC236}">
                            <a16:creationId xmlns:a16="http://schemas.microsoft.com/office/drawing/2014/main" id="{E40E3E08-C659-4D8A-B8AA-80699FF754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70891" y="851382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78" name="Rectangle 77">
                        <a:extLst>
                          <a:ext uri="{FF2B5EF4-FFF2-40B4-BE49-F238E27FC236}">
                            <a16:creationId xmlns:a16="http://schemas.microsoft.com/office/drawing/2014/main" id="{3B1C5F08-C928-456B-9A42-985D564920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035" y="851382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79" name="Rectangle 78">
                        <a:extLst>
                          <a:ext uri="{FF2B5EF4-FFF2-40B4-BE49-F238E27FC236}">
                            <a16:creationId xmlns:a16="http://schemas.microsoft.com/office/drawing/2014/main" id="{B78602F5-2C96-42E4-8A75-25285F3B58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70891" y="1829527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80" name="Rectangle 79">
                        <a:extLst>
                          <a:ext uri="{FF2B5EF4-FFF2-40B4-BE49-F238E27FC236}">
                            <a16:creationId xmlns:a16="http://schemas.microsoft.com/office/drawing/2014/main" id="{746E9D3E-4704-4E64-99A9-ADEEF9AD69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035" y="1829527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</p:grpSp>
                <p:sp>
                  <p:nvSpPr>
                    <p:cNvPr id="72" name="Freeform: Shape 71">
                      <a:extLst>
                        <a:ext uri="{FF2B5EF4-FFF2-40B4-BE49-F238E27FC236}">
                          <a16:creationId xmlns:a16="http://schemas.microsoft.com/office/drawing/2014/main" id="{4E41D4E8-D12D-4390-A0D2-16725C6901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27279" y="5056788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sp>
                  <p:nvSpPr>
                    <p:cNvPr id="73" name="Freeform: Shape 72">
                      <a:extLst>
                        <a:ext uri="{FF2B5EF4-FFF2-40B4-BE49-F238E27FC236}">
                          <a16:creationId xmlns:a16="http://schemas.microsoft.com/office/drawing/2014/main" id="{C3F2651E-2903-4B3F-A55F-04EDE01714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18037" y="3218581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sp>
                  <p:nvSpPr>
                    <p:cNvPr id="74" name="Freeform: Shape 73">
                      <a:extLst>
                        <a:ext uri="{FF2B5EF4-FFF2-40B4-BE49-F238E27FC236}">
                          <a16:creationId xmlns:a16="http://schemas.microsoft.com/office/drawing/2014/main" id="{D3361C6E-3423-44D3-ACF5-7F82C1B887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068336" y="5041911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BA709CFD-0CA3-4AEF-93C3-41AEB24160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405305" y="3399584"/>
                      <a:ext cx="0" cy="2149836"/>
                    </a:xfrm>
                    <a:prstGeom prst="line">
                      <a:avLst/>
                    </a:prstGeom>
                    <a:ln w="254000" cap="rnd">
                      <a:solidFill>
                        <a:schemeClr val="tx1">
                          <a:lumMod val="50000"/>
                          <a:lumOff val="50000"/>
                          <a:alpha val="48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4" name="Multiplication Sign 123">
                    <a:extLst>
                      <a:ext uri="{FF2B5EF4-FFF2-40B4-BE49-F238E27FC236}">
                        <a16:creationId xmlns:a16="http://schemas.microsoft.com/office/drawing/2014/main" id="{57633848-1A4D-4810-951C-BB2D7609DC72}"/>
                      </a:ext>
                    </a:extLst>
                  </p:cNvPr>
                  <p:cNvSpPr/>
                  <p:nvPr/>
                </p:nvSpPr>
                <p:spPr>
                  <a:xfrm>
                    <a:off x="5681819" y="6909849"/>
                    <a:ext cx="710223" cy="710222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</p:grpSp>
            <p:sp>
              <p:nvSpPr>
                <p:cNvPr id="125" name="L-Shape 124">
                  <a:extLst>
                    <a:ext uri="{FF2B5EF4-FFF2-40B4-BE49-F238E27FC236}">
                      <a16:creationId xmlns:a16="http://schemas.microsoft.com/office/drawing/2014/main" id="{1B46BD6C-F92E-48BD-9BCB-254F5D135523}"/>
                    </a:ext>
                  </a:extLst>
                </p:cNvPr>
                <p:cNvSpPr/>
                <p:nvPr/>
              </p:nvSpPr>
              <p:spPr>
                <a:xfrm rot="19168985">
                  <a:off x="3907798" y="6900455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/>
                </a:p>
              </p:txBody>
            </p:sp>
            <p:sp>
              <p:nvSpPr>
                <p:cNvPr id="126" name="L-Shape 125">
                  <a:extLst>
                    <a:ext uri="{FF2B5EF4-FFF2-40B4-BE49-F238E27FC236}">
                      <a16:creationId xmlns:a16="http://schemas.microsoft.com/office/drawing/2014/main" id="{146E7BAD-EE64-407C-AC70-B31396B6F453}"/>
                    </a:ext>
                  </a:extLst>
                </p:cNvPr>
                <p:cNvSpPr/>
                <p:nvPr/>
              </p:nvSpPr>
              <p:spPr>
                <a:xfrm rot="19168985">
                  <a:off x="3893547" y="5289734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/>
                </a:p>
              </p:txBody>
            </p:sp>
          </p:grpSp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AAE611C-B63C-4018-AA1F-5CA6D7C51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70933" y="1850830"/>
              <a:ext cx="7167769" cy="71377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0408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125675B-D128-4E57-8C42-32580C0D9BF3}"/>
              </a:ext>
            </a:extLst>
          </p:cNvPr>
          <p:cNvSpPr/>
          <p:nvPr/>
        </p:nvSpPr>
        <p:spPr>
          <a:xfrm>
            <a:off x="149769" y="-1219200"/>
            <a:ext cx="14480631" cy="11150600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30F5FC-0756-45AB-A1E9-AB2879B58F76}"/>
              </a:ext>
            </a:extLst>
          </p:cNvPr>
          <p:cNvSpPr/>
          <p:nvPr/>
        </p:nvSpPr>
        <p:spPr>
          <a:xfrm>
            <a:off x="8117023" y="9126037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#34 by Pedro PSI – 10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5E8F931-7EEF-47B6-BC21-83DB9D365C29}"/>
              </a:ext>
            </a:extLst>
          </p:cNvPr>
          <p:cNvGrpSpPr/>
          <p:nvPr/>
        </p:nvGrpSpPr>
        <p:grpSpPr>
          <a:xfrm>
            <a:off x="850485" y="2028969"/>
            <a:ext cx="2882962" cy="3198132"/>
            <a:chOff x="850485" y="2028969"/>
            <a:chExt cx="2882962" cy="3198132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109997E1-89C9-4604-9BB5-A3847E897E75}"/>
                </a:ext>
              </a:extLst>
            </p:cNvPr>
            <p:cNvGrpSpPr/>
            <p:nvPr/>
          </p:nvGrpSpPr>
          <p:grpSpPr>
            <a:xfrm>
              <a:off x="1041301" y="2028969"/>
              <a:ext cx="2224124" cy="2161260"/>
              <a:chOff x="680705" y="3093875"/>
              <a:chExt cx="2500130" cy="2429464"/>
            </a:xfrm>
          </p:grpSpPr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32AD52F1-94EE-45A5-97CA-032734FF6F64}"/>
                  </a:ext>
                </a:extLst>
              </p:cNvPr>
              <p:cNvGrpSpPr/>
              <p:nvPr/>
            </p:nvGrpSpPr>
            <p:grpSpPr>
              <a:xfrm>
                <a:off x="937075" y="3315748"/>
                <a:ext cx="1956288" cy="1956289"/>
                <a:chOff x="2370891" y="851382"/>
                <a:chExt cx="1956288" cy="1956289"/>
              </a:xfrm>
            </p:grpSpPr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D59CCC58-A065-45CB-9782-4ED0E3174BE0}"/>
                    </a:ext>
                  </a:extLst>
                </p:cNvPr>
                <p:cNvSpPr/>
                <p:nvPr/>
              </p:nvSpPr>
              <p:spPr>
                <a:xfrm>
                  <a:off x="2370891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727EECE9-451F-4D25-ABE4-6D11F0A7BB39}"/>
                    </a:ext>
                  </a:extLst>
                </p:cNvPr>
                <p:cNvSpPr/>
                <p:nvPr/>
              </p:nvSpPr>
              <p:spPr>
                <a:xfrm>
                  <a:off x="3349035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1B22657-AE61-43AA-BECC-526BC98764A4}"/>
                    </a:ext>
                  </a:extLst>
                </p:cNvPr>
                <p:cNvSpPr/>
                <p:nvPr/>
              </p:nvSpPr>
              <p:spPr>
                <a:xfrm>
                  <a:off x="2370891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7B3E4DA9-4825-43A9-8697-AA4E15A3669D}"/>
                    </a:ext>
                  </a:extLst>
                </p:cNvPr>
                <p:cNvSpPr/>
                <p:nvPr/>
              </p:nvSpPr>
              <p:spPr>
                <a:xfrm>
                  <a:off x="3349035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755CC49-C667-4822-975C-D3ED39F93927}"/>
                  </a:ext>
                </a:extLst>
              </p:cNvPr>
              <p:cNvSpPr/>
              <p:nvPr/>
            </p:nvSpPr>
            <p:spPr>
              <a:xfrm rot="2700000" flipH="1">
                <a:off x="1709442" y="3029748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DBD090AA-603A-4118-BC1B-229541F426A7}"/>
                  </a:ext>
                </a:extLst>
              </p:cNvPr>
              <p:cNvSpPr/>
              <p:nvPr/>
            </p:nvSpPr>
            <p:spPr>
              <a:xfrm rot="2700000" flipH="1">
                <a:off x="1679295" y="4947004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2ED03428-B230-4AAB-A36F-E9FE87DC3997}"/>
                  </a:ext>
                </a:extLst>
              </p:cNvPr>
              <p:cNvSpPr/>
              <p:nvPr/>
            </p:nvSpPr>
            <p:spPr>
              <a:xfrm rot="2700000" flipH="1">
                <a:off x="2620542" y="4963046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85C5D7A4-F838-45B1-9AF6-3CD8E064315C}"/>
                  </a:ext>
                </a:extLst>
              </p:cNvPr>
              <p:cNvSpPr/>
              <p:nvPr/>
            </p:nvSpPr>
            <p:spPr>
              <a:xfrm rot="2700000" flipH="1">
                <a:off x="744832" y="3972297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2DA7C37B-1844-40EF-B501-F4DCFEB80BE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982507" y="4321712"/>
                <a:ext cx="862987" cy="0"/>
              </a:xfrm>
              <a:prstGeom prst="line">
                <a:avLst/>
              </a:prstGeom>
              <a:ln w="254000" cap="rnd">
                <a:solidFill>
                  <a:srgbClr val="990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477DD49F-00B9-46F2-AA38-1380B4EEC2C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600" y="4761019"/>
                <a:ext cx="862987" cy="0"/>
              </a:xfrm>
              <a:prstGeom prst="line">
                <a:avLst/>
              </a:prstGeom>
              <a:ln w="254000" cap="rnd">
                <a:solidFill>
                  <a:srgbClr val="990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4FFF0C0E-BEC1-4834-B872-CFF50B29F33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484126" y="3875936"/>
                <a:ext cx="862987" cy="0"/>
              </a:xfrm>
              <a:prstGeom prst="line">
                <a:avLst/>
              </a:prstGeom>
              <a:ln w="254000" cap="rnd">
                <a:solidFill>
                  <a:srgbClr val="990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35C87ADA-9F5E-481C-A8CE-AC1CE4E2928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5383" y="4892641"/>
                <a:ext cx="862987" cy="0"/>
              </a:xfrm>
              <a:prstGeom prst="line">
                <a:avLst/>
              </a:prstGeom>
              <a:ln w="254000" cap="rnd">
                <a:solidFill>
                  <a:srgbClr val="990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C0B8EF29-8F38-42DF-8A82-00A5BBE7B4A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957608" y="5317438"/>
                <a:ext cx="862987" cy="0"/>
              </a:xfrm>
              <a:prstGeom prst="line">
                <a:avLst/>
              </a:prstGeom>
              <a:ln w="254000" cap="rnd">
                <a:solidFill>
                  <a:srgbClr val="990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BD37988E-9514-4B33-B3FF-996866C0D687}"/>
                </a:ext>
              </a:extLst>
            </p:cNvPr>
            <p:cNvSpPr/>
            <p:nvPr/>
          </p:nvSpPr>
          <p:spPr>
            <a:xfrm>
              <a:off x="850485" y="4303771"/>
              <a:ext cx="2882962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Every </a:t>
              </a:r>
              <a:r>
                <a:rPr lang="en-US" b="1" dirty="0">
                  <a:solidFill>
                    <a:srgbClr val="99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Apple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is on a mirror or rotationally symmetric path. Loops are allowed.</a:t>
              </a:r>
            </a:p>
          </p:txBody>
        </p:sp>
      </p:grpSp>
      <p:sp>
        <p:nvSpPr>
          <p:cNvPr id="63" name="Rectangle 62">
            <a:extLst>
              <a:ext uri="{FF2B5EF4-FFF2-40B4-BE49-F238E27FC236}">
                <a16:creationId xmlns:a16="http://schemas.microsoft.com/office/drawing/2014/main" id="{47014E83-E858-4811-A205-1223D2151D7B}"/>
              </a:ext>
            </a:extLst>
          </p:cNvPr>
          <p:cNvSpPr/>
          <p:nvPr/>
        </p:nvSpPr>
        <p:spPr>
          <a:xfrm>
            <a:off x="4314002" y="-883762"/>
            <a:ext cx="6077305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pt-PT" sz="88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550AC15-F8CB-4A74-8B13-474862C4EE8C}"/>
              </a:ext>
            </a:extLst>
          </p:cNvPr>
          <p:cNvSpPr/>
          <p:nvPr/>
        </p:nvSpPr>
        <p:spPr>
          <a:xfrm>
            <a:off x="1521480" y="474688"/>
            <a:ext cx="1234691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pt-PT" sz="24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single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containing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least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/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Unless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indicated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cross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dangle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C5DCAB-369F-4152-9B36-02DBF9840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862818" y="-3076733"/>
            <a:ext cx="6102664" cy="6153466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05AF21A-BD5F-49DD-AF54-11FC401F57C3}"/>
              </a:ext>
            </a:extLst>
          </p:cNvPr>
          <p:cNvGrpSpPr/>
          <p:nvPr/>
        </p:nvGrpSpPr>
        <p:grpSpPr>
          <a:xfrm>
            <a:off x="441896" y="5545824"/>
            <a:ext cx="3106300" cy="3348931"/>
            <a:chOff x="441896" y="5275638"/>
            <a:chExt cx="3106300" cy="3348931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A702C76B-98D4-4365-94B7-DC223DACA774}"/>
                </a:ext>
              </a:extLst>
            </p:cNvPr>
            <p:cNvSpPr/>
            <p:nvPr/>
          </p:nvSpPr>
          <p:spPr>
            <a:xfrm>
              <a:off x="704064" y="7701239"/>
              <a:ext cx="2844132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en-US" b="1" dirty="0">
                  <a:solidFill>
                    <a:srgbClr val="FF7A1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Orange</a:t>
              </a:r>
              <a:r>
                <a:rPr lang="en-US" b="1" dirty="0">
                  <a:solidFill>
                    <a:srgbClr val="ED7D3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is connectable with another (no path could be drawn).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DA3DC86-BB4C-49A3-831C-44F3888EA388}"/>
                </a:ext>
              </a:extLst>
            </p:cNvPr>
            <p:cNvGrpSpPr/>
            <p:nvPr/>
          </p:nvGrpSpPr>
          <p:grpSpPr>
            <a:xfrm>
              <a:off x="441896" y="5275638"/>
              <a:ext cx="3098020" cy="2437086"/>
              <a:chOff x="305559" y="5275638"/>
              <a:chExt cx="3098020" cy="243708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EAC003A0-8090-44CC-8EEC-F35983AAC0C2}"/>
                  </a:ext>
                </a:extLst>
              </p:cNvPr>
              <p:cNvGrpSpPr/>
              <p:nvPr/>
            </p:nvGrpSpPr>
            <p:grpSpPr>
              <a:xfrm>
                <a:off x="305559" y="5275638"/>
                <a:ext cx="2867845" cy="2437086"/>
                <a:chOff x="5774138" y="3031405"/>
                <a:chExt cx="3223730" cy="2739517"/>
              </a:xfrm>
            </p:grpSpPr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CC17485B-6EC6-4C68-B961-2459EE6AA0CE}"/>
                    </a:ext>
                  </a:extLst>
                </p:cNvPr>
                <p:cNvGrpSpPr/>
                <p:nvPr/>
              </p:nvGrpSpPr>
              <p:grpSpPr>
                <a:xfrm>
                  <a:off x="6701633" y="3429330"/>
                  <a:ext cx="1956288" cy="1956289"/>
                  <a:chOff x="2370891" y="851382"/>
                  <a:chExt cx="1956288" cy="1956289"/>
                </a:xfrm>
              </p:grpSpPr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AED615C8-CBDD-4094-9C85-3CE8C24E5C73}"/>
                      </a:ext>
                    </a:extLst>
                  </p:cNvPr>
                  <p:cNvSpPr/>
                  <p:nvPr/>
                </p:nvSpPr>
                <p:spPr>
                  <a:xfrm>
                    <a:off x="2370891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0" name="Rectangle 89">
                    <a:extLst>
                      <a:ext uri="{FF2B5EF4-FFF2-40B4-BE49-F238E27FC236}">
                        <a16:creationId xmlns:a16="http://schemas.microsoft.com/office/drawing/2014/main" id="{29B1322E-BA2F-43F6-8EB7-6D82C54D9BED}"/>
                      </a:ext>
                    </a:extLst>
                  </p:cNvPr>
                  <p:cNvSpPr/>
                  <p:nvPr/>
                </p:nvSpPr>
                <p:spPr>
                  <a:xfrm>
                    <a:off x="3349035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1" name="Rectangle 90">
                    <a:extLst>
                      <a:ext uri="{FF2B5EF4-FFF2-40B4-BE49-F238E27FC236}">
                        <a16:creationId xmlns:a16="http://schemas.microsoft.com/office/drawing/2014/main" id="{0510779C-BFB4-4A3A-A193-1EAF4439D14F}"/>
                      </a:ext>
                    </a:extLst>
                  </p:cNvPr>
                  <p:cNvSpPr/>
                  <p:nvPr/>
                </p:nvSpPr>
                <p:spPr>
                  <a:xfrm>
                    <a:off x="2370891" y="1829527"/>
                    <a:ext cx="978145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2" name="Rectangle 91">
                    <a:extLst>
                      <a:ext uri="{FF2B5EF4-FFF2-40B4-BE49-F238E27FC236}">
                        <a16:creationId xmlns:a16="http://schemas.microsoft.com/office/drawing/2014/main" id="{A8769D2B-680D-436F-BB4E-6F9BB3AFA1B9}"/>
                      </a:ext>
                    </a:extLst>
                  </p:cNvPr>
                  <p:cNvSpPr/>
                  <p:nvPr/>
                </p:nvSpPr>
                <p:spPr>
                  <a:xfrm>
                    <a:off x="3349035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E9523DBE-7580-40CF-9A8B-2D97F8EEAA78}"/>
                    </a:ext>
                  </a:extLst>
                </p:cNvPr>
                <p:cNvSpPr/>
                <p:nvPr/>
              </p:nvSpPr>
              <p:spPr>
                <a:xfrm rot="2700000">
                  <a:off x="6479286" y="50304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F2A98522-D061-488B-A797-C70C53555920}"/>
                    </a:ext>
                  </a:extLst>
                </p:cNvPr>
                <p:cNvSpPr/>
                <p:nvPr/>
              </p:nvSpPr>
              <p:spPr>
                <a:xfrm rot="2700000">
                  <a:off x="8396822" y="5030474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65F7AD0B-0751-4DAB-80E2-2890CF1217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14112" y="3399584"/>
                  <a:ext cx="0" cy="2149836"/>
                </a:xfrm>
                <a:prstGeom prst="line">
                  <a:avLst/>
                </a:prstGeom>
                <a:ln w="254000" cap="rnd">
                  <a:solidFill>
                    <a:schemeClr val="tx1">
                      <a:lumMod val="50000"/>
                      <a:lumOff val="50000"/>
                      <a:alpha val="48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1E8AEA45-6BEB-4BF3-8BEC-AAFC6C411A66}"/>
                    </a:ext>
                  </a:extLst>
                </p:cNvPr>
                <p:cNvSpPr/>
                <p:nvPr/>
              </p:nvSpPr>
              <p:spPr>
                <a:xfrm rot="2700000">
                  <a:off x="6466082" y="314096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8" name="Multiplication Sign 87">
                  <a:extLst>
                    <a:ext uri="{FF2B5EF4-FFF2-40B4-BE49-F238E27FC236}">
                      <a16:creationId xmlns:a16="http://schemas.microsoft.com/office/drawing/2014/main" id="{E6824B33-40D1-4559-87C7-8BC13EF3861E}"/>
                    </a:ext>
                  </a:extLst>
                </p:cNvPr>
                <p:cNvSpPr/>
                <p:nvPr/>
              </p:nvSpPr>
              <p:spPr>
                <a:xfrm>
                  <a:off x="5774138" y="3031405"/>
                  <a:ext cx="798358" cy="798357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sz="3200" dirty="0"/>
                </a:p>
              </p:txBody>
            </p:sp>
            <p:sp>
              <p:nvSpPr>
                <p:cNvPr id="66" name="Multiplication Sign 65">
                  <a:extLst>
                    <a:ext uri="{FF2B5EF4-FFF2-40B4-BE49-F238E27FC236}">
                      <a16:creationId xmlns:a16="http://schemas.microsoft.com/office/drawing/2014/main" id="{45FF103B-E200-4A24-94A4-D93792EEE218}"/>
                    </a:ext>
                  </a:extLst>
                </p:cNvPr>
                <p:cNvSpPr/>
                <p:nvPr/>
              </p:nvSpPr>
              <p:spPr>
                <a:xfrm>
                  <a:off x="5774138" y="4972565"/>
                  <a:ext cx="798358" cy="798357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sz="3200" dirty="0"/>
                </a:p>
              </p:txBody>
            </p:sp>
          </p:grpSp>
          <p:sp>
            <p:nvSpPr>
              <p:cNvPr id="3" name="L-Shape 2">
                <a:extLst>
                  <a:ext uri="{FF2B5EF4-FFF2-40B4-BE49-F238E27FC236}">
                    <a16:creationId xmlns:a16="http://schemas.microsoft.com/office/drawing/2014/main" id="{B51F9FAA-7565-4B64-996E-99107CE0594A}"/>
                  </a:ext>
                </a:extLst>
              </p:cNvPr>
              <p:cNvSpPr/>
              <p:nvPr/>
            </p:nvSpPr>
            <p:spPr>
              <a:xfrm rot="19168985">
                <a:off x="2923319" y="6641339"/>
                <a:ext cx="480260" cy="271262"/>
              </a:xfrm>
              <a:prstGeom prst="corner">
                <a:avLst>
                  <a:gd name="adj1" fmla="val 35105"/>
                  <a:gd name="adj2" fmla="val 35763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 dirty="0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20654F9-732A-4ADD-A277-80D165038CC2}"/>
              </a:ext>
            </a:extLst>
          </p:cNvPr>
          <p:cNvGrpSpPr/>
          <p:nvPr/>
        </p:nvGrpSpPr>
        <p:grpSpPr>
          <a:xfrm>
            <a:off x="3947784" y="1813180"/>
            <a:ext cx="2807852" cy="3413921"/>
            <a:chOff x="3947784" y="1813180"/>
            <a:chExt cx="2807852" cy="3413921"/>
          </a:xfrm>
        </p:grpSpPr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D71E9668-B9C3-4289-8F2E-CAE58257E0CA}"/>
                </a:ext>
              </a:extLst>
            </p:cNvPr>
            <p:cNvGrpSpPr/>
            <p:nvPr/>
          </p:nvGrpSpPr>
          <p:grpSpPr>
            <a:xfrm>
              <a:off x="4222789" y="1813180"/>
              <a:ext cx="2080252" cy="2416914"/>
              <a:chOff x="3680169" y="2876527"/>
              <a:chExt cx="2338404" cy="2716843"/>
            </a:xfrm>
          </p:grpSpPr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25B24A79-AD14-4A92-BC51-6E612C327EEF}"/>
                  </a:ext>
                </a:extLst>
              </p:cNvPr>
              <p:cNvGrpSpPr/>
              <p:nvPr/>
            </p:nvGrpSpPr>
            <p:grpSpPr>
              <a:xfrm rot="5400000" flipH="1">
                <a:off x="3850462" y="3361625"/>
                <a:ext cx="1956288" cy="1956289"/>
                <a:chOff x="2370891" y="851382"/>
                <a:chExt cx="1956288" cy="1956289"/>
              </a:xfrm>
            </p:grpSpPr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03765106-211B-4878-8A1A-83B0AB57CCE0}"/>
                    </a:ext>
                  </a:extLst>
                </p:cNvPr>
                <p:cNvSpPr/>
                <p:nvPr/>
              </p:nvSpPr>
              <p:spPr>
                <a:xfrm>
                  <a:off x="2370891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9327F9F4-E2D6-4B82-B542-52D77EB0E40C}"/>
                    </a:ext>
                  </a:extLst>
                </p:cNvPr>
                <p:cNvSpPr/>
                <p:nvPr/>
              </p:nvSpPr>
              <p:spPr>
                <a:xfrm>
                  <a:off x="3349035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PT" dirty="0"/>
                    <a:t>\</a:t>
                  </a:r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56F040B0-26A7-4190-9FB5-306048DDCA39}"/>
                    </a:ext>
                  </a:extLst>
                </p:cNvPr>
                <p:cNvSpPr/>
                <p:nvPr/>
              </p:nvSpPr>
              <p:spPr>
                <a:xfrm>
                  <a:off x="2370891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92D50AA6-11A1-4C14-82BF-12C17127BBD3}"/>
                    </a:ext>
                  </a:extLst>
                </p:cNvPr>
                <p:cNvSpPr/>
                <p:nvPr/>
              </p:nvSpPr>
              <p:spPr>
                <a:xfrm>
                  <a:off x="3349035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BDB1B830-2B23-4B09-B8EC-9C56FF03DBCC}"/>
                  </a:ext>
                </a:extLst>
              </p:cNvPr>
              <p:cNvSpPr/>
              <p:nvPr/>
            </p:nvSpPr>
            <p:spPr>
              <a:xfrm rot="20700000">
                <a:off x="4566276" y="483438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25501ACA-8E82-4A64-9179-8F8D929E9038}"/>
                  </a:ext>
                </a:extLst>
              </p:cNvPr>
              <p:cNvSpPr/>
              <p:nvPr/>
            </p:nvSpPr>
            <p:spPr>
              <a:xfrm rot="20700000">
                <a:off x="3680169" y="382084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5637976D-7914-4F94-AD22-47FF0059A37E}"/>
                  </a:ext>
                </a:extLst>
              </p:cNvPr>
              <p:cNvSpPr/>
              <p:nvPr/>
            </p:nvSpPr>
            <p:spPr>
              <a:xfrm rot="20700000">
                <a:off x="5564851" y="381891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F1001CE9-8F65-4E45-B7B3-023C23F90772}"/>
                  </a:ext>
                </a:extLst>
              </p:cNvPr>
              <p:cNvSpPr/>
              <p:nvPr/>
            </p:nvSpPr>
            <p:spPr>
              <a:xfrm rot="20700000">
                <a:off x="4721966" y="2876527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0542D99B-946F-4A01-B730-5079E9476B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43764" y="3357631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2193D937-9A53-47ED-B086-258379585E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2907" y="4338849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8DA87C8D-2638-42AF-B412-FD8A3D1CAB5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4442421" y="477126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17B8035C-DC43-441C-9068-D7214FFE2CE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5357723" y="3768842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859EFD1-F21F-4C43-803A-53FE2B59618B}"/>
                </a:ext>
              </a:extLst>
            </p:cNvPr>
            <p:cNvSpPr/>
            <p:nvPr/>
          </p:nvSpPr>
          <p:spPr>
            <a:xfrm>
              <a:off x="3947784" y="4303771"/>
              <a:ext cx="2807852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All paths under </a:t>
              </a:r>
              <a:r>
                <a:rPr lang="en-US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Pears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are exact translations, and there is more than one.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F1C5DBD-18C2-4516-AE53-487FE1CB7BC1}"/>
              </a:ext>
            </a:extLst>
          </p:cNvPr>
          <p:cNvGrpSpPr/>
          <p:nvPr/>
        </p:nvGrpSpPr>
        <p:grpSpPr>
          <a:xfrm>
            <a:off x="3733447" y="5559920"/>
            <a:ext cx="3393319" cy="3334835"/>
            <a:chOff x="3733447" y="5289734"/>
            <a:chExt cx="3393319" cy="3334835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3233FCB-5E73-4800-8D53-24E31AFA7287}"/>
                </a:ext>
              </a:extLst>
            </p:cNvPr>
            <p:cNvSpPr/>
            <p:nvPr/>
          </p:nvSpPr>
          <p:spPr>
            <a:xfrm>
              <a:off x="3733447" y="7701239"/>
              <a:ext cx="3393319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en-US" b="1" dirty="0">
                  <a:solidFill>
                    <a:srgbClr val="00009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Blueberry 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is connectable with at least one other (as if a path were drawn).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4ACF89F-EE24-4CAF-A405-F0F134C94B4F}"/>
                </a:ext>
              </a:extLst>
            </p:cNvPr>
            <p:cNvGrpSpPr/>
            <p:nvPr/>
          </p:nvGrpSpPr>
          <p:grpSpPr>
            <a:xfrm>
              <a:off x="3767580" y="5289734"/>
              <a:ext cx="3135956" cy="2330337"/>
              <a:chOff x="3893547" y="5289734"/>
              <a:chExt cx="3135956" cy="2330337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0AA2E0AC-6DF8-4654-83E6-86F86F3E0186}"/>
                  </a:ext>
                </a:extLst>
              </p:cNvPr>
              <p:cNvGrpSpPr/>
              <p:nvPr/>
            </p:nvGrpSpPr>
            <p:grpSpPr>
              <a:xfrm>
                <a:off x="4348756" y="5389203"/>
                <a:ext cx="2680747" cy="2230868"/>
                <a:chOff x="3711295" y="5389203"/>
                <a:chExt cx="2680747" cy="2230868"/>
              </a:xfrm>
            </p:grpSpPr>
            <p:grpSp>
              <p:nvGrpSpPr>
                <p:cNvPr id="69" name="Group 68">
                  <a:extLst>
                    <a:ext uri="{FF2B5EF4-FFF2-40B4-BE49-F238E27FC236}">
                      <a16:creationId xmlns:a16="http://schemas.microsoft.com/office/drawing/2014/main" id="{960DCF9A-8DF5-4DF4-B91A-EC53A80B47F0}"/>
                    </a:ext>
                  </a:extLst>
                </p:cNvPr>
                <p:cNvGrpSpPr/>
                <p:nvPr/>
              </p:nvGrpSpPr>
              <p:grpSpPr>
                <a:xfrm>
                  <a:off x="3711295" y="5389203"/>
                  <a:ext cx="2085780" cy="2149700"/>
                  <a:chOff x="9218037" y="3218581"/>
                  <a:chExt cx="2344619" cy="2416470"/>
                </a:xfrm>
              </p:grpSpPr>
              <p:grpSp>
                <p:nvGrpSpPr>
                  <p:cNvPr id="71" name="Group 70">
                    <a:extLst>
                      <a:ext uri="{FF2B5EF4-FFF2-40B4-BE49-F238E27FC236}">
                        <a16:creationId xmlns:a16="http://schemas.microsoft.com/office/drawing/2014/main" id="{F034AD1E-0004-47A5-9D50-59B72C74EA4F}"/>
                      </a:ext>
                    </a:extLst>
                  </p:cNvPr>
                  <p:cNvGrpSpPr/>
                  <p:nvPr/>
                </p:nvGrpSpPr>
                <p:grpSpPr>
                  <a:xfrm>
                    <a:off x="9427161" y="3429330"/>
                    <a:ext cx="1956288" cy="1956289"/>
                    <a:chOff x="2370891" y="851382"/>
                    <a:chExt cx="1956288" cy="1956289"/>
                  </a:xfrm>
                </p:grpSpPr>
                <p:sp>
                  <p:nvSpPr>
                    <p:cNvPr id="77" name="Rectangle 76">
                      <a:extLst>
                        <a:ext uri="{FF2B5EF4-FFF2-40B4-BE49-F238E27FC236}">
                          <a16:creationId xmlns:a16="http://schemas.microsoft.com/office/drawing/2014/main" id="{E40E3E08-C659-4D8A-B8AA-80699FF754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78" name="Rectangle 77">
                      <a:extLst>
                        <a:ext uri="{FF2B5EF4-FFF2-40B4-BE49-F238E27FC236}">
                          <a16:creationId xmlns:a16="http://schemas.microsoft.com/office/drawing/2014/main" id="{3B1C5F08-C928-456B-9A42-985D564920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79" name="Rectangle 78">
                      <a:extLst>
                        <a:ext uri="{FF2B5EF4-FFF2-40B4-BE49-F238E27FC236}">
                          <a16:creationId xmlns:a16="http://schemas.microsoft.com/office/drawing/2014/main" id="{B78602F5-2C96-42E4-8A75-25285F3B58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1829527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80" name="Rectangle 79">
                      <a:extLst>
                        <a:ext uri="{FF2B5EF4-FFF2-40B4-BE49-F238E27FC236}">
                          <a16:creationId xmlns:a16="http://schemas.microsoft.com/office/drawing/2014/main" id="{746E9D3E-4704-4E64-99A9-ADEEF9AD69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1829527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</p:grpSp>
              <p:sp>
                <p:nvSpPr>
                  <p:cNvPr id="72" name="Freeform: Shape 71">
                    <a:extLst>
                      <a:ext uri="{FF2B5EF4-FFF2-40B4-BE49-F238E27FC236}">
                        <a16:creationId xmlns:a16="http://schemas.microsoft.com/office/drawing/2014/main" id="{4E41D4E8-D12D-4390-A0D2-16725C6901B0}"/>
                      </a:ext>
                    </a:extLst>
                  </p:cNvPr>
                  <p:cNvSpPr/>
                  <p:nvPr/>
                </p:nvSpPr>
                <p:spPr>
                  <a:xfrm>
                    <a:off x="9227279" y="5056788"/>
                    <a:ext cx="494320" cy="578263"/>
                  </a:xfrm>
                  <a:custGeom>
                    <a:avLst/>
                    <a:gdLst>
                      <a:gd name="connsiteX0" fmla="*/ 537514 w 575317"/>
                      <a:gd name="connsiteY0" fmla="*/ 539503 h 673014"/>
                      <a:gd name="connsiteX1" fmla="*/ 520201 w 575317"/>
                      <a:gd name="connsiteY1" fmla="*/ 514175 h 673014"/>
                      <a:gd name="connsiteX2" fmla="*/ 515304 w 575317"/>
                      <a:gd name="connsiteY2" fmla="*/ 520071 h 673014"/>
                      <a:gd name="connsiteX3" fmla="*/ 454919 w 575317"/>
                      <a:gd name="connsiteY3" fmla="*/ 544028 h 673014"/>
                      <a:gd name="connsiteX4" fmla="*/ 387769 w 575317"/>
                      <a:gd name="connsiteY4" fmla="*/ 499945 h 673014"/>
                      <a:gd name="connsiteX5" fmla="*/ 386956 w 575317"/>
                      <a:gd name="connsiteY5" fmla="*/ 496300 h 673014"/>
                      <a:gd name="connsiteX6" fmla="*/ 372789 w 575317"/>
                      <a:gd name="connsiteY6" fmla="*/ 533728 h 673014"/>
                      <a:gd name="connsiteX7" fmla="*/ 305467 w 575317"/>
                      <a:gd name="connsiteY7" fmla="*/ 597583 h 673014"/>
                      <a:gd name="connsiteX8" fmla="*/ 287623 w 575317"/>
                      <a:gd name="connsiteY8" fmla="*/ 605092 h 673014"/>
                      <a:gd name="connsiteX9" fmla="*/ 257045 w 575317"/>
                      <a:gd name="connsiteY9" fmla="*/ 673014 h 673014"/>
                      <a:gd name="connsiteX10" fmla="*/ 216545 w 575317"/>
                      <a:gd name="connsiteY10" fmla="*/ 635127 h 673014"/>
                      <a:gd name="connsiteX11" fmla="*/ 156651 w 575317"/>
                      <a:gd name="connsiteY11" fmla="*/ 669020 h 673014"/>
                      <a:gd name="connsiteX12" fmla="*/ 148826 w 575317"/>
                      <a:gd name="connsiteY12" fmla="*/ 627412 h 673014"/>
                      <a:gd name="connsiteX13" fmla="*/ 98234 w 575317"/>
                      <a:gd name="connsiteY13" fmla="*/ 633891 h 673014"/>
                      <a:gd name="connsiteX14" fmla="*/ 137139 w 575317"/>
                      <a:gd name="connsiteY14" fmla="*/ 594978 h 673014"/>
                      <a:gd name="connsiteX15" fmla="*/ 125123 w 575317"/>
                      <a:gd name="connsiteY15" fmla="*/ 588299 h 673014"/>
                      <a:gd name="connsiteX16" fmla="*/ 62878 w 575317"/>
                      <a:gd name="connsiteY16" fmla="*/ 489802 h 673014"/>
                      <a:gd name="connsiteX17" fmla="*/ 118322 w 575317"/>
                      <a:gd name="connsiteY17" fmla="*/ 356825 h 673014"/>
                      <a:gd name="connsiteX18" fmla="*/ 142714 w 575317"/>
                      <a:gd name="connsiteY18" fmla="*/ 341993 h 673014"/>
                      <a:gd name="connsiteX19" fmla="*/ 116747 w 575317"/>
                      <a:gd name="connsiteY19" fmla="*/ 345560 h 673014"/>
                      <a:gd name="connsiteX20" fmla="*/ 75124 w 575317"/>
                      <a:gd name="connsiteY20" fmla="*/ 333424 h 673014"/>
                      <a:gd name="connsiteX21" fmla="*/ 23038 w 575317"/>
                      <a:gd name="connsiteY21" fmla="*/ 218149 h 673014"/>
                      <a:gd name="connsiteX22" fmla="*/ 26371 w 575317"/>
                      <a:gd name="connsiteY22" fmla="*/ 204507 h 673014"/>
                      <a:gd name="connsiteX23" fmla="*/ 0 w 575317"/>
                      <a:gd name="connsiteY23" fmla="*/ 157349 h 673014"/>
                      <a:gd name="connsiteX24" fmla="*/ 39573 w 575317"/>
                      <a:gd name="connsiteY24" fmla="*/ 150115 h 673014"/>
                      <a:gd name="connsiteX25" fmla="*/ 45694 w 575317"/>
                      <a:gd name="connsiteY25" fmla="*/ 100572 h 673014"/>
                      <a:gd name="connsiteX26" fmla="*/ 73320 w 575317"/>
                      <a:gd name="connsiteY26" fmla="*/ 113986 h 673014"/>
                      <a:gd name="connsiteX27" fmla="*/ 91400 w 575317"/>
                      <a:gd name="connsiteY27" fmla="*/ 81707 h 673014"/>
                      <a:gd name="connsiteX28" fmla="*/ 97268 w 575317"/>
                      <a:gd name="connsiteY28" fmla="*/ 121187 h 673014"/>
                      <a:gd name="connsiteX29" fmla="*/ 106351 w 575317"/>
                      <a:gd name="connsiteY29" fmla="*/ 117070 h 673014"/>
                      <a:gd name="connsiteX30" fmla="*/ 190634 w 575317"/>
                      <a:gd name="connsiteY30" fmla="*/ 123346 h 673014"/>
                      <a:gd name="connsiteX31" fmla="*/ 229075 w 575317"/>
                      <a:gd name="connsiteY31" fmla="*/ 160993 h 673014"/>
                      <a:gd name="connsiteX32" fmla="*/ 240050 w 575317"/>
                      <a:gd name="connsiteY32" fmla="*/ 198873 h 673014"/>
                      <a:gd name="connsiteX33" fmla="*/ 238359 w 575317"/>
                      <a:gd name="connsiteY33" fmla="*/ 182883 h 673014"/>
                      <a:gd name="connsiteX34" fmla="*/ 278547 w 575317"/>
                      <a:gd name="connsiteY34" fmla="*/ 86986 h 673014"/>
                      <a:gd name="connsiteX35" fmla="*/ 382704 w 575317"/>
                      <a:gd name="connsiteY35" fmla="*/ 49807 h 673014"/>
                      <a:gd name="connsiteX36" fmla="*/ 395591 w 575317"/>
                      <a:gd name="connsiteY36" fmla="*/ 51848 h 673014"/>
                      <a:gd name="connsiteX37" fmla="*/ 389290 w 575317"/>
                      <a:gd name="connsiteY37" fmla="*/ 0 h 673014"/>
                      <a:gd name="connsiteX38" fmla="*/ 423307 w 575317"/>
                      <a:gd name="connsiteY38" fmla="*/ 34449 h 673014"/>
                      <a:gd name="connsiteX39" fmla="*/ 453503 w 575317"/>
                      <a:gd name="connsiteY39" fmla="*/ 7934 h 673014"/>
                      <a:gd name="connsiteX40" fmla="*/ 478427 w 575317"/>
                      <a:gd name="connsiteY40" fmla="*/ 68314 h 673014"/>
                      <a:gd name="connsiteX41" fmla="*/ 530866 w 575317"/>
                      <a:gd name="connsiteY41" fmla="*/ 63702 h 673014"/>
                      <a:gd name="connsiteX42" fmla="*/ 513967 w 575317"/>
                      <a:gd name="connsiteY42" fmla="*/ 132355 h 673014"/>
                      <a:gd name="connsiteX43" fmla="*/ 522908 w 575317"/>
                      <a:gd name="connsiteY43" fmla="*/ 148409 h 673014"/>
                      <a:gd name="connsiteX44" fmla="*/ 497215 w 575317"/>
                      <a:gd name="connsiteY44" fmla="*/ 311928 h 673014"/>
                      <a:gd name="connsiteX45" fmla="*/ 285868 w 575317"/>
                      <a:gd name="connsiteY45" fmla="*/ 298626 h 673014"/>
                      <a:gd name="connsiteX46" fmla="*/ 257942 w 575317"/>
                      <a:gd name="connsiteY46" fmla="*/ 260722 h 673014"/>
                      <a:gd name="connsiteX47" fmla="*/ 243355 w 575317"/>
                      <a:gd name="connsiteY47" fmla="*/ 221981 h 673014"/>
                      <a:gd name="connsiteX48" fmla="*/ 241042 w 575317"/>
                      <a:gd name="connsiteY48" fmla="*/ 247179 h 673014"/>
                      <a:gd name="connsiteX49" fmla="*/ 228151 w 575317"/>
                      <a:gd name="connsiteY49" fmla="*/ 280770 h 673014"/>
                      <a:gd name="connsiteX50" fmla="*/ 198183 w 575317"/>
                      <a:gd name="connsiteY50" fmla="*/ 317539 h 673014"/>
                      <a:gd name="connsiteX51" fmla="*/ 185347 w 575317"/>
                      <a:gd name="connsiteY51" fmla="*/ 324875 h 673014"/>
                      <a:gd name="connsiteX52" fmla="*/ 206425 w 575317"/>
                      <a:gd name="connsiteY52" fmla="*/ 319008 h 673014"/>
                      <a:gd name="connsiteX53" fmla="*/ 369641 w 575317"/>
                      <a:gd name="connsiteY53" fmla="*/ 389197 h 673014"/>
                      <a:gd name="connsiteX54" fmla="*/ 382040 w 575317"/>
                      <a:gd name="connsiteY54" fmla="*/ 422725 h 673014"/>
                      <a:gd name="connsiteX55" fmla="*/ 384504 w 575317"/>
                      <a:gd name="connsiteY55" fmla="*/ 412288 h 673014"/>
                      <a:gd name="connsiteX56" fmla="*/ 464260 w 575317"/>
                      <a:gd name="connsiteY56" fmla="*/ 359990 h 673014"/>
                      <a:gd name="connsiteX57" fmla="*/ 538975 w 575317"/>
                      <a:gd name="connsiteY57" fmla="*/ 422210 h 673014"/>
                      <a:gd name="connsiteX58" fmla="*/ 541251 w 575317"/>
                      <a:gd name="connsiteY58" fmla="*/ 432762 h 673014"/>
                      <a:gd name="connsiteX59" fmla="*/ 575317 w 575317"/>
                      <a:gd name="connsiteY59" fmla="*/ 456516 h 673014"/>
                      <a:gd name="connsiteX60" fmla="*/ 550383 w 575317"/>
                      <a:gd name="connsiteY60" fmla="*/ 474803 h 673014"/>
                      <a:gd name="connsiteX61" fmla="*/ 562783 w 575317"/>
                      <a:gd name="connsiteY61" fmla="*/ 511114 h 673014"/>
                      <a:gd name="connsiteX62" fmla="*/ 539178 w 575317"/>
                      <a:gd name="connsiteY62" fmla="*/ 511114 h 6730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575317" h="673014">
                        <a:moveTo>
                          <a:pt x="537514" y="539503"/>
                        </a:moveTo>
                        <a:lnTo>
                          <a:pt x="520201" y="514175"/>
                        </a:lnTo>
                        <a:lnTo>
                          <a:pt x="515304" y="520071"/>
                        </a:lnTo>
                        <a:cubicBezTo>
                          <a:pt x="499355" y="535957"/>
                          <a:pt x="477966" y="545197"/>
                          <a:pt x="454919" y="544028"/>
                        </a:cubicBezTo>
                        <a:cubicBezTo>
                          <a:pt x="426110" y="542566"/>
                          <a:pt x="401526" y="525183"/>
                          <a:pt x="387769" y="499945"/>
                        </a:cubicBezTo>
                        <a:lnTo>
                          <a:pt x="386956" y="496300"/>
                        </a:lnTo>
                        <a:lnTo>
                          <a:pt x="372789" y="533728"/>
                        </a:lnTo>
                        <a:cubicBezTo>
                          <a:pt x="357717" y="560211"/>
                          <a:pt x="334355" y="582592"/>
                          <a:pt x="305467" y="597583"/>
                        </a:cubicBezTo>
                        <a:lnTo>
                          <a:pt x="287623" y="605092"/>
                        </a:lnTo>
                        <a:lnTo>
                          <a:pt x="257045" y="673014"/>
                        </a:lnTo>
                        <a:lnTo>
                          <a:pt x="216545" y="635127"/>
                        </a:lnTo>
                        <a:lnTo>
                          <a:pt x="156651" y="669020"/>
                        </a:lnTo>
                        <a:lnTo>
                          <a:pt x="148826" y="627412"/>
                        </a:lnTo>
                        <a:lnTo>
                          <a:pt x="98234" y="633891"/>
                        </a:lnTo>
                        <a:lnTo>
                          <a:pt x="137139" y="594978"/>
                        </a:lnTo>
                        <a:lnTo>
                          <a:pt x="125123" y="588299"/>
                        </a:lnTo>
                        <a:cubicBezTo>
                          <a:pt x="91835" y="565452"/>
                          <a:pt x="68456" y="530815"/>
                          <a:pt x="62878" y="489802"/>
                        </a:cubicBezTo>
                        <a:cubicBezTo>
                          <a:pt x="55905" y="438535"/>
                          <a:pt x="78395" y="389441"/>
                          <a:pt x="118322" y="356825"/>
                        </a:cubicBezTo>
                        <a:lnTo>
                          <a:pt x="142714" y="341993"/>
                        </a:lnTo>
                        <a:lnTo>
                          <a:pt x="116747" y="345560"/>
                        </a:lnTo>
                        <a:cubicBezTo>
                          <a:pt x="102426" y="344608"/>
                          <a:pt x="88278" y="340657"/>
                          <a:pt x="75124" y="333424"/>
                        </a:cubicBezTo>
                        <a:cubicBezTo>
                          <a:pt x="34839" y="311273"/>
                          <a:pt x="15551" y="264767"/>
                          <a:pt x="23038" y="218149"/>
                        </a:cubicBezTo>
                        <a:lnTo>
                          <a:pt x="26371" y="204507"/>
                        </a:lnTo>
                        <a:lnTo>
                          <a:pt x="0" y="157349"/>
                        </a:lnTo>
                        <a:lnTo>
                          <a:pt x="39573" y="150115"/>
                        </a:lnTo>
                        <a:lnTo>
                          <a:pt x="45694" y="100572"/>
                        </a:lnTo>
                        <a:lnTo>
                          <a:pt x="73320" y="113986"/>
                        </a:lnTo>
                        <a:lnTo>
                          <a:pt x="91400" y="81707"/>
                        </a:lnTo>
                        <a:lnTo>
                          <a:pt x="97268" y="121187"/>
                        </a:lnTo>
                        <a:lnTo>
                          <a:pt x="106351" y="117070"/>
                        </a:lnTo>
                        <a:cubicBezTo>
                          <a:pt x="134043" y="107541"/>
                          <a:pt x="164326" y="108880"/>
                          <a:pt x="190634" y="123346"/>
                        </a:cubicBezTo>
                        <a:cubicBezTo>
                          <a:pt x="207077" y="132388"/>
                          <a:pt x="220021" y="145485"/>
                          <a:pt x="229075" y="160993"/>
                        </a:cubicBezTo>
                        <a:lnTo>
                          <a:pt x="240050" y="198873"/>
                        </a:lnTo>
                        <a:lnTo>
                          <a:pt x="238359" y="182883"/>
                        </a:lnTo>
                        <a:cubicBezTo>
                          <a:pt x="238828" y="147118"/>
                          <a:pt x="252137" y="112659"/>
                          <a:pt x="278547" y="86986"/>
                        </a:cubicBezTo>
                        <a:cubicBezTo>
                          <a:pt x="306717" y="59603"/>
                          <a:pt x="344458" y="47399"/>
                          <a:pt x="382704" y="49807"/>
                        </a:cubicBezTo>
                        <a:lnTo>
                          <a:pt x="395591" y="51848"/>
                        </a:lnTo>
                        <a:lnTo>
                          <a:pt x="389290" y="0"/>
                        </a:lnTo>
                        <a:lnTo>
                          <a:pt x="423307" y="34449"/>
                        </a:lnTo>
                        <a:lnTo>
                          <a:pt x="453503" y="7934"/>
                        </a:lnTo>
                        <a:lnTo>
                          <a:pt x="478427" y="68314"/>
                        </a:lnTo>
                        <a:lnTo>
                          <a:pt x="530866" y="63702"/>
                        </a:lnTo>
                        <a:lnTo>
                          <a:pt x="513967" y="132355"/>
                        </a:lnTo>
                        <a:lnTo>
                          <a:pt x="522908" y="148409"/>
                        </a:lnTo>
                        <a:cubicBezTo>
                          <a:pt x="548539" y="204625"/>
                          <a:pt x="540350" y="269997"/>
                          <a:pt x="497215" y="311928"/>
                        </a:cubicBezTo>
                        <a:cubicBezTo>
                          <a:pt x="440875" y="366697"/>
                          <a:pt x="346252" y="360742"/>
                          <a:pt x="285868" y="298626"/>
                        </a:cubicBezTo>
                        <a:cubicBezTo>
                          <a:pt x="274546" y="286979"/>
                          <a:pt x="265232" y="274185"/>
                          <a:pt x="257942" y="260722"/>
                        </a:cubicBezTo>
                        <a:lnTo>
                          <a:pt x="243355" y="221981"/>
                        </a:lnTo>
                        <a:lnTo>
                          <a:pt x="241042" y="247179"/>
                        </a:lnTo>
                        <a:cubicBezTo>
                          <a:pt x="238401" y="258577"/>
                          <a:pt x="234132" y="269892"/>
                          <a:pt x="228151" y="280770"/>
                        </a:cubicBezTo>
                        <a:cubicBezTo>
                          <a:pt x="220176" y="295272"/>
                          <a:pt x="209914" y="307623"/>
                          <a:pt x="198183" y="317539"/>
                        </a:cubicBezTo>
                        <a:lnTo>
                          <a:pt x="185347" y="324875"/>
                        </a:lnTo>
                        <a:lnTo>
                          <a:pt x="206425" y="319008"/>
                        </a:lnTo>
                        <a:cubicBezTo>
                          <a:pt x="274251" y="309783"/>
                          <a:pt x="337533" y="339272"/>
                          <a:pt x="369641" y="389197"/>
                        </a:cubicBezTo>
                        <a:lnTo>
                          <a:pt x="382040" y="422725"/>
                        </a:lnTo>
                        <a:lnTo>
                          <a:pt x="384504" y="412288"/>
                        </a:lnTo>
                        <a:cubicBezTo>
                          <a:pt x="398850" y="379904"/>
                          <a:pt x="429688" y="358236"/>
                          <a:pt x="464260" y="359990"/>
                        </a:cubicBezTo>
                        <a:cubicBezTo>
                          <a:pt x="499551" y="361781"/>
                          <a:pt x="528501" y="387462"/>
                          <a:pt x="538975" y="422210"/>
                        </a:cubicBezTo>
                        <a:lnTo>
                          <a:pt x="541251" y="432762"/>
                        </a:lnTo>
                        <a:lnTo>
                          <a:pt x="575317" y="456516"/>
                        </a:lnTo>
                        <a:lnTo>
                          <a:pt x="550383" y="474803"/>
                        </a:lnTo>
                        <a:lnTo>
                          <a:pt x="562783" y="511114"/>
                        </a:lnTo>
                        <a:lnTo>
                          <a:pt x="539178" y="511114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73" name="Freeform: Shape 72">
                    <a:extLst>
                      <a:ext uri="{FF2B5EF4-FFF2-40B4-BE49-F238E27FC236}">
                        <a16:creationId xmlns:a16="http://schemas.microsoft.com/office/drawing/2014/main" id="{C3F2651E-2903-4B3F-A55F-04EDE0171438}"/>
                      </a:ext>
                    </a:extLst>
                  </p:cNvPr>
                  <p:cNvSpPr/>
                  <p:nvPr/>
                </p:nvSpPr>
                <p:spPr>
                  <a:xfrm>
                    <a:off x="9218037" y="3218581"/>
                    <a:ext cx="494320" cy="578263"/>
                  </a:xfrm>
                  <a:custGeom>
                    <a:avLst/>
                    <a:gdLst>
                      <a:gd name="connsiteX0" fmla="*/ 537514 w 575317"/>
                      <a:gd name="connsiteY0" fmla="*/ 539503 h 673014"/>
                      <a:gd name="connsiteX1" fmla="*/ 520201 w 575317"/>
                      <a:gd name="connsiteY1" fmla="*/ 514175 h 673014"/>
                      <a:gd name="connsiteX2" fmla="*/ 515304 w 575317"/>
                      <a:gd name="connsiteY2" fmla="*/ 520071 h 673014"/>
                      <a:gd name="connsiteX3" fmla="*/ 454919 w 575317"/>
                      <a:gd name="connsiteY3" fmla="*/ 544028 h 673014"/>
                      <a:gd name="connsiteX4" fmla="*/ 387769 w 575317"/>
                      <a:gd name="connsiteY4" fmla="*/ 499945 h 673014"/>
                      <a:gd name="connsiteX5" fmla="*/ 386956 w 575317"/>
                      <a:gd name="connsiteY5" fmla="*/ 496300 h 673014"/>
                      <a:gd name="connsiteX6" fmla="*/ 372789 w 575317"/>
                      <a:gd name="connsiteY6" fmla="*/ 533728 h 673014"/>
                      <a:gd name="connsiteX7" fmla="*/ 305467 w 575317"/>
                      <a:gd name="connsiteY7" fmla="*/ 597583 h 673014"/>
                      <a:gd name="connsiteX8" fmla="*/ 287623 w 575317"/>
                      <a:gd name="connsiteY8" fmla="*/ 605092 h 673014"/>
                      <a:gd name="connsiteX9" fmla="*/ 257045 w 575317"/>
                      <a:gd name="connsiteY9" fmla="*/ 673014 h 673014"/>
                      <a:gd name="connsiteX10" fmla="*/ 216545 w 575317"/>
                      <a:gd name="connsiteY10" fmla="*/ 635127 h 673014"/>
                      <a:gd name="connsiteX11" fmla="*/ 156651 w 575317"/>
                      <a:gd name="connsiteY11" fmla="*/ 669020 h 673014"/>
                      <a:gd name="connsiteX12" fmla="*/ 148826 w 575317"/>
                      <a:gd name="connsiteY12" fmla="*/ 627412 h 673014"/>
                      <a:gd name="connsiteX13" fmla="*/ 98234 w 575317"/>
                      <a:gd name="connsiteY13" fmla="*/ 633891 h 673014"/>
                      <a:gd name="connsiteX14" fmla="*/ 137139 w 575317"/>
                      <a:gd name="connsiteY14" fmla="*/ 594978 h 673014"/>
                      <a:gd name="connsiteX15" fmla="*/ 125123 w 575317"/>
                      <a:gd name="connsiteY15" fmla="*/ 588299 h 673014"/>
                      <a:gd name="connsiteX16" fmla="*/ 62878 w 575317"/>
                      <a:gd name="connsiteY16" fmla="*/ 489802 h 673014"/>
                      <a:gd name="connsiteX17" fmla="*/ 118322 w 575317"/>
                      <a:gd name="connsiteY17" fmla="*/ 356825 h 673014"/>
                      <a:gd name="connsiteX18" fmla="*/ 142714 w 575317"/>
                      <a:gd name="connsiteY18" fmla="*/ 341993 h 673014"/>
                      <a:gd name="connsiteX19" fmla="*/ 116747 w 575317"/>
                      <a:gd name="connsiteY19" fmla="*/ 345560 h 673014"/>
                      <a:gd name="connsiteX20" fmla="*/ 75124 w 575317"/>
                      <a:gd name="connsiteY20" fmla="*/ 333424 h 673014"/>
                      <a:gd name="connsiteX21" fmla="*/ 23038 w 575317"/>
                      <a:gd name="connsiteY21" fmla="*/ 218149 h 673014"/>
                      <a:gd name="connsiteX22" fmla="*/ 26371 w 575317"/>
                      <a:gd name="connsiteY22" fmla="*/ 204507 h 673014"/>
                      <a:gd name="connsiteX23" fmla="*/ 0 w 575317"/>
                      <a:gd name="connsiteY23" fmla="*/ 157349 h 673014"/>
                      <a:gd name="connsiteX24" fmla="*/ 39573 w 575317"/>
                      <a:gd name="connsiteY24" fmla="*/ 150115 h 673014"/>
                      <a:gd name="connsiteX25" fmla="*/ 45694 w 575317"/>
                      <a:gd name="connsiteY25" fmla="*/ 100572 h 673014"/>
                      <a:gd name="connsiteX26" fmla="*/ 73320 w 575317"/>
                      <a:gd name="connsiteY26" fmla="*/ 113986 h 673014"/>
                      <a:gd name="connsiteX27" fmla="*/ 91400 w 575317"/>
                      <a:gd name="connsiteY27" fmla="*/ 81707 h 673014"/>
                      <a:gd name="connsiteX28" fmla="*/ 97268 w 575317"/>
                      <a:gd name="connsiteY28" fmla="*/ 121187 h 673014"/>
                      <a:gd name="connsiteX29" fmla="*/ 106351 w 575317"/>
                      <a:gd name="connsiteY29" fmla="*/ 117070 h 673014"/>
                      <a:gd name="connsiteX30" fmla="*/ 190634 w 575317"/>
                      <a:gd name="connsiteY30" fmla="*/ 123346 h 673014"/>
                      <a:gd name="connsiteX31" fmla="*/ 229075 w 575317"/>
                      <a:gd name="connsiteY31" fmla="*/ 160993 h 673014"/>
                      <a:gd name="connsiteX32" fmla="*/ 240050 w 575317"/>
                      <a:gd name="connsiteY32" fmla="*/ 198873 h 673014"/>
                      <a:gd name="connsiteX33" fmla="*/ 238359 w 575317"/>
                      <a:gd name="connsiteY33" fmla="*/ 182883 h 673014"/>
                      <a:gd name="connsiteX34" fmla="*/ 278547 w 575317"/>
                      <a:gd name="connsiteY34" fmla="*/ 86986 h 673014"/>
                      <a:gd name="connsiteX35" fmla="*/ 382704 w 575317"/>
                      <a:gd name="connsiteY35" fmla="*/ 49807 h 673014"/>
                      <a:gd name="connsiteX36" fmla="*/ 395591 w 575317"/>
                      <a:gd name="connsiteY36" fmla="*/ 51848 h 673014"/>
                      <a:gd name="connsiteX37" fmla="*/ 389290 w 575317"/>
                      <a:gd name="connsiteY37" fmla="*/ 0 h 673014"/>
                      <a:gd name="connsiteX38" fmla="*/ 423307 w 575317"/>
                      <a:gd name="connsiteY38" fmla="*/ 34449 h 673014"/>
                      <a:gd name="connsiteX39" fmla="*/ 453503 w 575317"/>
                      <a:gd name="connsiteY39" fmla="*/ 7934 h 673014"/>
                      <a:gd name="connsiteX40" fmla="*/ 478427 w 575317"/>
                      <a:gd name="connsiteY40" fmla="*/ 68314 h 673014"/>
                      <a:gd name="connsiteX41" fmla="*/ 530866 w 575317"/>
                      <a:gd name="connsiteY41" fmla="*/ 63702 h 673014"/>
                      <a:gd name="connsiteX42" fmla="*/ 513967 w 575317"/>
                      <a:gd name="connsiteY42" fmla="*/ 132355 h 673014"/>
                      <a:gd name="connsiteX43" fmla="*/ 522908 w 575317"/>
                      <a:gd name="connsiteY43" fmla="*/ 148409 h 673014"/>
                      <a:gd name="connsiteX44" fmla="*/ 497215 w 575317"/>
                      <a:gd name="connsiteY44" fmla="*/ 311928 h 673014"/>
                      <a:gd name="connsiteX45" fmla="*/ 285868 w 575317"/>
                      <a:gd name="connsiteY45" fmla="*/ 298626 h 673014"/>
                      <a:gd name="connsiteX46" fmla="*/ 257942 w 575317"/>
                      <a:gd name="connsiteY46" fmla="*/ 260722 h 673014"/>
                      <a:gd name="connsiteX47" fmla="*/ 243355 w 575317"/>
                      <a:gd name="connsiteY47" fmla="*/ 221981 h 673014"/>
                      <a:gd name="connsiteX48" fmla="*/ 241042 w 575317"/>
                      <a:gd name="connsiteY48" fmla="*/ 247179 h 673014"/>
                      <a:gd name="connsiteX49" fmla="*/ 228151 w 575317"/>
                      <a:gd name="connsiteY49" fmla="*/ 280770 h 673014"/>
                      <a:gd name="connsiteX50" fmla="*/ 198183 w 575317"/>
                      <a:gd name="connsiteY50" fmla="*/ 317539 h 673014"/>
                      <a:gd name="connsiteX51" fmla="*/ 185347 w 575317"/>
                      <a:gd name="connsiteY51" fmla="*/ 324875 h 673014"/>
                      <a:gd name="connsiteX52" fmla="*/ 206425 w 575317"/>
                      <a:gd name="connsiteY52" fmla="*/ 319008 h 673014"/>
                      <a:gd name="connsiteX53" fmla="*/ 369641 w 575317"/>
                      <a:gd name="connsiteY53" fmla="*/ 389197 h 673014"/>
                      <a:gd name="connsiteX54" fmla="*/ 382040 w 575317"/>
                      <a:gd name="connsiteY54" fmla="*/ 422725 h 673014"/>
                      <a:gd name="connsiteX55" fmla="*/ 384504 w 575317"/>
                      <a:gd name="connsiteY55" fmla="*/ 412288 h 673014"/>
                      <a:gd name="connsiteX56" fmla="*/ 464260 w 575317"/>
                      <a:gd name="connsiteY56" fmla="*/ 359990 h 673014"/>
                      <a:gd name="connsiteX57" fmla="*/ 538975 w 575317"/>
                      <a:gd name="connsiteY57" fmla="*/ 422210 h 673014"/>
                      <a:gd name="connsiteX58" fmla="*/ 541251 w 575317"/>
                      <a:gd name="connsiteY58" fmla="*/ 432762 h 673014"/>
                      <a:gd name="connsiteX59" fmla="*/ 575317 w 575317"/>
                      <a:gd name="connsiteY59" fmla="*/ 456516 h 673014"/>
                      <a:gd name="connsiteX60" fmla="*/ 550383 w 575317"/>
                      <a:gd name="connsiteY60" fmla="*/ 474803 h 673014"/>
                      <a:gd name="connsiteX61" fmla="*/ 562783 w 575317"/>
                      <a:gd name="connsiteY61" fmla="*/ 511114 h 673014"/>
                      <a:gd name="connsiteX62" fmla="*/ 539178 w 575317"/>
                      <a:gd name="connsiteY62" fmla="*/ 511114 h 6730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575317" h="673014">
                        <a:moveTo>
                          <a:pt x="537514" y="539503"/>
                        </a:moveTo>
                        <a:lnTo>
                          <a:pt x="520201" y="514175"/>
                        </a:lnTo>
                        <a:lnTo>
                          <a:pt x="515304" y="520071"/>
                        </a:lnTo>
                        <a:cubicBezTo>
                          <a:pt x="499355" y="535957"/>
                          <a:pt x="477966" y="545197"/>
                          <a:pt x="454919" y="544028"/>
                        </a:cubicBezTo>
                        <a:cubicBezTo>
                          <a:pt x="426110" y="542566"/>
                          <a:pt x="401526" y="525183"/>
                          <a:pt x="387769" y="499945"/>
                        </a:cubicBezTo>
                        <a:lnTo>
                          <a:pt x="386956" y="496300"/>
                        </a:lnTo>
                        <a:lnTo>
                          <a:pt x="372789" y="533728"/>
                        </a:lnTo>
                        <a:cubicBezTo>
                          <a:pt x="357717" y="560211"/>
                          <a:pt x="334355" y="582592"/>
                          <a:pt x="305467" y="597583"/>
                        </a:cubicBezTo>
                        <a:lnTo>
                          <a:pt x="287623" y="605092"/>
                        </a:lnTo>
                        <a:lnTo>
                          <a:pt x="257045" y="673014"/>
                        </a:lnTo>
                        <a:lnTo>
                          <a:pt x="216545" y="635127"/>
                        </a:lnTo>
                        <a:lnTo>
                          <a:pt x="156651" y="669020"/>
                        </a:lnTo>
                        <a:lnTo>
                          <a:pt x="148826" y="627412"/>
                        </a:lnTo>
                        <a:lnTo>
                          <a:pt x="98234" y="633891"/>
                        </a:lnTo>
                        <a:lnTo>
                          <a:pt x="137139" y="594978"/>
                        </a:lnTo>
                        <a:lnTo>
                          <a:pt x="125123" y="588299"/>
                        </a:lnTo>
                        <a:cubicBezTo>
                          <a:pt x="91835" y="565452"/>
                          <a:pt x="68456" y="530815"/>
                          <a:pt x="62878" y="489802"/>
                        </a:cubicBezTo>
                        <a:cubicBezTo>
                          <a:pt x="55905" y="438535"/>
                          <a:pt x="78395" y="389441"/>
                          <a:pt x="118322" y="356825"/>
                        </a:cubicBezTo>
                        <a:lnTo>
                          <a:pt x="142714" y="341993"/>
                        </a:lnTo>
                        <a:lnTo>
                          <a:pt x="116747" y="345560"/>
                        </a:lnTo>
                        <a:cubicBezTo>
                          <a:pt x="102426" y="344608"/>
                          <a:pt x="88278" y="340657"/>
                          <a:pt x="75124" y="333424"/>
                        </a:cubicBezTo>
                        <a:cubicBezTo>
                          <a:pt x="34839" y="311273"/>
                          <a:pt x="15551" y="264767"/>
                          <a:pt x="23038" y="218149"/>
                        </a:cubicBezTo>
                        <a:lnTo>
                          <a:pt x="26371" y="204507"/>
                        </a:lnTo>
                        <a:lnTo>
                          <a:pt x="0" y="157349"/>
                        </a:lnTo>
                        <a:lnTo>
                          <a:pt x="39573" y="150115"/>
                        </a:lnTo>
                        <a:lnTo>
                          <a:pt x="45694" y="100572"/>
                        </a:lnTo>
                        <a:lnTo>
                          <a:pt x="73320" y="113986"/>
                        </a:lnTo>
                        <a:lnTo>
                          <a:pt x="91400" y="81707"/>
                        </a:lnTo>
                        <a:lnTo>
                          <a:pt x="97268" y="121187"/>
                        </a:lnTo>
                        <a:lnTo>
                          <a:pt x="106351" y="117070"/>
                        </a:lnTo>
                        <a:cubicBezTo>
                          <a:pt x="134043" y="107541"/>
                          <a:pt x="164326" y="108880"/>
                          <a:pt x="190634" y="123346"/>
                        </a:cubicBezTo>
                        <a:cubicBezTo>
                          <a:pt x="207077" y="132388"/>
                          <a:pt x="220021" y="145485"/>
                          <a:pt x="229075" y="160993"/>
                        </a:cubicBezTo>
                        <a:lnTo>
                          <a:pt x="240050" y="198873"/>
                        </a:lnTo>
                        <a:lnTo>
                          <a:pt x="238359" y="182883"/>
                        </a:lnTo>
                        <a:cubicBezTo>
                          <a:pt x="238828" y="147118"/>
                          <a:pt x="252137" y="112659"/>
                          <a:pt x="278547" y="86986"/>
                        </a:cubicBezTo>
                        <a:cubicBezTo>
                          <a:pt x="306717" y="59603"/>
                          <a:pt x="344458" y="47399"/>
                          <a:pt x="382704" y="49807"/>
                        </a:cubicBezTo>
                        <a:lnTo>
                          <a:pt x="395591" y="51848"/>
                        </a:lnTo>
                        <a:lnTo>
                          <a:pt x="389290" y="0"/>
                        </a:lnTo>
                        <a:lnTo>
                          <a:pt x="423307" y="34449"/>
                        </a:lnTo>
                        <a:lnTo>
                          <a:pt x="453503" y="7934"/>
                        </a:lnTo>
                        <a:lnTo>
                          <a:pt x="478427" y="68314"/>
                        </a:lnTo>
                        <a:lnTo>
                          <a:pt x="530866" y="63702"/>
                        </a:lnTo>
                        <a:lnTo>
                          <a:pt x="513967" y="132355"/>
                        </a:lnTo>
                        <a:lnTo>
                          <a:pt x="522908" y="148409"/>
                        </a:lnTo>
                        <a:cubicBezTo>
                          <a:pt x="548539" y="204625"/>
                          <a:pt x="540350" y="269997"/>
                          <a:pt x="497215" y="311928"/>
                        </a:cubicBezTo>
                        <a:cubicBezTo>
                          <a:pt x="440875" y="366697"/>
                          <a:pt x="346252" y="360742"/>
                          <a:pt x="285868" y="298626"/>
                        </a:cubicBezTo>
                        <a:cubicBezTo>
                          <a:pt x="274546" y="286979"/>
                          <a:pt x="265232" y="274185"/>
                          <a:pt x="257942" y="260722"/>
                        </a:cubicBezTo>
                        <a:lnTo>
                          <a:pt x="243355" y="221981"/>
                        </a:lnTo>
                        <a:lnTo>
                          <a:pt x="241042" y="247179"/>
                        </a:lnTo>
                        <a:cubicBezTo>
                          <a:pt x="238401" y="258577"/>
                          <a:pt x="234132" y="269892"/>
                          <a:pt x="228151" y="280770"/>
                        </a:cubicBezTo>
                        <a:cubicBezTo>
                          <a:pt x="220176" y="295272"/>
                          <a:pt x="209914" y="307623"/>
                          <a:pt x="198183" y="317539"/>
                        </a:cubicBezTo>
                        <a:lnTo>
                          <a:pt x="185347" y="324875"/>
                        </a:lnTo>
                        <a:lnTo>
                          <a:pt x="206425" y="319008"/>
                        </a:lnTo>
                        <a:cubicBezTo>
                          <a:pt x="274251" y="309783"/>
                          <a:pt x="337533" y="339272"/>
                          <a:pt x="369641" y="389197"/>
                        </a:cubicBezTo>
                        <a:lnTo>
                          <a:pt x="382040" y="422725"/>
                        </a:lnTo>
                        <a:lnTo>
                          <a:pt x="384504" y="412288"/>
                        </a:lnTo>
                        <a:cubicBezTo>
                          <a:pt x="398850" y="379904"/>
                          <a:pt x="429688" y="358236"/>
                          <a:pt x="464260" y="359990"/>
                        </a:cubicBezTo>
                        <a:cubicBezTo>
                          <a:pt x="499551" y="361781"/>
                          <a:pt x="528501" y="387462"/>
                          <a:pt x="538975" y="422210"/>
                        </a:cubicBezTo>
                        <a:lnTo>
                          <a:pt x="541251" y="432762"/>
                        </a:lnTo>
                        <a:lnTo>
                          <a:pt x="575317" y="456516"/>
                        </a:lnTo>
                        <a:lnTo>
                          <a:pt x="550383" y="474803"/>
                        </a:lnTo>
                        <a:lnTo>
                          <a:pt x="562783" y="511114"/>
                        </a:lnTo>
                        <a:lnTo>
                          <a:pt x="539178" y="511114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74" name="Freeform: Shape 73">
                    <a:extLst>
                      <a:ext uri="{FF2B5EF4-FFF2-40B4-BE49-F238E27FC236}">
                        <a16:creationId xmlns:a16="http://schemas.microsoft.com/office/drawing/2014/main" id="{D3361C6E-3423-44D3-ACF5-7F82C1B8870E}"/>
                      </a:ext>
                    </a:extLst>
                  </p:cNvPr>
                  <p:cNvSpPr/>
                  <p:nvPr/>
                </p:nvSpPr>
                <p:spPr>
                  <a:xfrm>
                    <a:off x="11068336" y="5041911"/>
                    <a:ext cx="494320" cy="578263"/>
                  </a:xfrm>
                  <a:custGeom>
                    <a:avLst/>
                    <a:gdLst>
                      <a:gd name="connsiteX0" fmla="*/ 537514 w 575317"/>
                      <a:gd name="connsiteY0" fmla="*/ 539503 h 673014"/>
                      <a:gd name="connsiteX1" fmla="*/ 520201 w 575317"/>
                      <a:gd name="connsiteY1" fmla="*/ 514175 h 673014"/>
                      <a:gd name="connsiteX2" fmla="*/ 515304 w 575317"/>
                      <a:gd name="connsiteY2" fmla="*/ 520071 h 673014"/>
                      <a:gd name="connsiteX3" fmla="*/ 454919 w 575317"/>
                      <a:gd name="connsiteY3" fmla="*/ 544028 h 673014"/>
                      <a:gd name="connsiteX4" fmla="*/ 387769 w 575317"/>
                      <a:gd name="connsiteY4" fmla="*/ 499945 h 673014"/>
                      <a:gd name="connsiteX5" fmla="*/ 386956 w 575317"/>
                      <a:gd name="connsiteY5" fmla="*/ 496300 h 673014"/>
                      <a:gd name="connsiteX6" fmla="*/ 372789 w 575317"/>
                      <a:gd name="connsiteY6" fmla="*/ 533728 h 673014"/>
                      <a:gd name="connsiteX7" fmla="*/ 305467 w 575317"/>
                      <a:gd name="connsiteY7" fmla="*/ 597583 h 673014"/>
                      <a:gd name="connsiteX8" fmla="*/ 287623 w 575317"/>
                      <a:gd name="connsiteY8" fmla="*/ 605092 h 673014"/>
                      <a:gd name="connsiteX9" fmla="*/ 257045 w 575317"/>
                      <a:gd name="connsiteY9" fmla="*/ 673014 h 673014"/>
                      <a:gd name="connsiteX10" fmla="*/ 216545 w 575317"/>
                      <a:gd name="connsiteY10" fmla="*/ 635127 h 673014"/>
                      <a:gd name="connsiteX11" fmla="*/ 156651 w 575317"/>
                      <a:gd name="connsiteY11" fmla="*/ 669020 h 673014"/>
                      <a:gd name="connsiteX12" fmla="*/ 148826 w 575317"/>
                      <a:gd name="connsiteY12" fmla="*/ 627412 h 673014"/>
                      <a:gd name="connsiteX13" fmla="*/ 98234 w 575317"/>
                      <a:gd name="connsiteY13" fmla="*/ 633891 h 673014"/>
                      <a:gd name="connsiteX14" fmla="*/ 137139 w 575317"/>
                      <a:gd name="connsiteY14" fmla="*/ 594978 h 673014"/>
                      <a:gd name="connsiteX15" fmla="*/ 125123 w 575317"/>
                      <a:gd name="connsiteY15" fmla="*/ 588299 h 673014"/>
                      <a:gd name="connsiteX16" fmla="*/ 62878 w 575317"/>
                      <a:gd name="connsiteY16" fmla="*/ 489802 h 673014"/>
                      <a:gd name="connsiteX17" fmla="*/ 118322 w 575317"/>
                      <a:gd name="connsiteY17" fmla="*/ 356825 h 673014"/>
                      <a:gd name="connsiteX18" fmla="*/ 142714 w 575317"/>
                      <a:gd name="connsiteY18" fmla="*/ 341993 h 673014"/>
                      <a:gd name="connsiteX19" fmla="*/ 116747 w 575317"/>
                      <a:gd name="connsiteY19" fmla="*/ 345560 h 673014"/>
                      <a:gd name="connsiteX20" fmla="*/ 75124 w 575317"/>
                      <a:gd name="connsiteY20" fmla="*/ 333424 h 673014"/>
                      <a:gd name="connsiteX21" fmla="*/ 23038 w 575317"/>
                      <a:gd name="connsiteY21" fmla="*/ 218149 h 673014"/>
                      <a:gd name="connsiteX22" fmla="*/ 26371 w 575317"/>
                      <a:gd name="connsiteY22" fmla="*/ 204507 h 673014"/>
                      <a:gd name="connsiteX23" fmla="*/ 0 w 575317"/>
                      <a:gd name="connsiteY23" fmla="*/ 157349 h 673014"/>
                      <a:gd name="connsiteX24" fmla="*/ 39573 w 575317"/>
                      <a:gd name="connsiteY24" fmla="*/ 150115 h 673014"/>
                      <a:gd name="connsiteX25" fmla="*/ 45694 w 575317"/>
                      <a:gd name="connsiteY25" fmla="*/ 100572 h 673014"/>
                      <a:gd name="connsiteX26" fmla="*/ 73320 w 575317"/>
                      <a:gd name="connsiteY26" fmla="*/ 113986 h 673014"/>
                      <a:gd name="connsiteX27" fmla="*/ 91400 w 575317"/>
                      <a:gd name="connsiteY27" fmla="*/ 81707 h 673014"/>
                      <a:gd name="connsiteX28" fmla="*/ 97268 w 575317"/>
                      <a:gd name="connsiteY28" fmla="*/ 121187 h 673014"/>
                      <a:gd name="connsiteX29" fmla="*/ 106351 w 575317"/>
                      <a:gd name="connsiteY29" fmla="*/ 117070 h 673014"/>
                      <a:gd name="connsiteX30" fmla="*/ 190634 w 575317"/>
                      <a:gd name="connsiteY30" fmla="*/ 123346 h 673014"/>
                      <a:gd name="connsiteX31" fmla="*/ 229075 w 575317"/>
                      <a:gd name="connsiteY31" fmla="*/ 160993 h 673014"/>
                      <a:gd name="connsiteX32" fmla="*/ 240050 w 575317"/>
                      <a:gd name="connsiteY32" fmla="*/ 198873 h 673014"/>
                      <a:gd name="connsiteX33" fmla="*/ 238359 w 575317"/>
                      <a:gd name="connsiteY33" fmla="*/ 182883 h 673014"/>
                      <a:gd name="connsiteX34" fmla="*/ 278547 w 575317"/>
                      <a:gd name="connsiteY34" fmla="*/ 86986 h 673014"/>
                      <a:gd name="connsiteX35" fmla="*/ 382704 w 575317"/>
                      <a:gd name="connsiteY35" fmla="*/ 49807 h 673014"/>
                      <a:gd name="connsiteX36" fmla="*/ 395591 w 575317"/>
                      <a:gd name="connsiteY36" fmla="*/ 51848 h 673014"/>
                      <a:gd name="connsiteX37" fmla="*/ 389290 w 575317"/>
                      <a:gd name="connsiteY37" fmla="*/ 0 h 673014"/>
                      <a:gd name="connsiteX38" fmla="*/ 423307 w 575317"/>
                      <a:gd name="connsiteY38" fmla="*/ 34449 h 673014"/>
                      <a:gd name="connsiteX39" fmla="*/ 453503 w 575317"/>
                      <a:gd name="connsiteY39" fmla="*/ 7934 h 673014"/>
                      <a:gd name="connsiteX40" fmla="*/ 478427 w 575317"/>
                      <a:gd name="connsiteY40" fmla="*/ 68314 h 673014"/>
                      <a:gd name="connsiteX41" fmla="*/ 530866 w 575317"/>
                      <a:gd name="connsiteY41" fmla="*/ 63702 h 673014"/>
                      <a:gd name="connsiteX42" fmla="*/ 513967 w 575317"/>
                      <a:gd name="connsiteY42" fmla="*/ 132355 h 673014"/>
                      <a:gd name="connsiteX43" fmla="*/ 522908 w 575317"/>
                      <a:gd name="connsiteY43" fmla="*/ 148409 h 673014"/>
                      <a:gd name="connsiteX44" fmla="*/ 497215 w 575317"/>
                      <a:gd name="connsiteY44" fmla="*/ 311928 h 673014"/>
                      <a:gd name="connsiteX45" fmla="*/ 285868 w 575317"/>
                      <a:gd name="connsiteY45" fmla="*/ 298626 h 673014"/>
                      <a:gd name="connsiteX46" fmla="*/ 257942 w 575317"/>
                      <a:gd name="connsiteY46" fmla="*/ 260722 h 673014"/>
                      <a:gd name="connsiteX47" fmla="*/ 243355 w 575317"/>
                      <a:gd name="connsiteY47" fmla="*/ 221981 h 673014"/>
                      <a:gd name="connsiteX48" fmla="*/ 241042 w 575317"/>
                      <a:gd name="connsiteY48" fmla="*/ 247179 h 673014"/>
                      <a:gd name="connsiteX49" fmla="*/ 228151 w 575317"/>
                      <a:gd name="connsiteY49" fmla="*/ 280770 h 673014"/>
                      <a:gd name="connsiteX50" fmla="*/ 198183 w 575317"/>
                      <a:gd name="connsiteY50" fmla="*/ 317539 h 673014"/>
                      <a:gd name="connsiteX51" fmla="*/ 185347 w 575317"/>
                      <a:gd name="connsiteY51" fmla="*/ 324875 h 673014"/>
                      <a:gd name="connsiteX52" fmla="*/ 206425 w 575317"/>
                      <a:gd name="connsiteY52" fmla="*/ 319008 h 673014"/>
                      <a:gd name="connsiteX53" fmla="*/ 369641 w 575317"/>
                      <a:gd name="connsiteY53" fmla="*/ 389197 h 673014"/>
                      <a:gd name="connsiteX54" fmla="*/ 382040 w 575317"/>
                      <a:gd name="connsiteY54" fmla="*/ 422725 h 673014"/>
                      <a:gd name="connsiteX55" fmla="*/ 384504 w 575317"/>
                      <a:gd name="connsiteY55" fmla="*/ 412288 h 673014"/>
                      <a:gd name="connsiteX56" fmla="*/ 464260 w 575317"/>
                      <a:gd name="connsiteY56" fmla="*/ 359990 h 673014"/>
                      <a:gd name="connsiteX57" fmla="*/ 538975 w 575317"/>
                      <a:gd name="connsiteY57" fmla="*/ 422210 h 673014"/>
                      <a:gd name="connsiteX58" fmla="*/ 541251 w 575317"/>
                      <a:gd name="connsiteY58" fmla="*/ 432762 h 673014"/>
                      <a:gd name="connsiteX59" fmla="*/ 575317 w 575317"/>
                      <a:gd name="connsiteY59" fmla="*/ 456516 h 673014"/>
                      <a:gd name="connsiteX60" fmla="*/ 550383 w 575317"/>
                      <a:gd name="connsiteY60" fmla="*/ 474803 h 673014"/>
                      <a:gd name="connsiteX61" fmla="*/ 562783 w 575317"/>
                      <a:gd name="connsiteY61" fmla="*/ 511114 h 673014"/>
                      <a:gd name="connsiteX62" fmla="*/ 539178 w 575317"/>
                      <a:gd name="connsiteY62" fmla="*/ 511114 h 6730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575317" h="673014">
                        <a:moveTo>
                          <a:pt x="537514" y="539503"/>
                        </a:moveTo>
                        <a:lnTo>
                          <a:pt x="520201" y="514175"/>
                        </a:lnTo>
                        <a:lnTo>
                          <a:pt x="515304" y="520071"/>
                        </a:lnTo>
                        <a:cubicBezTo>
                          <a:pt x="499355" y="535957"/>
                          <a:pt x="477966" y="545197"/>
                          <a:pt x="454919" y="544028"/>
                        </a:cubicBezTo>
                        <a:cubicBezTo>
                          <a:pt x="426110" y="542566"/>
                          <a:pt x="401526" y="525183"/>
                          <a:pt x="387769" y="499945"/>
                        </a:cubicBezTo>
                        <a:lnTo>
                          <a:pt x="386956" y="496300"/>
                        </a:lnTo>
                        <a:lnTo>
                          <a:pt x="372789" y="533728"/>
                        </a:lnTo>
                        <a:cubicBezTo>
                          <a:pt x="357717" y="560211"/>
                          <a:pt x="334355" y="582592"/>
                          <a:pt x="305467" y="597583"/>
                        </a:cubicBezTo>
                        <a:lnTo>
                          <a:pt x="287623" y="605092"/>
                        </a:lnTo>
                        <a:lnTo>
                          <a:pt x="257045" y="673014"/>
                        </a:lnTo>
                        <a:lnTo>
                          <a:pt x="216545" y="635127"/>
                        </a:lnTo>
                        <a:lnTo>
                          <a:pt x="156651" y="669020"/>
                        </a:lnTo>
                        <a:lnTo>
                          <a:pt x="148826" y="627412"/>
                        </a:lnTo>
                        <a:lnTo>
                          <a:pt x="98234" y="633891"/>
                        </a:lnTo>
                        <a:lnTo>
                          <a:pt x="137139" y="594978"/>
                        </a:lnTo>
                        <a:lnTo>
                          <a:pt x="125123" y="588299"/>
                        </a:lnTo>
                        <a:cubicBezTo>
                          <a:pt x="91835" y="565452"/>
                          <a:pt x="68456" y="530815"/>
                          <a:pt x="62878" y="489802"/>
                        </a:cubicBezTo>
                        <a:cubicBezTo>
                          <a:pt x="55905" y="438535"/>
                          <a:pt x="78395" y="389441"/>
                          <a:pt x="118322" y="356825"/>
                        </a:cubicBezTo>
                        <a:lnTo>
                          <a:pt x="142714" y="341993"/>
                        </a:lnTo>
                        <a:lnTo>
                          <a:pt x="116747" y="345560"/>
                        </a:lnTo>
                        <a:cubicBezTo>
                          <a:pt x="102426" y="344608"/>
                          <a:pt x="88278" y="340657"/>
                          <a:pt x="75124" y="333424"/>
                        </a:cubicBezTo>
                        <a:cubicBezTo>
                          <a:pt x="34839" y="311273"/>
                          <a:pt x="15551" y="264767"/>
                          <a:pt x="23038" y="218149"/>
                        </a:cubicBezTo>
                        <a:lnTo>
                          <a:pt x="26371" y="204507"/>
                        </a:lnTo>
                        <a:lnTo>
                          <a:pt x="0" y="157349"/>
                        </a:lnTo>
                        <a:lnTo>
                          <a:pt x="39573" y="150115"/>
                        </a:lnTo>
                        <a:lnTo>
                          <a:pt x="45694" y="100572"/>
                        </a:lnTo>
                        <a:lnTo>
                          <a:pt x="73320" y="113986"/>
                        </a:lnTo>
                        <a:lnTo>
                          <a:pt x="91400" y="81707"/>
                        </a:lnTo>
                        <a:lnTo>
                          <a:pt x="97268" y="121187"/>
                        </a:lnTo>
                        <a:lnTo>
                          <a:pt x="106351" y="117070"/>
                        </a:lnTo>
                        <a:cubicBezTo>
                          <a:pt x="134043" y="107541"/>
                          <a:pt x="164326" y="108880"/>
                          <a:pt x="190634" y="123346"/>
                        </a:cubicBezTo>
                        <a:cubicBezTo>
                          <a:pt x="207077" y="132388"/>
                          <a:pt x="220021" y="145485"/>
                          <a:pt x="229075" y="160993"/>
                        </a:cubicBezTo>
                        <a:lnTo>
                          <a:pt x="240050" y="198873"/>
                        </a:lnTo>
                        <a:lnTo>
                          <a:pt x="238359" y="182883"/>
                        </a:lnTo>
                        <a:cubicBezTo>
                          <a:pt x="238828" y="147118"/>
                          <a:pt x="252137" y="112659"/>
                          <a:pt x="278547" y="86986"/>
                        </a:cubicBezTo>
                        <a:cubicBezTo>
                          <a:pt x="306717" y="59603"/>
                          <a:pt x="344458" y="47399"/>
                          <a:pt x="382704" y="49807"/>
                        </a:cubicBezTo>
                        <a:lnTo>
                          <a:pt x="395591" y="51848"/>
                        </a:lnTo>
                        <a:lnTo>
                          <a:pt x="389290" y="0"/>
                        </a:lnTo>
                        <a:lnTo>
                          <a:pt x="423307" y="34449"/>
                        </a:lnTo>
                        <a:lnTo>
                          <a:pt x="453503" y="7934"/>
                        </a:lnTo>
                        <a:lnTo>
                          <a:pt x="478427" y="68314"/>
                        </a:lnTo>
                        <a:lnTo>
                          <a:pt x="530866" y="63702"/>
                        </a:lnTo>
                        <a:lnTo>
                          <a:pt x="513967" y="132355"/>
                        </a:lnTo>
                        <a:lnTo>
                          <a:pt x="522908" y="148409"/>
                        </a:lnTo>
                        <a:cubicBezTo>
                          <a:pt x="548539" y="204625"/>
                          <a:pt x="540350" y="269997"/>
                          <a:pt x="497215" y="311928"/>
                        </a:cubicBezTo>
                        <a:cubicBezTo>
                          <a:pt x="440875" y="366697"/>
                          <a:pt x="346252" y="360742"/>
                          <a:pt x="285868" y="298626"/>
                        </a:cubicBezTo>
                        <a:cubicBezTo>
                          <a:pt x="274546" y="286979"/>
                          <a:pt x="265232" y="274185"/>
                          <a:pt x="257942" y="260722"/>
                        </a:cubicBezTo>
                        <a:lnTo>
                          <a:pt x="243355" y="221981"/>
                        </a:lnTo>
                        <a:lnTo>
                          <a:pt x="241042" y="247179"/>
                        </a:lnTo>
                        <a:cubicBezTo>
                          <a:pt x="238401" y="258577"/>
                          <a:pt x="234132" y="269892"/>
                          <a:pt x="228151" y="280770"/>
                        </a:cubicBezTo>
                        <a:cubicBezTo>
                          <a:pt x="220176" y="295272"/>
                          <a:pt x="209914" y="307623"/>
                          <a:pt x="198183" y="317539"/>
                        </a:cubicBezTo>
                        <a:lnTo>
                          <a:pt x="185347" y="324875"/>
                        </a:lnTo>
                        <a:lnTo>
                          <a:pt x="206425" y="319008"/>
                        </a:lnTo>
                        <a:cubicBezTo>
                          <a:pt x="274251" y="309783"/>
                          <a:pt x="337533" y="339272"/>
                          <a:pt x="369641" y="389197"/>
                        </a:cubicBezTo>
                        <a:lnTo>
                          <a:pt x="382040" y="422725"/>
                        </a:lnTo>
                        <a:lnTo>
                          <a:pt x="384504" y="412288"/>
                        </a:lnTo>
                        <a:cubicBezTo>
                          <a:pt x="398850" y="379904"/>
                          <a:pt x="429688" y="358236"/>
                          <a:pt x="464260" y="359990"/>
                        </a:cubicBezTo>
                        <a:cubicBezTo>
                          <a:pt x="499551" y="361781"/>
                          <a:pt x="528501" y="387462"/>
                          <a:pt x="538975" y="422210"/>
                        </a:cubicBezTo>
                        <a:lnTo>
                          <a:pt x="541251" y="432762"/>
                        </a:lnTo>
                        <a:lnTo>
                          <a:pt x="575317" y="456516"/>
                        </a:lnTo>
                        <a:lnTo>
                          <a:pt x="550383" y="474803"/>
                        </a:lnTo>
                        <a:lnTo>
                          <a:pt x="562783" y="511114"/>
                        </a:lnTo>
                        <a:lnTo>
                          <a:pt x="539178" y="511114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cxnSp>
                <p:nvCxnSpPr>
                  <p:cNvPr id="76" name="Straight Connector 75">
                    <a:extLst>
                      <a:ext uri="{FF2B5EF4-FFF2-40B4-BE49-F238E27FC236}">
                        <a16:creationId xmlns:a16="http://schemas.microsoft.com/office/drawing/2014/main" id="{BA709CFD-0CA3-4AEF-93C3-41AEB24160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405305" y="3399584"/>
                    <a:ext cx="0" cy="2149836"/>
                  </a:xfrm>
                  <a:prstGeom prst="line">
                    <a:avLst/>
                  </a:prstGeom>
                  <a:ln w="254000" cap="rnd">
                    <a:solidFill>
                      <a:schemeClr val="tx1">
                        <a:lumMod val="50000"/>
                        <a:lumOff val="50000"/>
                        <a:alpha val="48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24" name="Multiplication Sign 123">
                  <a:extLst>
                    <a:ext uri="{FF2B5EF4-FFF2-40B4-BE49-F238E27FC236}">
                      <a16:creationId xmlns:a16="http://schemas.microsoft.com/office/drawing/2014/main" id="{57633848-1A4D-4810-951C-BB2D7609DC72}"/>
                    </a:ext>
                  </a:extLst>
                </p:cNvPr>
                <p:cNvSpPr/>
                <p:nvPr/>
              </p:nvSpPr>
              <p:spPr>
                <a:xfrm>
                  <a:off x="5681819" y="6909849"/>
                  <a:ext cx="710223" cy="710222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sz="3200" dirty="0"/>
                </a:p>
              </p:txBody>
            </p:sp>
          </p:grpSp>
          <p:sp>
            <p:nvSpPr>
              <p:cNvPr id="125" name="L-Shape 124">
                <a:extLst>
                  <a:ext uri="{FF2B5EF4-FFF2-40B4-BE49-F238E27FC236}">
                    <a16:creationId xmlns:a16="http://schemas.microsoft.com/office/drawing/2014/main" id="{1B46BD6C-F92E-48BD-9BCB-254F5D135523}"/>
                  </a:ext>
                </a:extLst>
              </p:cNvPr>
              <p:cNvSpPr/>
              <p:nvPr/>
            </p:nvSpPr>
            <p:spPr>
              <a:xfrm rot="19168985">
                <a:off x="3907798" y="6900455"/>
                <a:ext cx="480260" cy="271262"/>
              </a:xfrm>
              <a:prstGeom prst="corner">
                <a:avLst>
                  <a:gd name="adj1" fmla="val 35105"/>
                  <a:gd name="adj2" fmla="val 35763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6" name="L-Shape 125">
                <a:extLst>
                  <a:ext uri="{FF2B5EF4-FFF2-40B4-BE49-F238E27FC236}">
                    <a16:creationId xmlns:a16="http://schemas.microsoft.com/office/drawing/2014/main" id="{146E7BAD-EE64-407C-AC70-B31396B6F453}"/>
                  </a:ext>
                </a:extLst>
              </p:cNvPr>
              <p:cNvSpPr/>
              <p:nvPr/>
            </p:nvSpPr>
            <p:spPr>
              <a:xfrm rot="19168985">
                <a:off x="3893547" y="5289734"/>
                <a:ext cx="480260" cy="271262"/>
              </a:xfrm>
              <a:prstGeom prst="corner">
                <a:avLst>
                  <a:gd name="adj1" fmla="val 35105"/>
                  <a:gd name="adj2" fmla="val 35763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</p:grp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85D170B-FAE8-4131-82BF-93F7EE951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43065" y="3617083"/>
            <a:ext cx="6153466" cy="607726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D34D31F-460F-41A2-B44D-67609EC0F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22922" y="-3520392"/>
            <a:ext cx="7054642" cy="703245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30D9422-F85F-4F2B-B7A6-0C32B5BFA9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7506" y="1711313"/>
            <a:ext cx="6942191" cy="7031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419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3F808C-EC23-41DC-B9CE-75FDED9AE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739578" y="3546419"/>
            <a:ext cx="4832598" cy="4603987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D29ED17-A308-494D-95D1-CA6560791DBC}"/>
              </a:ext>
            </a:extLst>
          </p:cNvPr>
          <p:cNvGrpSpPr/>
          <p:nvPr/>
        </p:nvGrpSpPr>
        <p:grpSpPr>
          <a:xfrm>
            <a:off x="-212963" y="-2182812"/>
            <a:ext cx="14480631" cy="11150600"/>
            <a:chOff x="11445637" y="-1219200"/>
            <a:chExt cx="14480631" cy="11150600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B15F24AA-9013-466D-9383-1E1744AA3CED}"/>
                </a:ext>
              </a:extLst>
            </p:cNvPr>
            <p:cNvSpPr/>
            <p:nvPr/>
          </p:nvSpPr>
          <p:spPr>
            <a:xfrm>
              <a:off x="11445637" y="-1219200"/>
              <a:ext cx="14480631" cy="11150600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8F4574BF-B852-46D3-A3AD-933831266D15}"/>
                </a:ext>
              </a:extLst>
            </p:cNvPr>
            <p:cNvSpPr/>
            <p:nvPr/>
          </p:nvSpPr>
          <p:spPr>
            <a:xfrm>
              <a:off x="19412891" y="9126037"/>
              <a:ext cx="6162674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#32 by Pedro PSI – 31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December 2020</a:t>
              </a:r>
            </a:p>
            <a:p>
              <a:pPr algn="r"/>
              <a:r>
                <a:rPr lang="en-US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</a:t>
              </a:r>
              <a:r>
                <a:rPr lang="en-US" i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CE7BC826-9D55-4E77-A765-CD0731D4FF00}"/>
                </a:ext>
              </a:extLst>
            </p:cNvPr>
            <p:cNvGrpSpPr/>
            <p:nvPr/>
          </p:nvGrpSpPr>
          <p:grpSpPr>
            <a:xfrm>
              <a:off x="12146353" y="2028969"/>
              <a:ext cx="2882962" cy="3198132"/>
              <a:chOff x="850485" y="2028969"/>
              <a:chExt cx="2882962" cy="3198132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0FE52EDD-5E6B-4C55-AE62-56DD7D47D2F8}"/>
                  </a:ext>
                </a:extLst>
              </p:cNvPr>
              <p:cNvGrpSpPr/>
              <p:nvPr/>
            </p:nvGrpSpPr>
            <p:grpSpPr>
              <a:xfrm>
                <a:off x="1041301" y="2028969"/>
                <a:ext cx="2224124" cy="2161260"/>
                <a:chOff x="680705" y="3093875"/>
                <a:chExt cx="2500130" cy="2429464"/>
              </a:xfrm>
            </p:grpSpPr>
            <p:grpSp>
              <p:nvGrpSpPr>
                <p:cNvPr id="133" name="Group 132">
                  <a:extLst>
                    <a:ext uri="{FF2B5EF4-FFF2-40B4-BE49-F238E27FC236}">
                      <a16:creationId xmlns:a16="http://schemas.microsoft.com/office/drawing/2014/main" id="{D753228D-7AD2-4A34-8E37-90798089C440}"/>
                    </a:ext>
                  </a:extLst>
                </p:cNvPr>
                <p:cNvGrpSpPr/>
                <p:nvPr/>
              </p:nvGrpSpPr>
              <p:grpSpPr>
                <a:xfrm>
                  <a:off x="937075" y="3315748"/>
                  <a:ext cx="1956288" cy="1956289"/>
                  <a:chOff x="2370891" y="851382"/>
                  <a:chExt cx="1956288" cy="1956289"/>
                </a:xfrm>
              </p:grpSpPr>
              <p:sp>
                <p:nvSpPr>
                  <p:cNvPr id="143" name="Rectangle 142">
                    <a:extLst>
                      <a:ext uri="{FF2B5EF4-FFF2-40B4-BE49-F238E27FC236}">
                        <a16:creationId xmlns:a16="http://schemas.microsoft.com/office/drawing/2014/main" id="{F98B0BF0-02B0-4464-B5E0-4814B661F60E}"/>
                      </a:ext>
                    </a:extLst>
                  </p:cNvPr>
                  <p:cNvSpPr/>
                  <p:nvPr/>
                </p:nvSpPr>
                <p:spPr>
                  <a:xfrm>
                    <a:off x="2370891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4" name="Rectangle 143">
                    <a:extLst>
                      <a:ext uri="{FF2B5EF4-FFF2-40B4-BE49-F238E27FC236}">
                        <a16:creationId xmlns:a16="http://schemas.microsoft.com/office/drawing/2014/main" id="{2F24D4B2-482B-42D7-A9F9-81192303B488}"/>
                      </a:ext>
                    </a:extLst>
                  </p:cNvPr>
                  <p:cNvSpPr/>
                  <p:nvPr/>
                </p:nvSpPr>
                <p:spPr>
                  <a:xfrm>
                    <a:off x="3349035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5" name="Rectangle 144">
                    <a:extLst>
                      <a:ext uri="{FF2B5EF4-FFF2-40B4-BE49-F238E27FC236}">
                        <a16:creationId xmlns:a16="http://schemas.microsoft.com/office/drawing/2014/main" id="{EE06485A-E18D-42C1-8FD3-3F9C87DF8C80}"/>
                      </a:ext>
                    </a:extLst>
                  </p:cNvPr>
                  <p:cNvSpPr/>
                  <p:nvPr/>
                </p:nvSpPr>
                <p:spPr>
                  <a:xfrm>
                    <a:off x="2370891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7FF89412-61E2-4403-9A34-03E08FF75743}"/>
                      </a:ext>
                    </a:extLst>
                  </p:cNvPr>
                  <p:cNvSpPr/>
                  <p:nvPr/>
                </p:nvSpPr>
                <p:spPr>
                  <a:xfrm>
                    <a:off x="3349035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134" name="Freeform: Shape 133">
                  <a:extLst>
                    <a:ext uri="{FF2B5EF4-FFF2-40B4-BE49-F238E27FC236}">
                      <a16:creationId xmlns:a16="http://schemas.microsoft.com/office/drawing/2014/main" id="{DA9F0DA1-A18E-494E-B14F-C16EFBAB0B36}"/>
                    </a:ext>
                  </a:extLst>
                </p:cNvPr>
                <p:cNvSpPr/>
                <p:nvPr/>
              </p:nvSpPr>
              <p:spPr>
                <a:xfrm rot="2700000" flipH="1">
                  <a:off x="1709442" y="3029748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35" name="Freeform: Shape 134">
                  <a:extLst>
                    <a:ext uri="{FF2B5EF4-FFF2-40B4-BE49-F238E27FC236}">
                      <a16:creationId xmlns:a16="http://schemas.microsoft.com/office/drawing/2014/main" id="{25EB1DE9-22DA-47B5-9894-6C5FB1E9F256}"/>
                    </a:ext>
                  </a:extLst>
                </p:cNvPr>
                <p:cNvSpPr/>
                <p:nvPr/>
              </p:nvSpPr>
              <p:spPr>
                <a:xfrm rot="2700000" flipH="1">
                  <a:off x="1679295" y="494700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36" name="Freeform: Shape 135">
                  <a:extLst>
                    <a:ext uri="{FF2B5EF4-FFF2-40B4-BE49-F238E27FC236}">
                      <a16:creationId xmlns:a16="http://schemas.microsoft.com/office/drawing/2014/main" id="{7C9D9919-43A5-40CB-9AA6-6F856DE1D9E2}"/>
                    </a:ext>
                  </a:extLst>
                </p:cNvPr>
                <p:cNvSpPr/>
                <p:nvPr/>
              </p:nvSpPr>
              <p:spPr>
                <a:xfrm rot="2700000" flipH="1">
                  <a:off x="2620542" y="4963046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37" name="Freeform: Shape 136">
                  <a:extLst>
                    <a:ext uri="{FF2B5EF4-FFF2-40B4-BE49-F238E27FC236}">
                      <a16:creationId xmlns:a16="http://schemas.microsoft.com/office/drawing/2014/main" id="{CC3D72BD-6B60-40AC-929A-C57B80A5FE15}"/>
                    </a:ext>
                  </a:extLst>
                </p:cNvPr>
                <p:cNvSpPr/>
                <p:nvPr/>
              </p:nvSpPr>
              <p:spPr>
                <a:xfrm rot="2700000" flipH="1">
                  <a:off x="744832" y="3972297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669A1064-18CB-4FC2-9A06-DA873EE533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1982507" y="432171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DE9318F6-A778-4084-A67B-E102DBE52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462600" y="4761019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0188EFCB-73F0-4EE8-9AA7-9172A49546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484126" y="3875936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28FEB4D9-6454-4B1B-8FBD-F66CDDAB49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525383" y="4892641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5DF97B7C-953D-472C-ACFD-38228E65AC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957608" y="5317438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1072CC8E-AD85-4C6C-A1A5-B16E3FD888A2}"/>
                  </a:ext>
                </a:extLst>
              </p:cNvPr>
              <p:cNvSpPr/>
              <p:nvPr/>
            </p:nvSpPr>
            <p:spPr>
              <a:xfrm>
                <a:off x="850485" y="4303771"/>
                <a:ext cx="288296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is on a mirror or rotationally symmetric path. Loops are allowed.</a:t>
                </a:r>
              </a:p>
            </p:txBody>
          </p:sp>
        </p:grp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A4555B3E-35B6-498B-9698-F78431FFB842}"/>
                </a:ext>
              </a:extLst>
            </p:cNvPr>
            <p:cNvSpPr/>
            <p:nvPr/>
          </p:nvSpPr>
          <p:spPr>
            <a:xfrm>
              <a:off x="15609870" y="-883762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27E136E-FE33-44AE-832F-39215266DE86}"/>
                </a:ext>
              </a:extLst>
            </p:cNvPr>
            <p:cNvSpPr/>
            <p:nvPr/>
          </p:nvSpPr>
          <p:spPr>
            <a:xfrm>
              <a:off x="12817348" y="474688"/>
              <a:ext cx="12346918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single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containing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least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ctr"/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Unless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otherwise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do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cross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dangle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en-US" sz="2400" dirty="0"/>
            </a:p>
          </p:txBody>
        </p: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74D2680A-CFA6-493C-BCD9-A1311E4915A9}"/>
                </a:ext>
              </a:extLst>
            </p:cNvPr>
            <p:cNvGrpSpPr/>
            <p:nvPr/>
          </p:nvGrpSpPr>
          <p:grpSpPr>
            <a:xfrm>
              <a:off x="11737764" y="5545824"/>
              <a:ext cx="3106300" cy="3348931"/>
              <a:chOff x="441896" y="5275638"/>
              <a:chExt cx="3106300" cy="3348931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9EA503F0-DD56-4AF2-8874-CB4C007DCE8B}"/>
                  </a:ext>
                </a:extLst>
              </p:cNvPr>
              <p:cNvSpPr/>
              <p:nvPr/>
            </p:nvSpPr>
            <p:spPr>
              <a:xfrm>
                <a:off x="704064" y="7701239"/>
                <a:ext cx="284413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 (no path could be drawn).</a:t>
                </a:r>
              </a:p>
            </p:txBody>
          </p:sp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106EFC40-7DDF-421C-B3DD-F50F5A30FBBD}"/>
                  </a:ext>
                </a:extLst>
              </p:cNvPr>
              <p:cNvGrpSpPr/>
              <p:nvPr/>
            </p:nvGrpSpPr>
            <p:grpSpPr>
              <a:xfrm>
                <a:off x="441896" y="5275638"/>
                <a:ext cx="3098020" cy="2437086"/>
                <a:chOff x="305559" y="5275638"/>
                <a:chExt cx="3098020" cy="2437086"/>
              </a:xfrm>
            </p:grpSpPr>
            <p:grpSp>
              <p:nvGrpSpPr>
                <p:cNvPr id="152" name="Group 151">
                  <a:extLst>
                    <a:ext uri="{FF2B5EF4-FFF2-40B4-BE49-F238E27FC236}">
                      <a16:creationId xmlns:a16="http://schemas.microsoft.com/office/drawing/2014/main" id="{FACDC6A8-34A0-479E-9DCC-9B8B8C0F3BD4}"/>
                    </a:ext>
                  </a:extLst>
                </p:cNvPr>
                <p:cNvGrpSpPr/>
                <p:nvPr/>
              </p:nvGrpSpPr>
              <p:grpSpPr>
                <a:xfrm>
                  <a:off x="305559" y="5275638"/>
                  <a:ext cx="2867845" cy="2437086"/>
                  <a:chOff x="5774138" y="3031405"/>
                  <a:chExt cx="3223730" cy="2739517"/>
                </a:xfrm>
              </p:grpSpPr>
              <p:grpSp>
                <p:nvGrpSpPr>
                  <p:cNvPr id="154" name="Group 153">
                    <a:extLst>
                      <a:ext uri="{FF2B5EF4-FFF2-40B4-BE49-F238E27FC236}">
                        <a16:creationId xmlns:a16="http://schemas.microsoft.com/office/drawing/2014/main" id="{F97E5378-B915-4992-94F1-9A3FE888E257}"/>
                      </a:ext>
                    </a:extLst>
                  </p:cNvPr>
                  <p:cNvGrpSpPr/>
                  <p:nvPr/>
                </p:nvGrpSpPr>
                <p:grpSpPr>
                  <a:xfrm>
                    <a:off x="6701633" y="3429330"/>
                    <a:ext cx="1956288" cy="1956289"/>
                    <a:chOff x="2370891" y="851382"/>
                    <a:chExt cx="1956288" cy="1956289"/>
                  </a:xfrm>
                </p:grpSpPr>
                <p:sp>
                  <p:nvSpPr>
                    <p:cNvPr id="163" name="Rectangle 162">
                      <a:extLst>
                        <a:ext uri="{FF2B5EF4-FFF2-40B4-BE49-F238E27FC236}">
                          <a16:creationId xmlns:a16="http://schemas.microsoft.com/office/drawing/2014/main" id="{27C589AB-0EAF-4C2B-AE1B-45F08DD06B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164" name="Rectangle 163">
                      <a:extLst>
                        <a:ext uri="{FF2B5EF4-FFF2-40B4-BE49-F238E27FC236}">
                          <a16:creationId xmlns:a16="http://schemas.microsoft.com/office/drawing/2014/main" id="{AA44ACEE-FB6B-443E-B5D5-B565A5DDAC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165" name="Rectangle 164">
                      <a:extLst>
                        <a:ext uri="{FF2B5EF4-FFF2-40B4-BE49-F238E27FC236}">
                          <a16:creationId xmlns:a16="http://schemas.microsoft.com/office/drawing/2014/main" id="{A8FD0D34-8FA3-4DEB-9400-D2021F228E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1829527"/>
                      <a:ext cx="978145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227" name="Rectangle 226">
                      <a:extLst>
                        <a:ext uri="{FF2B5EF4-FFF2-40B4-BE49-F238E27FC236}">
                          <a16:creationId xmlns:a16="http://schemas.microsoft.com/office/drawing/2014/main" id="{F009F9B3-4FE1-4EF0-B815-6EA6426F2D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1829527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</p:grpSp>
              <p:sp>
                <p:nvSpPr>
                  <p:cNvPr id="155" name="Freeform: Shape 154">
                    <a:extLst>
                      <a:ext uri="{FF2B5EF4-FFF2-40B4-BE49-F238E27FC236}">
                        <a16:creationId xmlns:a16="http://schemas.microsoft.com/office/drawing/2014/main" id="{87358B1B-82CC-4781-B7FF-D07D9248785C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6479286" y="5030475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156" name="Freeform: Shape 155">
                    <a:extLst>
                      <a:ext uri="{FF2B5EF4-FFF2-40B4-BE49-F238E27FC236}">
                        <a16:creationId xmlns:a16="http://schemas.microsoft.com/office/drawing/2014/main" id="{ED5BBB89-66B8-476A-BB26-D6200F998C2A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8396822" y="5030474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C5C59E27-B952-4C0C-BA1C-37BCD68BA0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714112" y="3399584"/>
                    <a:ext cx="0" cy="2149836"/>
                  </a:xfrm>
                  <a:prstGeom prst="line">
                    <a:avLst/>
                  </a:prstGeom>
                  <a:ln w="254000" cap="rnd">
                    <a:solidFill>
                      <a:schemeClr val="tx1">
                        <a:lumMod val="50000"/>
                        <a:lumOff val="50000"/>
                        <a:alpha val="48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8" name="Freeform: Shape 157">
                    <a:extLst>
                      <a:ext uri="{FF2B5EF4-FFF2-40B4-BE49-F238E27FC236}">
                        <a16:creationId xmlns:a16="http://schemas.microsoft.com/office/drawing/2014/main" id="{ED890D2E-8AB3-4A57-BC91-410360B0B937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6466082" y="3140965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161" name="Multiplication Sign 160">
                    <a:extLst>
                      <a:ext uri="{FF2B5EF4-FFF2-40B4-BE49-F238E27FC236}">
                        <a16:creationId xmlns:a16="http://schemas.microsoft.com/office/drawing/2014/main" id="{F15DAADC-A147-4AA6-8566-12C4169983CE}"/>
                      </a:ext>
                    </a:extLst>
                  </p:cNvPr>
                  <p:cNvSpPr/>
                  <p:nvPr/>
                </p:nvSpPr>
                <p:spPr>
                  <a:xfrm>
                    <a:off x="5774138" y="3031405"/>
                    <a:ext cx="798358" cy="798357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  <p:sp>
                <p:nvSpPr>
                  <p:cNvPr id="162" name="Multiplication Sign 161">
                    <a:extLst>
                      <a:ext uri="{FF2B5EF4-FFF2-40B4-BE49-F238E27FC236}">
                        <a16:creationId xmlns:a16="http://schemas.microsoft.com/office/drawing/2014/main" id="{2C29DBA5-EA1E-4B75-ACE6-D9F2FBE62507}"/>
                      </a:ext>
                    </a:extLst>
                  </p:cNvPr>
                  <p:cNvSpPr/>
                  <p:nvPr/>
                </p:nvSpPr>
                <p:spPr>
                  <a:xfrm>
                    <a:off x="5774138" y="4972565"/>
                    <a:ext cx="798358" cy="798357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</p:grpSp>
            <p:sp>
              <p:nvSpPr>
                <p:cNvPr id="153" name="L-Shape 152">
                  <a:extLst>
                    <a:ext uri="{FF2B5EF4-FFF2-40B4-BE49-F238E27FC236}">
                      <a16:creationId xmlns:a16="http://schemas.microsoft.com/office/drawing/2014/main" id="{8FB94C4E-5866-4654-A101-7727BF3693C9}"/>
                    </a:ext>
                  </a:extLst>
                </p:cNvPr>
                <p:cNvSpPr/>
                <p:nvPr/>
              </p:nvSpPr>
              <p:spPr>
                <a:xfrm rot="19168985">
                  <a:off x="2923319" y="6641339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</p:grpSp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79F8CF2C-ABAA-46BD-A0EC-1CEB3EBC3F39}"/>
                </a:ext>
              </a:extLst>
            </p:cNvPr>
            <p:cNvGrpSpPr/>
            <p:nvPr/>
          </p:nvGrpSpPr>
          <p:grpSpPr>
            <a:xfrm>
              <a:off x="15243652" y="1813180"/>
              <a:ext cx="2807852" cy="3413921"/>
              <a:chOff x="3947784" y="1813180"/>
              <a:chExt cx="2807852" cy="3413921"/>
            </a:xfrm>
          </p:grpSpPr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662537EE-1640-456D-BA27-E470B2586400}"/>
                  </a:ext>
                </a:extLst>
              </p:cNvPr>
              <p:cNvGrpSpPr/>
              <p:nvPr/>
            </p:nvGrpSpPr>
            <p:grpSpPr>
              <a:xfrm>
                <a:off x="4222789" y="1813180"/>
                <a:ext cx="2080252" cy="2416914"/>
                <a:chOff x="3680169" y="2876527"/>
                <a:chExt cx="2338404" cy="2716843"/>
              </a:xfrm>
            </p:grpSpPr>
            <p:grpSp>
              <p:nvGrpSpPr>
                <p:cNvPr id="231" name="Group 230">
                  <a:extLst>
                    <a:ext uri="{FF2B5EF4-FFF2-40B4-BE49-F238E27FC236}">
                      <a16:creationId xmlns:a16="http://schemas.microsoft.com/office/drawing/2014/main" id="{DF03DE11-AD2A-4A69-AF69-E3F749435F48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3850462" y="3361625"/>
                  <a:ext cx="1956288" cy="1956289"/>
                  <a:chOff x="2370891" y="851382"/>
                  <a:chExt cx="1956288" cy="1956289"/>
                </a:xfrm>
              </p:grpSpPr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BCF98F97-0269-4A45-853F-A6CF3E4FB40A}"/>
                      </a:ext>
                    </a:extLst>
                  </p:cNvPr>
                  <p:cNvSpPr/>
                  <p:nvPr/>
                </p:nvSpPr>
                <p:spPr>
                  <a:xfrm>
                    <a:off x="2370891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1" name="Rectangle 240">
                    <a:extLst>
                      <a:ext uri="{FF2B5EF4-FFF2-40B4-BE49-F238E27FC236}">
                        <a16:creationId xmlns:a16="http://schemas.microsoft.com/office/drawing/2014/main" id="{7F0CA5C6-6C89-4C1B-B89A-8833F4324515}"/>
                      </a:ext>
                    </a:extLst>
                  </p:cNvPr>
                  <p:cNvSpPr/>
                  <p:nvPr/>
                </p:nvSpPr>
                <p:spPr>
                  <a:xfrm>
                    <a:off x="3349035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PT" dirty="0"/>
                      <a:t>\</a:t>
                    </a:r>
                  </a:p>
                </p:txBody>
              </p:sp>
              <p:sp>
                <p:nvSpPr>
                  <p:cNvPr id="242" name="Rectangle 241">
                    <a:extLst>
                      <a:ext uri="{FF2B5EF4-FFF2-40B4-BE49-F238E27FC236}">
                        <a16:creationId xmlns:a16="http://schemas.microsoft.com/office/drawing/2014/main" id="{BCF42340-A95F-425A-9D55-3A4495999C27}"/>
                      </a:ext>
                    </a:extLst>
                  </p:cNvPr>
                  <p:cNvSpPr/>
                  <p:nvPr/>
                </p:nvSpPr>
                <p:spPr>
                  <a:xfrm>
                    <a:off x="2370891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3" name="Rectangle 242">
                    <a:extLst>
                      <a:ext uri="{FF2B5EF4-FFF2-40B4-BE49-F238E27FC236}">
                        <a16:creationId xmlns:a16="http://schemas.microsoft.com/office/drawing/2014/main" id="{CDAAFDAA-30A1-4780-8FEF-1FE545489949}"/>
                      </a:ext>
                    </a:extLst>
                  </p:cNvPr>
                  <p:cNvSpPr/>
                  <p:nvPr/>
                </p:nvSpPr>
                <p:spPr>
                  <a:xfrm>
                    <a:off x="3349035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D0D77981-13BE-4C7D-8C83-FBD298EE873A}"/>
                    </a:ext>
                  </a:extLst>
                </p:cNvPr>
                <p:cNvSpPr/>
                <p:nvPr/>
              </p:nvSpPr>
              <p:spPr>
                <a:xfrm rot="20700000">
                  <a:off x="4566276" y="4834386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85718CA0-0ADA-4F25-BC2D-3057B2DAE98A}"/>
                    </a:ext>
                  </a:extLst>
                </p:cNvPr>
                <p:cNvSpPr/>
                <p:nvPr/>
              </p:nvSpPr>
              <p:spPr>
                <a:xfrm rot="20700000">
                  <a:off x="3680169" y="3820843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9D674662-3133-49F0-BA58-1446EFC4FD01}"/>
                    </a:ext>
                  </a:extLst>
                </p:cNvPr>
                <p:cNvSpPr/>
                <p:nvPr/>
              </p:nvSpPr>
              <p:spPr>
                <a:xfrm rot="20700000">
                  <a:off x="5564851" y="3818914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DE0157A7-8A26-4F18-8867-1653EBA17B41}"/>
                    </a:ext>
                  </a:extLst>
                </p:cNvPr>
                <p:cNvSpPr/>
                <p:nvPr/>
              </p:nvSpPr>
              <p:spPr>
                <a:xfrm rot="20700000">
                  <a:off x="4721966" y="2876527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cxnSp>
              <p:nvCxnSpPr>
                <p:cNvPr id="236" name="Straight Connector 235">
                  <a:extLst>
                    <a:ext uri="{FF2B5EF4-FFF2-40B4-BE49-F238E27FC236}">
                      <a16:creationId xmlns:a16="http://schemas.microsoft.com/office/drawing/2014/main" id="{7C38A682-2820-434F-9F87-59D83EFE88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943764" y="3357631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Straight Connector 236">
                  <a:extLst>
                    <a:ext uri="{FF2B5EF4-FFF2-40B4-BE49-F238E27FC236}">
                      <a16:creationId xmlns:a16="http://schemas.microsoft.com/office/drawing/2014/main" id="{7100E140-1C1B-4B85-ABE7-1BC9B02A5D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032907" y="4338849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Straight Connector 237">
                  <a:extLst>
                    <a:ext uri="{FF2B5EF4-FFF2-40B4-BE49-F238E27FC236}">
                      <a16:creationId xmlns:a16="http://schemas.microsoft.com/office/drawing/2014/main" id="{E30CFAAC-0AA5-4609-A993-EDAFB5CA35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>
                  <a:off x="4442421" y="477126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Straight Connector 238">
                  <a:extLst>
                    <a:ext uri="{FF2B5EF4-FFF2-40B4-BE49-F238E27FC236}">
                      <a16:creationId xmlns:a16="http://schemas.microsoft.com/office/drawing/2014/main" id="{8812F29D-7EBE-4601-8641-B8AFF4DAED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>
                  <a:off x="5357723" y="376884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C649B06E-988E-49A2-AF65-5E6718E8BD05}"/>
                  </a:ext>
                </a:extLst>
              </p:cNvPr>
              <p:cNvSpPr/>
              <p:nvPr/>
            </p:nvSpPr>
            <p:spPr>
              <a:xfrm>
                <a:off x="3947784" y="4303771"/>
                <a:ext cx="280785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All paths under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Pears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are exact translations, and there is more than one.</a:t>
                </a:r>
              </a:p>
            </p:txBody>
          </p:sp>
        </p:grpSp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76625952-01BC-4DA9-A660-4019FB8E9BBA}"/>
                </a:ext>
              </a:extLst>
            </p:cNvPr>
            <p:cNvGrpSpPr/>
            <p:nvPr/>
          </p:nvGrpSpPr>
          <p:grpSpPr>
            <a:xfrm>
              <a:off x="15029315" y="5559920"/>
              <a:ext cx="3393319" cy="3334835"/>
              <a:chOff x="3733447" y="5289734"/>
              <a:chExt cx="3393319" cy="3334835"/>
            </a:xfrm>
          </p:grpSpPr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0B6041AD-7420-4097-9179-4225C136AFCF}"/>
                  </a:ext>
                </a:extLst>
              </p:cNvPr>
              <p:cNvSpPr/>
              <p:nvPr/>
            </p:nvSpPr>
            <p:spPr>
              <a:xfrm>
                <a:off x="3733447" y="7701239"/>
                <a:ext cx="3393319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(as if a path were drawn).</a:t>
                </a:r>
              </a:p>
            </p:txBody>
          </p:sp>
          <p:grpSp>
            <p:nvGrpSpPr>
              <p:cNvPr id="246" name="Group 245">
                <a:extLst>
                  <a:ext uri="{FF2B5EF4-FFF2-40B4-BE49-F238E27FC236}">
                    <a16:creationId xmlns:a16="http://schemas.microsoft.com/office/drawing/2014/main" id="{484DFF54-7262-46F0-BA4F-89E8C4E8A32E}"/>
                  </a:ext>
                </a:extLst>
              </p:cNvPr>
              <p:cNvGrpSpPr/>
              <p:nvPr/>
            </p:nvGrpSpPr>
            <p:grpSpPr>
              <a:xfrm>
                <a:off x="3767580" y="5289734"/>
                <a:ext cx="3135956" cy="2330337"/>
                <a:chOff x="3893547" y="5289734"/>
                <a:chExt cx="3135956" cy="2330337"/>
              </a:xfrm>
            </p:grpSpPr>
            <p:grpSp>
              <p:nvGrpSpPr>
                <p:cNvPr id="247" name="Group 246">
                  <a:extLst>
                    <a:ext uri="{FF2B5EF4-FFF2-40B4-BE49-F238E27FC236}">
                      <a16:creationId xmlns:a16="http://schemas.microsoft.com/office/drawing/2014/main" id="{1B581F31-A051-44B0-8800-C81A83FA0BEA}"/>
                    </a:ext>
                  </a:extLst>
                </p:cNvPr>
                <p:cNvGrpSpPr/>
                <p:nvPr/>
              </p:nvGrpSpPr>
              <p:grpSpPr>
                <a:xfrm>
                  <a:off x="4348756" y="5389203"/>
                  <a:ext cx="2680747" cy="2230868"/>
                  <a:chOff x="3711295" y="5389203"/>
                  <a:chExt cx="2680747" cy="2230868"/>
                </a:xfrm>
              </p:grpSpPr>
              <p:grpSp>
                <p:nvGrpSpPr>
                  <p:cNvPr id="250" name="Group 249">
                    <a:extLst>
                      <a:ext uri="{FF2B5EF4-FFF2-40B4-BE49-F238E27FC236}">
                        <a16:creationId xmlns:a16="http://schemas.microsoft.com/office/drawing/2014/main" id="{B7158712-2AAE-442F-BA63-204ADF7956F1}"/>
                      </a:ext>
                    </a:extLst>
                  </p:cNvPr>
                  <p:cNvGrpSpPr/>
                  <p:nvPr/>
                </p:nvGrpSpPr>
                <p:grpSpPr>
                  <a:xfrm>
                    <a:off x="3711295" y="5389203"/>
                    <a:ext cx="2085780" cy="2149700"/>
                    <a:chOff x="9218037" y="3218581"/>
                    <a:chExt cx="2344619" cy="2416470"/>
                  </a:xfrm>
                </p:grpSpPr>
                <p:grpSp>
                  <p:nvGrpSpPr>
                    <p:cNvPr id="252" name="Group 251">
                      <a:extLst>
                        <a:ext uri="{FF2B5EF4-FFF2-40B4-BE49-F238E27FC236}">
                          <a16:creationId xmlns:a16="http://schemas.microsoft.com/office/drawing/2014/main" id="{7231AD0B-0E89-4575-87BF-635D049421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427161" y="3429330"/>
                      <a:ext cx="1956288" cy="1956289"/>
                      <a:chOff x="2370891" y="851382"/>
                      <a:chExt cx="1956288" cy="1956289"/>
                    </a:xfrm>
                  </p:grpSpPr>
                  <p:sp>
                    <p:nvSpPr>
                      <p:cNvPr id="257" name="Rectangle 256">
                        <a:extLst>
                          <a:ext uri="{FF2B5EF4-FFF2-40B4-BE49-F238E27FC236}">
                            <a16:creationId xmlns:a16="http://schemas.microsoft.com/office/drawing/2014/main" id="{267019BF-347A-417B-821A-792DC015919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70891" y="851382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258" name="Rectangle 257">
                        <a:extLst>
                          <a:ext uri="{FF2B5EF4-FFF2-40B4-BE49-F238E27FC236}">
                            <a16:creationId xmlns:a16="http://schemas.microsoft.com/office/drawing/2014/main" id="{AA812D43-3B56-40B9-A64E-17FF8893E5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035" y="851382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259" name="Rectangle 258">
                        <a:extLst>
                          <a:ext uri="{FF2B5EF4-FFF2-40B4-BE49-F238E27FC236}">
                            <a16:creationId xmlns:a16="http://schemas.microsoft.com/office/drawing/2014/main" id="{8F7876F6-E240-4BC4-9699-5ED68CEF7C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70891" y="1829527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260" name="Rectangle 259">
                        <a:extLst>
                          <a:ext uri="{FF2B5EF4-FFF2-40B4-BE49-F238E27FC236}">
                            <a16:creationId xmlns:a16="http://schemas.microsoft.com/office/drawing/2014/main" id="{94DB220C-F28E-43D9-AA9D-A36895F403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035" y="1829527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</p:grpSp>
                <p:sp>
                  <p:nvSpPr>
                    <p:cNvPr id="253" name="Freeform: Shape 252">
                      <a:extLst>
                        <a:ext uri="{FF2B5EF4-FFF2-40B4-BE49-F238E27FC236}">
                          <a16:creationId xmlns:a16="http://schemas.microsoft.com/office/drawing/2014/main" id="{40D2E61C-599C-40A1-938D-993D56CEEA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27279" y="5056788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sp>
                  <p:nvSpPr>
                    <p:cNvPr id="254" name="Freeform: Shape 253">
                      <a:extLst>
                        <a:ext uri="{FF2B5EF4-FFF2-40B4-BE49-F238E27FC236}">
                          <a16:creationId xmlns:a16="http://schemas.microsoft.com/office/drawing/2014/main" id="{AD74DF94-A53D-4498-9C43-6192B79AA8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18037" y="3218581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sp>
                  <p:nvSpPr>
                    <p:cNvPr id="255" name="Freeform: Shape 254">
                      <a:extLst>
                        <a:ext uri="{FF2B5EF4-FFF2-40B4-BE49-F238E27FC236}">
                          <a16:creationId xmlns:a16="http://schemas.microsoft.com/office/drawing/2014/main" id="{FDF6F935-9A96-4651-BBD4-EFCA92B4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068336" y="5041911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cxnSp>
                  <p:nvCxnSpPr>
                    <p:cNvPr id="256" name="Straight Connector 255">
                      <a:extLst>
                        <a:ext uri="{FF2B5EF4-FFF2-40B4-BE49-F238E27FC236}">
                          <a16:creationId xmlns:a16="http://schemas.microsoft.com/office/drawing/2014/main" id="{1E1120B3-7B97-44EB-B054-52647655F0E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405305" y="3399584"/>
                      <a:ext cx="0" cy="2149836"/>
                    </a:xfrm>
                    <a:prstGeom prst="line">
                      <a:avLst/>
                    </a:prstGeom>
                    <a:ln w="254000" cap="rnd">
                      <a:solidFill>
                        <a:schemeClr val="tx1">
                          <a:lumMod val="50000"/>
                          <a:lumOff val="50000"/>
                          <a:alpha val="48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51" name="Multiplication Sign 250">
                    <a:extLst>
                      <a:ext uri="{FF2B5EF4-FFF2-40B4-BE49-F238E27FC236}">
                        <a16:creationId xmlns:a16="http://schemas.microsoft.com/office/drawing/2014/main" id="{F5041EB4-C855-49CD-BB36-0D10E78E1566}"/>
                      </a:ext>
                    </a:extLst>
                  </p:cNvPr>
                  <p:cNvSpPr/>
                  <p:nvPr/>
                </p:nvSpPr>
                <p:spPr>
                  <a:xfrm>
                    <a:off x="5681819" y="6909849"/>
                    <a:ext cx="710223" cy="710222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</p:grpSp>
            <p:sp>
              <p:nvSpPr>
                <p:cNvPr id="248" name="L-Shape 247">
                  <a:extLst>
                    <a:ext uri="{FF2B5EF4-FFF2-40B4-BE49-F238E27FC236}">
                      <a16:creationId xmlns:a16="http://schemas.microsoft.com/office/drawing/2014/main" id="{F6493333-0B0E-41B8-ACE9-A5221157CFC3}"/>
                    </a:ext>
                  </a:extLst>
                </p:cNvPr>
                <p:cNvSpPr/>
                <p:nvPr/>
              </p:nvSpPr>
              <p:spPr>
                <a:xfrm rot="19168985">
                  <a:off x="3907798" y="6900455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/>
                </a:p>
              </p:txBody>
            </p:sp>
            <p:sp>
              <p:nvSpPr>
                <p:cNvPr id="249" name="L-Shape 248">
                  <a:extLst>
                    <a:ext uri="{FF2B5EF4-FFF2-40B4-BE49-F238E27FC236}">
                      <a16:creationId xmlns:a16="http://schemas.microsoft.com/office/drawing/2014/main" id="{611483CC-18A4-4972-96F8-82A7E2431D2A}"/>
                    </a:ext>
                  </a:extLst>
                </p:cNvPr>
                <p:cNvSpPr/>
                <p:nvPr/>
              </p:nvSpPr>
              <p:spPr>
                <a:xfrm rot="19168985">
                  <a:off x="3893547" y="5289734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/>
                </a:p>
              </p:txBody>
            </p:sp>
          </p:grpSp>
        </p:grp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02FBAEFC-8A83-4574-B189-6FC281478292}"/>
                </a:ext>
              </a:extLst>
            </p:cNvPr>
            <p:cNvGrpSpPr/>
            <p:nvPr/>
          </p:nvGrpSpPr>
          <p:grpSpPr>
            <a:xfrm>
              <a:off x="19030860" y="1957390"/>
              <a:ext cx="6369988" cy="6372303"/>
              <a:chOff x="6716752" y="3313466"/>
              <a:chExt cx="6369988" cy="6372303"/>
            </a:xfrm>
          </p:grpSpPr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D9C3D3B9-D1C1-4402-80EE-6F69D5238F05}"/>
                  </a:ext>
                </a:extLst>
              </p:cNvPr>
              <p:cNvGrpSpPr/>
              <p:nvPr/>
            </p:nvGrpSpPr>
            <p:grpSpPr>
              <a:xfrm>
                <a:off x="6948748" y="3562672"/>
                <a:ext cx="5857490" cy="5839737"/>
                <a:chOff x="2370891" y="851382"/>
                <a:chExt cx="5857490" cy="5839737"/>
              </a:xfrm>
            </p:grpSpPr>
            <p:sp>
              <p:nvSpPr>
                <p:cNvPr id="278" name="Rectangle 277">
                  <a:extLst>
                    <a:ext uri="{FF2B5EF4-FFF2-40B4-BE49-F238E27FC236}">
                      <a16:creationId xmlns:a16="http://schemas.microsoft.com/office/drawing/2014/main" id="{5161F9EA-231D-4FFF-8DAD-179BA9A250BD}"/>
                    </a:ext>
                  </a:extLst>
                </p:cNvPr>
                <p:cNvSpPr/>
                <p:nvPr/>
              </p:nvSpPr>
              <p:spPr>
                <a:xfrm>
                  <a:off x="5293949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79" name="Rectangle 278">
                  <a:extLst>
                    <a:ext uri="{FF2B5EF4-FFF2-40B4-BE49-F238E27FC236}">
                      <a16:creationId xmlns:a16="http://schemas.microsoft.com/office/drawing/2014/main" id="{D261C627-FA34-4440-8138-5C264E78299B}"/>
                    </a:ext>
                  </a:extLst>
                </p:cNvPr>
                <p:cNvSpPr/>
                <p:nvPr/>
              </p:nvSpPr>
              <p:spPr>
                <a:xfrm>
                  <a:off x="5293949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0" name="Rectangle 279">
                  <a:extLst>
                    <a:ext uri="{FF2B5EF4-FFF2-40B4-BE49-F238E27FC236}">
                      <a16:creationId xmlns:a16="http://schemas.microsoft.com/office/drawing/2014/main" id="{01A19333-802B-4F61-9FD2-AD1A785F07EC}"/>
                    </a:ext>
                  </a:extLst>
                </p:cNvPr>
                <p:cNvSpPr/>
                <p:nvPr/>
              </p:nvSpPr>
              <p:spPr>
                <a:xfrm>
                  <a:off x="6272093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1" name="Rectangle 280">
                  <a:extLst>
                    <a:ext uri="{FF2B5EF4-FFF2-40B4-BE49-F238E27FC236}">
                      <a16:creationId xmlns:a16="http://schemas.microsoft.com/office/drawing/2014/main" id="{0E16C5B9-7BC7-47DE-9E5C-C98AB9B2A59C}"/>
                    </a:ext>
                  </a:extLst>
                </p:cNvPr>
                <p:cNvSpPr/>
                <p:nvPr/>
              </p:nvSpPr>
              <p:spPr>
                <a:xfrm>
                  <a:off x="7250237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2" name="Rectangle 281">
                  <a:extLst>
                    <a:ext uri="{FF2B5EF4-FFF2-40B4-BE49-F238E27FC236}">
                      <a16:creationId xmlns:a16="http://schemas.microsoft.com/office/drawing/2014/main" id="{20C55DB6-090E-43FB-9012-B607ABD62079}"/>
                    </a:ext>
                  </a:extLst>
                </p:cNvPr>
                <p:cNvSpPr/>
                <p:nvPr/>
              </p:nvSpPr>
              <p:spPr>
                <a:xfrm>
                  <a:off x="6272093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3" name="Rectangle 282">
                  <a:extLst>
                    <a:ext uri="{FF2B5EF4-FFF2-40B4-BE49-F238E27FC236}">
                      <a16:creationId xmlns:a16="http://schemas.microsoft.com/office/drawing/2014/main" id="{DF5E6879-8C1D-446C-AF77-2194800023B6}"/>
                    </a:ext>
                  </a:extLst>
                </p:cNvPr>
                <p:cNvSpPr/>
                <p:nvPr/>
              </p:nvSpPr>
              <p:spPr>
                <a:xfrm>
                  <a:off x="7250237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4" name="Rectangle 283">
                  <a:extLst>
                    <a:ext uri="{FF2B5EF4-FFF2-40B4-BE49-F238E27FC236}">
                      <a16:creationId xmlns:a16="http://schemas.microsoft.com/office/drawing/2014/main" id="{D088D91B-A36F-4F26-8B4A-8F19B5955CD1}"/>
                    </a:ext>
                  </a:extLst>
                </p:cNvPr>
                <p:cNvSpPr/>
                <p:nvPr/>
              </p:nvSpPr>
              <p:spPr>
                <a:xfrm>
                  <a:off x="5293949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5" name="Rectangle 284">
                  <a:extLst>
                    <a:ext uri="{FF2B5EF4-FFF2-40B4-BE49-F238E27FC236}">
                      <a16:creationId xmlns:a16="http://schemas.microsoft.com/office/drawing/2014/main" id="{812B56FA-A7B0-4568-A2C2-B80CC44E0411}"/>
                    </a:ext>
                  </a:extLst>
                </p:cNvPr>
                <p:cNvSpPr/>
                <p:nvPr/>
              </p:nvSpPr>
              <p:spPr>
                <a:xfrm>
                  <a:off x="5293949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6" name="Rectangle 285">
                  <a:extLst>
                    <a:ext uri="{FF2B5EF4-FFF2-40B4-BE49-F238E27FC236}">
                      <a16:creationId xmlns:a16="http://schemas.microsoft.com/office/drawing/2014/main" id="{85D01618-0EAE-4AC9-A6DE-D894D7810BDD}"/>
                    </a:ext>
                  </a:extLst>
                </p:cNvPr>
                <p:cNvSpPr/>
                <p:nvPr/>
              </p:nvSpPr>
              <p:spPr>
                <a:xfrm>
                  <a:off x="5293949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7" name="Rectangle 286">
                  <a:extLst>
                    <a:ext uri="{FF2B5EF4-FFF2-40B4-BE49-F238E27FC236}">
                      <a16:creationId xmlns:a16="http://schemas.microsoft.com/office/drawing/2014/main" id="{B53F7884-BA82-4B04-947E-82E6622D6C2E}"/>
                    </a:ext>
                  </a:extLst>
                </p:cNvPr>
                <p:cNvSpPr/>
                <p:nvPr/>
              </p:nvSpPr>
              <p:spPr>
                <a:xfrm>
                  <a:off x="6272093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8" name="Rectangle 287">
                  <a:extLst>
                    <a:ext uri="{FF2B5EF4-FFF2-40B4-BE49-F238E27FC236}">
                      <a16:creationId xmlns:a16="http://schemas.microsoft.com/office/drawing/2014/main" id="{BF3ECC1D-27CC-45F1-87FB-246E2453448D}"/>
                    </a:ext>
                  </a:extLst>
                </p:cNvPr>
                <p:cNvSpPr/>
                <p:nvPr/>
              </p:nvSpPr>
              <p:spPr>
                <a:xfrm>
                  <a:off x="7250237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Rectangle 288">
                  <a:extLst>
                    <a:ext uri="{FF2B5EF4-FFF2-40B4-BE49-F238E27FC236}">
                      <a16:creationId xmlns:a16="http://schemas.microsoft.com/office/drawing/2014/main" id="{D173A750-8807-4561-A968-5AA25255E96F}"/>
                    </a:ext>
                  </a:extLst>
                </p:cNvPr>
                <p:cNvSpPr/>
                <p:nvPr/>
              </p:nvSpPr>
              <p:spPr>
                <a:xfrm>
                  <a:off x="6272093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0" name="Rectangle 289">
                  <a:extLst>
                    <a:ext uri="{FF2B5EF4-FFF2-40B4-BE49-F238E27FC236}">
                      <a16:creationId xmlns:a16="http://schemas.microsoft.com/office/drawing/2014/main" id="{A1389732-26BC-45C3-8A17-5C26629C0DA8}"/>
                    </a:ext>
                  </a:extLst>
                </p:cNvPr>
                <p:cNvSpPr/>
                <p:nvPr/>
              </p:nvSpPr>
              <p:spPr>
                <a:xfrm>
                  <a:off x="7250237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1" name="Rectangle 290">
                  <a:extLst>
                    <a:ext uri="{FF2B5EF4-FFF2-40B4-BE49-F238E27FC236}">
                      <a16:creationId xmlns:a16="http://schemas.microsoft.com/office/drawing/2014/main" id="{895137A6-6A47-4E54-BB94-B2D9F2094B32}"/>
                    </a:ext>
                  </a:extLst>
                </p:cNvPr>
                <p:cNvSpPr/>
                <p:nvPr/>
              </p:nvSpPr>
              <p:spPr>
                <a:xfrm>
                  <a:off x="6272093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2" name="Rectangle 291">
                  <a:extLst>
                    <a:ext uri="{FF2B5EF4-FFF2-40B4-BE49-F238E27FC236}">
                      <a16:creationId xmlns:a16="http://schemas.microsoft.com/office/drawing/2014/main" id="{FCEADA90-8566-40F4-8624-3CAE2B3C2F57}"/>
                    </a:ext>
                  </a:extLst>
                </p:cNvPr>
                <p:cNvSpPr/>
                <p:nvPr/>
              </p:nvSpPr>
              <p:spPr>
                <a:xfrm>
                  <a:off x="7250237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3" name="Rectangle 292">
                  <a:extLst>
                    <a:ext uri="{FF2B5EF4-FFF2-40B4-BE49-F238E27FC236}">
                      <a16:creationId xmlns:a16="http://schemas.microsoft.com/office/drawing/2014/main" id="{C40EDA56-07D4-4280-BFF2-50A624CAB709}"/>
                    </a:ext>
                  </a:extLst>
                </p:cNvPr>
                <p:cNvSpPr/>
                <p:nvPr/>
              </p:nvSpPr>
              <p:spPr>
                <a:xfrm>
                  <a:off x="5293949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51F05537-2060-4B33-99CD-1A1C0E2E0C4C}"/>
                    </a:ext>
                  </a:extLst>
                </p:cNvPr>
                <p:cNvSpPr/>
                <p:nvPr/>
              </p:nvSpPr>
              <p:spPr>
                <a:xfrm>
                  <a:off x="6272093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0D385CBD-8D9F-4DFB-96A9-FF40D5D8D2EB}"/>
                    </a:ext>
                  </a:extLst>
                </p:cNvPr>
                <p:cNvSpPr/>
                <p:nvPr/>
              </p:nvSpPr>
              <p:spPr>
                <a:xfrm>
                  <a:off x="7250237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ABCB69DF-3BB8-4232-A14E-79C80F4F16EC}"/>
                    </a:ext>
                  </a:extLst>
                </p:cNvPr>
                <p:cNvSpPr/>
                <p:nvPr/>
              </p:nvSpPr>
              <p:spPr>
                <a:xfrm>
                  <a:off x="2370891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AFD025C6-1D91-4936-85C2-C5BA300C8AE7}"/>
                    </a:ext>
                  </a:extLst>
                </p:cNvPr>
                <p:cNvSpPr/>
                <p:nvPr/>
              </p:nvSpPr>
              <p:spPr>
                <a:xfrm>
                  <a:off x="3349035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B669305-B43D-4EA9-B785-C91575111D33}"/>
                    </a:ext>
                  </a:extLst>
                </p:cNvPr>
                <p:cNvSpPr/>
                <p:nvPr/>
              </p:nvSpPr>
              <p:spPr>
                <a:xfrm>
                  <a:off x="2370891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6E3C0184-97C0-45EB-B4B9-05C01F8B3A76}"/>
                    </a:ext>
                  </a:extLst>
                </p:cNvPr>
                <p:cNvSpPr/>
                <p:nvPr/>
              </p:nvSpPr>
              <p:spPr>
                <a:xfrm>
                  <a:off x="3349035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1402292C-723B-42B1-BB76-84FFFD2DD373}"/>
                    </a:ext>
                  </a:extLst>
                </p:cNvPr>
                <p:cNvSpPr/>
                <p:nvPr/>
              </p:nvSpPr>
              <p:spPr>
                <a:xfrm>
                  <a:off x="4327179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D6522878-D577-428F-BE7F-FAB80B5111DD}"/>
                    </a:ext>
                  </a:extLst>
                </p:cNvPr>
                <p:cNvSpPr/>
                <p:nvPr/>
              </p:nvSpPr>
              <p:spPr>
                <a:xfrm>
                  <a:off x="4327179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2C45A6E7-E221-4E7C-A05A-A97F2BCD9BA0}"/>
                    </a:ext>
                  </a:extLst>
                </p:cNvPr>
                <p:cNvSpPr/>
                <p:nvPr/>
              </p:nvSpPr>
              <p:spPr>
                <a:xfrm>
                  <a:off x="2370891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9D4B9EDE-CA27-437F-AB4C-7D59C5397982}"/>
                    </a:ext>
                  </a:extLst>
                </p:cNvPr>
                <p:cNvSpPr/>
                <p:nvPr/>
              </p:nvSpPr>
              <p:spPr>
                <a:xfrm>
                  <a:off x="3349035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31157E65-5381-43AE-9277-EB6E916D639F}"/>
                    </a:ext>
                  </a:extLst>
                </p:cNvPr>
                <p:cNvSpPr/>
                <p:nvPr/>
              </p:nvSpPr>
              <p:spPr>
                <a:xfrm>
                  <a:off x="2370891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5B815A70-E6E6-4E13-9CF3-B562B0E1E448}"/>
                    </a:ext>
                  </a:extLst>
                </p:cNvPr>
                <p:cNvSpPr/>
                <p:nvPr/>
              </p:nvSpPr>
              <p:spPr>
                <a:xfrm>
                  <a:off x="3349035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33E7D7AC-9D4A-4AFC-AD30-82E4D5DE84CA}"/>
                    </a:ext>
                  </a:extLst>
                </p:cNvPr>
                <p:cNvSpPr/>
                <p:nvPr/>
              </p:nvSpPr>
              <p:spPr>
                <a:xfrm>
                  <a:off x="4327179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EC1BAEF3-FFAC-4BC4-94FD-534CBFB7D1A7}"/>
                    </a:ext>
                  </a:extLst>
                </p:cNvPr>
                <p:cNvSpPr/>
                <p:nvPr/>
              </p:nvSpPr>
              <p:spPr>
                <a:xfrm>
                  <a:off x="4327179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3AAF7B50-B4A5-4887-9CFC-D9908A3193E5}"/>
                    </a:ext>
                  </a:extLst>
                </p:cNvPr>
                <p:cNvSpPr/>
                <p:nvPr/>
              </p:nvSpPr>
              <p:spPr>
                <a:xfrm>
                  <a:off x="2370891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0B4692E9-24B1-46A3-A55E-81F78C7A6C15}"/>
                    </a:ext>
                  </a:extLst>
                </p:cNvPr>
                <p:cNvSpPr/>
                <p:nvPr/>
              </p:nvSpPr>
              <p:spPr>
                <a:xfrm>
                  <a:off x="3349035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E7AEB477-64FB-4D93-B7E6-0D5041DC6320}"/>
                    </a:ext>
                  </a:extLst>
                </p:cNvPr>
                <p:cNvSpPr/>
                <p:nvPr/>
              </p:nvSpPr>
              <p:spPr>
                <a:xfrm>
                  <a:off x="4327179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E26DBE9B-BC49-48F0-96C7-57E4563CC57C}"/>
                    </a:ext>
                  </a:extLst>
                </p:cNvPr>
                <p:cNvSpPr/>
                <p:nvPr/>
              </p:nvSpPr>
              <p:spPr>
                <a:xfrm>
                  <a:off x="2370891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02FE89BE-D2E6-4528-964C-CBCECAF17824}"/>
                    </a:ext>
                  </a:extLst>
                </p:cNvPr>
                <p:cNvSpPr/>
                <p:nvPr/>
              </p:nvSpPr>
              <p:spPr>
                <a:xfrm>
                  <a:off x="3349035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A85BEA23-E899-4E6D-8096-8BF94AB516BB}"/>
                    </a:ext>
                  </a:extLst>
                </p:cNvPr>
                <p:cNvSpPr/>
                <p:nvPr/>
              </p:nvSpPr>
              <p:spPr>
                <a:xfrm>
                  <a:off x="4327179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73F0AA02-B785-4037-8375-D7A858B476D2}"/>
                  </a:ext>
                </a:extLst>
              </p:cNvPr>
              <p:cNvSpPr/>
              <p:nvPr/>
            </p:nvSpPr>
            <p:spPr>
              <a:xfrm rot="2607834" flipH="1">
                <a:off x="10632846" y="7119618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FAE540A4-4E5C-4027-955A-36D3FABC57C8}"/>
                  </a:ext>
                </a:extLst>
              </p:cNvPr>
              <p:cNvSpPr/>
              <p:nvPr/>
            </p:nvSpPr>
            <p:spPr>
              <a:xfrm rot="20876803">
                <a:off x="7656176" y="606512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FC809CC6-12B8-4D26-87DD-A90B7C2AEC71}"/>
                  </a:ext>
                </a:extLst>
              </p:cNvPr>
              <p:cNvSpPr/>
              <p:nvPr/>
            </p:nvSpPr>
            <p:spPr>
              <a:xfrm rot="2607834" flipH="1">
                <a:off x="8655807" y="7163316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3FF8CD8C-2BF6-41A6-B0AC-386A68FB887B}"/>
                  </a:ext>
                </a:extLst>
              </p:cNvPr>
              <p:cNvSpPr/>
              <p:nvPr/>
            </p:nvSpPr>
            <p:spPr>
              <a:xfrm rot="2700000" flipH="1">
                <a:off x="8735588" y="5104783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27BE54E1-E7DE-4A48-A4F1-1F6764B8761B}"/>
                  </a:ext>
                </a:extLst>
              </p:cNvPr>
              <p:cNvSpPr/>
              <p:nvPr/>
            </p:nvSpPr>
            <p:spPr>
              <a:xfrm rot="2700000" flipH="1">
                <a:off x="10691876" y="5135521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BF255A8D-F836-4F5A-A7F7-1B41DD6A9F77}"/>
                  </a:ext>
                </a:extLst>
              </p:cNvPr>
              <p:cNvSpPr/>
              <p:nvPr/>
            </p:nvSpPr>
            <p:spPr>
              <a:xfrm rot="20876803">
                <a:off x="9673362" y="799565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30739580-2EB5-46BE-A827-85EBEBD812A1}"/>
                  </a:ext>
                </a:extLst>
              </p:cNvPr>
              <p:cNvSpPr/>
              <p:nvPr/>
            </p:nvSpPr>
            <p:spPr>
              <a:xfrm rot="20876803">
                <a:off x="11633981" y="595328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DB2FA30A-E3FC-426F-972F-7E71A1747E33}"/>
                  </a:ext>
                </a:extLst>
              </p:cNvPr>
              <p:cNvSpPr/>
              <p:nvPr/>
            </p:nvSpPr>
            <p:spPr>
              <a:xfrm rot="20876803">
                <a:off x="9644945" y="3972537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0A787859-3669-499A-B483-6E5232854FBB}"/>
                  </a:ext>
                </a:extLst>
              </p:cNvPr>
              <p:cNvSpPr/>
              <p:nvPr/>
            </p:nvSpPr>
            <p:spPr>
              <a:xfrm rot="2700000">
                <a:off x="12485694" y="3283622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AF56E34F-B7B8-4088-A6F9-D441B0E314F3}"/>
                  </a:ext>
                </a:extLst>
              </p:cNvPr>
              <p:cNvSpPr/>
              <p:nvPr/>
            </p:nvSpPr>
            <p:spPr>
              <a:xfrm rot="2700000">
                <a:off x="12421806" y="8126972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F5B85015-9495-4EA0-ABBE-0FC7944B6ADF}"/>
                  </a:ext>
                </a:extLst>
              </p:cNvPr>
              <p:cNvSpPr/>
              <p:nvPr/>
            </p:nvSpPr>
            <p:spPr>
              <a:xfrm rot="2700000">
                <a:off x="6746596" y="8976981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ADB704CF-CA5C-48CF-B505-B0330B28EBEC}"/>
                  </a:ext>
                </a:extLst>
              </p:cNvPr>
              <p:cNvSpPr/>
              <p:nvPr/>
            </p:nvSpPr>
            <p:spPr>
              <a:xfrm rot="2700000">
                <a:off x="6746596" y="4196243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16536ADB-0FD3-43B7-BB8B-E058B37D7D75}"/>
                  </a:ext>
                </a:extLst>
              </p:cNvPr>
              <p:cNvSpPr/>
              <p:nvPr/>
            </p:nvSpPr>
            <p:spPr>
              <a:xfrm>
                <a:off x="12505722" y="6093140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A132DCB8-C067-4F60-8484-A2D3385824C5}"/>
                  </a:ext>
                </a:extLst>
              </p:cNvPr>
              <p:cNvSpPr/>
              <p:nvPr/>
            </p:nvSpPr>
            <p:spPr>
              <a:xfrm>
                <a:off x="9656402" y="9107506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2686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80E4490E-DE35-428A-A2AA-E367080A5094}"/>
              </a:ext>
            </a:extLst>
          </p:cNvPr>
          <p:cNvSpPr/>
          <p:nvPr/>
        </p:nvSpPr>
        <p:spPr>
          <a:xfrm>
            <a:off x="-1299131" y="-2809066"/>
            <a:ext cx="15194605" cy="117841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15E2B55-A327-479F-A6A1-2B7BFD6ABFD7}"/>
              </a:ext>
            </a:extLst>
          </p:cNvPr>
          <p:cNvGrpSpPr/>
          <p:nvPr/>
        </p:nvGrpSpPr>
        <p:grpSpPr>
          <a:xfrm>
            <a:off x="3075858" y="-381215"/>
            <a:ext cx="2372886" cy="2592982"/>
            <a:chOff x="3726301" y="201936"/>
            <a:chExt cx="2372886" cy="2592982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AE83AC7-19D2-4EAD-9931-A3327E0E9543}"/>
                </a:ext>
              </a:extLst>
            </p:cNvPr>
            <p:cNvGrpSpPr/>
            <p:nvPr/>
          </p:nvGrpSpPr>
          <p:grpSpPr>
            <a:xfrm>
              <a:off x="3882057" y="533935"/>
              <a:ext cx="1956288" cy="1956289"/>
              <a:chOff x="2370891" y="851382"/>
              <a:chExt cx="1956288" cy="1956289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F4D7BC51-6C65-4AE6-9C0A-8873618A29EE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A9B68425-5179-42DB-8EE3-67A3D6D5E314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254660E3-C7B2-459A-A953-10AA5838644E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F50DAB0-A811-42C9-8FD2-B6D1EBD8A384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C87B939-D05E-4DA0-B185-FD885519F46E}"/>
                </a:ext>
              </a:extLst>
            </p:cNvPr>
            <p:cNvSpPr/>
            <p:nvPr/>
          </p:nvSpPr>
          <p:spPr>
            <a:xfrm rot="7313666">
              <a:off x="3632476" y="325170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19E92CE-D535-4152-BC0F-4D731186488B}"/>
                </a:ext>
              </a:extLst>
            </p:cNvPr>
            <p:cNvSpPr/>
            <p:nvPr/>
          </p:nvSpPr>
          <p:spPr>
            <a:xfrm rot="7313666">
              <a:off x="5507178" y="300036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A0C15E08-3D73-48CA-8042-BF9C8ECABFBD}"/>
                </a:ext>
              </a:extLst>
            </p:cNvPr>
            <p:cNvSpPr/>
            <p:nvPr/>
          </p:nvSpPr>
          <p:spPr>
            <a:xfrm rot="7313666">
              <a:off x="3628201" y="218811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CEE42CE5-3EFE-4B78-AD68-DD8CE3E67C1D}"/>
                </a:ext>
              </a:extLst>
            </p:cNvPr>
            <p:cNvSpPr/>
            <p:nvPr/>
          </p:nvSpPr>
          <p:spPr>
            <a:xfrm rot="7313666">
              <a:off x="5475524" y="220290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295B9770-4FF2-421B-B489-164BFB5BA0FC}"/>
                </a:ext>
              </a:extLst>
            </p:cNvPr>
            <p:cNvCxnSpPr>
              <a:cxnSpLocks/>
            </p:cNvCxnSpPr>
            <p:nvPr/>
          </p:nvCxnSpPr>
          <p:spPr>
            <a:xfrm>
              <a:off x="3947531" y="2490223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35FC5B68-29DE-4342-BB80-9CCA82D8DAB8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26" y="578657"/>
              <a:ext cx="0" cy="1796409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140C435D-D8B5-4AC7-9956-D95BB89BCCD2}"/>
                </a:ext>
              </a:extLst>
            </p:cNvPr>
            <p:cNvCxnSpPr>
              <a:cxnSpLocks/>
            </p:cNvCxnSpPr>
            <p:nvPr/>
          </p:nvCxnSpPr>
          <p:spPr>
            <a:xfrm>
              <a:off x="5838345" y="578657"/>
              <a:ext cx="0" cy="1796409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9FFB341-4CEF-4909-9216-B5158DBC9F11}"/>
              </a:ext>
            </a:extLst>
          </p:cNvPr>
          <p:cNvGrpSpPr/>
          <p:nvPr/>
        </p:nvGrpSpPr>
        <p:grpSpPr>
          <a:xfrm>
            <a:off x="6516464" y="4345880"/>
            <a:ext cx="2561629" cy="2460712"/>
            <a:chOff x="6436237" y="3170809"/>
            <a:chExt cx="2561629" cy="2460712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6B349FEF-12E0-41D3-BE28-475103C89C36}"/>
                </a:ext>
              </a:extLst>
            </p:cNvPr>
            <p:cNvGrpSpPr/>
            <p:nvPr/>
          </p:nvGrpSpPr>
          <p:grpSpPr>
            <a:xfrm>
              <a:off x="6701632" y="3429330"/>
              <a:ext cx="1956288" cy="1956289"/>
              <a:chOff x="2370891" y="851382"/>
              <a:chExt cx="1956288" cy="1956289"/>
            </a:xfrm>
          </p:grpSpPr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301099A2-2E97-4E36-BBAC-3516860143AD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0329A471-21B0-42A4-A1F2-9F39D60B2031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3E0BB4B9-5C57-4BE5-94CC-567E5976283F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BF512A21-9BA9-429C-9F29-5AA2753BC613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6DE7AAB-A09D-41A6-8631-E7742D7F015B}"/>
                </a:ext>
              </a:extLst>
            </p:cNvPr>
            <p:cNvSpPr/>
            <p:nvPr/>
          </p:nvSpPr>
          <p:spPr>
            <a:xfrm rot="2700000">
              <a:off x="6479285" y="503047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26538A02-3B1E-4C3B-8458-CB8A31406326}"/>
                </a:ext>
              </a:extLst>
            </p:cNvPr>
            <p:cNvSpPr/>
            <p:nvPr/>
          </p:nvSpPr>
          <p:spPr>
            <a:xfrm rot="2700000">
              <a:off x="8396820" y="50304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12E38BF5-7E40-4BD0-AE52-7D620D5311ED}"/>
                </a:ext>
              </a:extLst>
            </p:cNvPr>
            <p:cNvCxnSpPr>
              <a:cxnSpLocks/>
            </p:cNvCxnSpPr>
            <p:nvPr/>
          </p:nvCxnSpPr>
          <p:spPr>
            <a:xfrm>
              <a:off x="7714111" y="3399584"/>
              <a:ext cx="0" cy="2149836"/>
            </a:xfrm>
            <a:prstGeom prst="line">
              <a:avLst/>
            </a:prstGeom>
            <a:ln w="254000" cap="rnd">
              <a:solidFill>
                <a:schemeClr val="tx1">
                  <a:lumMod val="50000"/>
                  <a:lumOff val="50000"/>
                  <a:alpha val="48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46CB120F-9B0B-47DA-AE1B-8462D946446E}"/>
                </a:ext>
              </a:extLst>
            </p:cNvPr>
            <p:cNvSpPr/>
            <p:nvPr/>
          </p:nvSpPr>
          <p:spPr>
            <a:xfrm rot="2700000">
              <a:off x="6466081" y="314096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08D63B7-487C-4176-A3A9-7F043F899FD8}"/>
              </a:ext>
            </a:extLst>
          </p:cNvPr>
          <p:cNvGrpSpPr/>
          <p:nvPr/>
        </p:nvGrpSpPr>
        <p:grpSpPr>
          <a:xfrm>
            <a:off x="10135411" y="4374310"/>
            <a:ext cx="2344619" cy="2416470"/>
            <a:chOff x="9218037" y="3218581"/>
            <a:chExt cx="2344619" cy="241647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FED25F4-F87E-47E3-A817-C252F8397023}"/>
                </a:ext>
              </a:extLst>
            </p:cNvPr>
            <p:cNvGrpSpPr/>
            <p:nvPr/>
          </p:nvGrpSpPr>
          <p:grpSpPr>
            <a:xfrm>
              <a:off x="9427161" y="3429330"/>
              <a:ext cx="1956288" cy="1956289"/>
              <a:chOff x="2370891" y="851382"/>
              <a:chExt cx="1956288" cy="1956289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A5422626-5941-466F-9F82-3520E375DCDC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D6975CA9-4F4B-4599-9B37-30E6017886DD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AC759CEC-1895-44C9-88CA-DD650345B83B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293E3EE4-874B-4109-A920-0386984EFF12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5F22EB5D-C8DA-48DB-977D-D0C44EC4579F}"/>
                </a:ext>
              </a:extLst>
            </p:cNvPr>
            <p:cNvSpPr/>
            <p:nvPr/>
          </p:nvSpPr>
          <p:spPr>
            <a:xfrm>
              <a:off x="9227279" y="505678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412E7DB2-DC7C-49D2-8815-C3EE5DA60FE7}"/>
                </a:ext>
              </a:extLst>
            </p:cNvPr>
            <p:cNvSpPr/>
            <p:nvPr/>
          </p:nvSpPr>
          <p:spPr>
            <a:xfrm>
              <a:off x="9218037" y="321858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8507549C-8B10-4AAD-B68D-7E8ADAB577C4}"/>
                </a:ext>
              </a:extLst>
            </p:cNvPr>
            <p:cNvSpPr/>
            <p:nvPr/>
          </p:nvSpPr>
          <p:spPr>
            <a:xfrm>
              <a:off x="11068336" y="504191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CD13C10C-3E44-45DA-AF00-8DE4304F1CC1}"/>
                </a:ext>
              </a:extLst>
            </p:cNvPr>
            <p:cNvCxnSpPr>
              <a:cxnSpLocks/>
            </p:cNvCxnSpPr>
            <p:nvPr/>
          </p:nvCxnSpPr>
          <p:spPr>
            <a:xfrm>
              <a:off x="10405305" y="3399584"/>
              <a:ext cx="0" cy="2149836"/>
            </a:xfrm>
            <a:prstGeom prst="line">
              <a:avLst/>
            </a:prstGeom>
            <a:ln w="254000" cap="rnd">
              <a:solidFill>
                <a:schemeClr val="tx1">
                  <a:lumMod val="50000"/>
                  <a:lumOff val="50000"/>
                  <a:alpha val="48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B03FEA4-C7B9-4FB4-802F-B54DF6309957}"/>
              </a:ext>
            </a:extLst>
          </p:cNvPr>
          <p:cNvGrpSpPr/>
          <p:nvPr/>
        </p:nvGrpSpPr>
        <p:grpSpPr>
          <a:xfrm>
            <a:off x="10292644" y="6670"/>
            <a:ext cx="1956288" cy="1956289"/>
            <a:chOff x="6701632" y="533935"/>
            <a:chExt cx="1956288" cy="1956289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0E51892E-D706-4CDE-BA44-C01BE78B9EF9}"/>
                </a:ext>
              </a:extLst>
            </p:cNvPr>
            <p:cNvGrpSpPr/>
            <p:nvPr/>
          </p:nvGrpSpPr>
          <p:grpSpPr>
            <a:xfrm>
              <a:off x="6701632" y="533935"/>
              <a:ext cx="1956288" cy="1956289"/>
              <a:chOff x="2370891" y="851382"/>
              <a:chExt cx="1956288" cy="1956289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43FD9205-E1FC-4082-AF51-0FE4FED91C46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1F355E07-878B-4C4A-9807-7A3817BB2B4C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58AA98C3-05CD-4E8A-B013-467F4DA005DD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AFF1D9B6-4EE0-426A-9C3A-B42EC147AA29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C9F9AA49-96FA-4884-9046-CE5899210B21}"/>
                </a:ext>
              </a:extLst>
            </p:cNvPr>
            <p:cNvSpPr/>
            <p:nvPr/>
          </p:nvSpPr>
          <p:spPr>
            <a:xfrm rot="19185010">
              <a:off x="7350008" y="1227183"/>
              <a:ext cx="728206" cy="49039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3772BE16-D7B6-43C1-885A-0A014738F389}"/>
                </a:ext>
              </a:extLst>
            </p:cNvPr>
            <p:cNvCxnSpPr>
              <a:cxnSpLocks/>
            </p:cNvCxnSpPr>
            <p:nvPr/>
          </p:nvCxnSpPr>
          <p:spPr>
            <a:xfrm>
              <a:off x="6701632" y="1512079"/>
              <a:ext cx="1956288" cy="0"/>
            </a:xfrm>
            <a:prstGeom prst="line">
              <a:avLst/>
            </a:prstGeom>
            <a:ln w="254000" cap="rnd">
              <a:solidFill>
                <a:schemeClr val="tx1">
                  <a:lumMod val="50000"/>
                  <a:lumOff val="50000"/>
                  <a:alpha val="48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2370FB-0B79-4EF1-A019-23798FA79BBC}"/>
              </a:ext>
            </a:extLst>
          </p:cNvPr>
          <p:cNvGrpSpPr/>
          <p:nvPr/>
        </p:nvGrpSpPr>
        <p:grpSpPr>
          <a:xfrm>
            <a:off x="2987962" y="4176366"/>
            <a:ext cx="2338404" cy="2716843"/>
            <a:chOff x="3680169" y="2876527"/>
            <a:chExt cx="2338404" cy="2716843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1CDB0F7F-9DC3-4FDA-AC4B-91BEC43310DF}"/>
                </a:ext>
              </a:extLst>
            </p:cNvPr>
            <p:cNvGrpSpPr/>
            <p:nvPr/>
          </p:nvGrpSpPr>
          <p:grpSpPr>
            <a:xfrm rot="5400000" flipH="1">
              <a:off x="3850462" y="3361625"/>
              <a:ext cx="1956288" cy="1956289"/>
              <a:chOff x="2370891" y="851382"/>
              <a:chExt cx="1956288" cy="195628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4671FB09-A554-4EE2-9B76-BCA809CD1FBD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81E0367-F8EC-400C-A13C-29EBABCC847F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A6C2D4F6-C8D9-4D6E-BBFC-D01A07FD8C9F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036E3346-819E-4527-B395-E0D880158618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EE4B2482-052F-4003-AE41-7A44D1221F65}"/>
                </a:ext>
              </a:extLst>
            </p:cNvPr>
            <p:cNvSpPr/>
            <p:nvPr/>
          </p:nvSpPr>
          <p:spPr>
            <a:xfrm rot="20700000">
              <a:off x="4566276" y="4834386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3B329F4C-32B3-4DED-A6C7-1C2E0861CD96}"/>
                </a:ext>
              </a:extLst>
            </p:cNvPr>
            <p:cNvSpPr/>
            <p:nvPr/>
          </p:nvSpPr>
          <p:spPr>
            <a:xfrm rot="20700000">
              <a:off x="3680169" y="382084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F0D2C1B-8C14-461D-A60A-27D1C2E29CDB}"/>
                </a:ext>
              </a:extLst>
            </p:cNvPr>
            <p:cNvSpPr/>
            <p:nvPr/>
          </p:nvSpPr>
          <p:spPr>
            <a:xfrm rot="20700000">
              <a:off x="5564851" y="381891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5C5CD3CD-E422-4D82-96B4-0478CE27818D}"/>
                </a:ext>
              </a:extLst>
            </p:cNvPr>
            <p:cNvSpPr/>
            <p:nvPr/>
          </p:nvSpPr>
          <p:spPr>
            <a:xfrm rot="20700000">
              <a:off x="4721966" y="2876527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38328425-50E9-491C-A520-C151D2389C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43764" y="3357631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430B80D4-3430-4BCA-82D0-B206F93D83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2907" y="4338849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7D0444E9-7BFA-4BE7-BA14-F742E1F135C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442421" y="4771264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FFFD8CE4-1626-4E0D-89DE-1CD95DB2EA1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357723" y="3768842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D579483-DEAE-4E23-B58E-126307E6EABB}"/>
              </a:ext>
            </a:extLst>
          </p:cNvPr>
          <p:cNvGrpSpPr/>
          <p:nvPr/>
        </p:nvGrpSpPr>
        <p:grpSpPr>
          <a:xfrm>
            <a:off x="-455018" y="-186180"/>
            <a:ext cx="2423468" cy="2311279"/>
            <a:chOff x="671803" y="398056"/>
            <a:chExt cx="2423468" cy="2311279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F37A91B-BFA2-4693-8F95-37A1C96A7619}"/>
                </a:ext>
              </a:extLst>
            </p:cNvPr>
            <p:cNvGrpSpPr/>
            <p:nvPr/>
          </p:nvGrpSpPr>
          <p:grpSpPr>
            <a:xfrm>
              <a:off x="905393" y="533935"/>
              <a:ext cx="1956288" cy="1956289"/>
              <a:chOff x="2370891" y="851382"/>
              <a:chExt cx="1956288" cy="1956289"/>
            </a:xfrm>
          </p:grpSpPr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DA884D57-205F-4539-8A6F-B22B337AC60D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C8A01639-CB79-4BFB-9553-7E0D3EC49A85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B7427C5E-2D49-43ED-B2D1-44A50A4251C5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A7262357-0935-4AB4-A877-6CA1A0205978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77B5F2D-534E-4577-A230-7EAEA6FB81BE}"/>
                </a:ext>
              </a:extLst>
            </p:cNvPr>
            <p:cNvSpPr/>
            <p:nvPr/>
          </p:nvSpPr>
          <p:spPr>
            <a:xfrm rot="2750059">
              <a:off x="700213" y="224270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3FEFE41B-A898-466F-92F7-5FD6BCD89BCB}"/>
                </a:ext>
              </a:extLst>
            </p:cNvPr>
            <p:cNvSpPr/>
            <p:nvPr/>
          </p:nvSpPr>
          <p:spPr>
            <a:xfrm rot="2750059">
              <a:off x="2628635" y="224270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47A1924-7448-4C45-BDD8-FF5356BC6D7F}"/>
                </a:ext>
              </a:extLst>
            </p:cNvPr>
            <p:cNvSpPr/>
            <p:nvPr/>
          </p:nvSpPr>
          <p:spPr>
            <a:xfrm rot="2750059">
              <a:off x="719967" y="40961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482C46A-7EE5-4279-A902-62B54A18D3A2}"/>
                </a:ext>
              </a:extLst>
            </p:cNvPr>
            <p:cNvSpPr/>
            <p:nvPr/>
          </p:nvSpPr>
          <p:spPr>
            <a:xfrm rot="2750059">
              <a:off x="2620057" y="36964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CCA9FD4D-8AC9-43AE-A82F-267317EE0EF3}"/>
                </a:ext>
              </a:extLst>
            </p:cNvPr>
            <p:cNvCxnSpPr>
              <a:cxnSpLocks/>
            </p:cNvCxnSpPr>
            <p:nvPr/>
          </p:nvCxnSpPr>
          <p:spPr>
            <a:xfrm>
              <a:off x="860994" y="2504894"/>
              <a:ext cx="2042734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F297B135-D5E9-4F91-9AD7-34D62DD3CEF0}"/>
                </a:ext>
              </a:extLst>
            </p:cNvPr>
            <p:cNvCxnSpPr>
              <a:cxnSpLocks/>
            </p:cNvCxnSpPr>
            <p:nvPr/>
          </p:nvCxnSpPr>
          <p:spPr>
            <a:xfrm>
              <a:off x="860994" y="602680"/>
              <a:ext cx="2042734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AC3BC4F-9157-4C70-B304-CAECF0857176}"/>
              </a:ext>
            </a:extLst>
          </p:cNvPr>
          <p:cNvGrpSpPr/>
          <p:nvPr/>
        </p:nvGrpSpPr>
        <p:grpSpPr>
          <a:xfrm>
            <a:off x="-337134" y="4272337"/>
            <a:ext cx="2500130" cy="2429464"/>
            <a:chOff x="680705" y="3093875"/>
            <a:chExt cx="2500130" cy="2429464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17D70FF-5CDE-4297-AD5E-7D47422DB87B}"/>
                </a:ext>
              </a:extLst>
            </p:cNvPr>
            <p:cNvGrpSpPr/>
            <p:nvPr/>
          </p:nvGrpSpPr>
          <p:grpSpPr>
            <a:xfrm>
              <a:off x="937075" y="3315748"/>
              <a:ext cx="1956288" cy="1956289"/>
              <a:chOff x="2370891" y="851382"/>
              <a:chExt cx="1956288" cy="1956289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6AD87D3F-CCE7-4459-AE17-A5247625F0E1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3A219580-E983-4779-864E-5F6C353A6C12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B506B380-1389-4AB4-8C4D-EEA102282C77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3753281B-496F-4AD9-8533-3E0C91197D81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763853A7-4AD1-4444-82C1-2440088CD96B}"/>
                </a:ext>
              </a:extLst>
            </p:cNvPr>
            <p:cNvSpPr/>
            <p:nvPr/>
          </p:nvSpPr>
          <p:spPr>
            <a:xfrm rot="2700000" flipH="1">
              <a:off x="1709442" y="302974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CDF0BF6-CA74-42B1-B073-396A07594232}"/>
                </a:ext>
              </a:extLst>
            </p:cNvPr>
            <p:cNvSpPr/>
            <p:nvPr/>
          </p:nvSpPr>
          <p:spPr>
            <a:xfrm rot="2700000" flipH="1">
              <a:off x="1679295" y="49470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A087FCE-B9A1-46C3-B940-75E646D9C541}"/>
                </a:ext>
              </a:extLst>
            </p:cNvPr>
            <p:cNvSpPr/>
            <p:nvPr/>
          </p:nvSpPr>
          <p:spPr>
            <a:xfrm rot="2700000" flipH="1">
              <a:off x="2620542" y="496304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5EC5F32-8353-4519-B847-C405F5345A14}"/>
                </a:ext>
              </a:extLst>
            </p:cNvPr>
            <p:cNvSpPr/>
            <p:nvPr/>
          </p:nvSpPr>
          <p:spPr>
            <a:xfrm rot="2700000" flipH="1">
              <a:off x="744832" y="397229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0E546D13-2624-40EC-B04E-2D608B029B0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82507" y="4321712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29D82C00-586F-4CC7-8F2F-278C31CD9F2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62600" y="4761019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92119422-E140-4D9B-9CBA-14D47B90DA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484126" y="387593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8DAE4E6-A25C-4960-9521-84354508F45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5383" y="4892641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94707A14-9AD3-4415-B62B-E3279E65AC9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957608" y="5317438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FAE9C1B-E111-4878-9838-E73AD303B0AB}"/>
              </a:ext>
            </a:extLst>
          </p:cNvPr>
          <p:cNvGrpSpPr/>
          <p:nvPr/>
        </p:nvGrpSpPr>
        <p:grpSpPr>
          <a:xfrm>
            <a:off x="6556152" y="-461752"/>
            <a:ext cx="2396733" cy="2617471"/>
            <a:chOff x="6376535" y="18394"/>
            <a:chExt cx="2396733" cy="2617471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A1F2F1BC-657B-4534-82B7-40B3D83CD0F2}"/>
                </a:ext>
              </a:extLst>
            </p:cNvPr>
            <p:cNvGrpSpPr/>
            <p:nvPr/>
          </p:nvGrpSpPr>
          <p:grpSpPr>
            <a:xfrm>
              <a:off x="6645611" y="419850"/>
              <a:ext cx="1956288" cy="1956289"/>
              <a:chOff x="2370891" y="851382"/>
              <a:chExt cx="1956288" cy="1956289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F80BF312-884B-4ECB-8E12-AC71770C6F42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98427470-E377-49D1-88B4-648794F2627C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883DD83E-C2A2-463B-9F4B-CD1D306707E1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BB3C628A-D904-46FC-9503-0259741B26B9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E0E38CB3-DAA0-4CA3-86DA-5EC39CBA03E0}"/>
                </a:ext>
              </a:extLst>
            </p:cNvPr>
            <p:cNvSpPr/>
            <p:nvPr/>
          </p:nvSpPr>
          <p:spPr>
            <a:xfrm rot="8358001">
              <a:off x="6391629" y="1887055"/>
              <a:ext cx="538148" cy="748810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E8C543FA-726E-42B4-9A33-34E53189F438}"/>
                </a:ext>
              </a:extLst>
            </p:cNvPr>
            <p:cNvSpPr/>
            <p:nvPr/>
          </p:nvSpPr>
          <p:spPr>
            <a:xfrm rot="8358001">
              <a:off x="8235120" y="18394"/>
              <a:ext cx="538148" cy="748810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DFF57165-E798-4492-B70F-EC073FF24B66}"/>
                </a:ext>
              </a:extLst>
            </p:cNvPr>
            <p:cNvSpPr/>
            <p:nvPr/>
          </p:nvSpPr>
          <p:spPr>
            <a:xfrm rot="8358001">
              <a:off x="6376535" y="38145"/>
              <a:ext cx="538148" cy="748810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C04F35E1-E1C4-4B50-A285-9A0281840989}"/>
                </a:ext>
              </a:extLst>
            </p:cNvPr>
            <p:cNvSpPr/>
            <p:nvPr/>
          </p:nvSpPr>
          <p:spPr>
            <a:xfrm rot="8358001">
              <a:off x="8221705" y="1880534"/>
              <a:ext cx="538148" cy="748810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DA133005-2364-49B4-A508-CDC856F32E52}"/>
                </a:ext>
              </a:extLst>
            </p:cNvPr>
            <p:cNvCxnSpPr>
              <a:cxnSpLocks/>
            </p:cNvCxnSpPr>
            <p:nvPr/>
          </p:nvCxnSpPr>
          <p:spPr>
            <a:xfrm>
              <a:off x="6657176" y="406324"/>
              <a:ext cx="0" cy="1968899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22C0C266-0BB4-42C1-B0EF-2B3011A15D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1378" y="2361697"/>
              <a:ext cx="1929433" cy="27052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247E8091-FA85-4408-B59B-B67E05938061}"/>
                </a:ext>
              </a:extLst>
            </p:cNvPr>
            <p:cNvCxnSpPr>
              <a:cxnSpLocks/>
            </p:cNvCxnSpPr>
            <p:nvPr/>
          </p:nvCxnSpPr>
          <p:spPr>
            <a:xfrm>
              <a:off x="8601899" y="406324"/>
              <a:ext cx="0" cy="1968899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D493EBA2-5464-44E1-918E-2C7FC2047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8533" y="406324"/>
              <a:ext cx="1929433" cy="27052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8" name="Rectangle 307">
            <a:extLst>
              <a:ext uri="{FF2B5EF4-FFF2-40B4-BE49-F238E27FC236}">
                <a16:creationId xmlns:a16="http://schemas.microsoft.com/office/drawing/2014/main" id="{94FD1BAA-A343-4283-8E10-F1BE99033A68}"/>
              </a:ext>
            </a:extLst>
          </p:cNvPr>
          <p:cNvSpPr/>
          <p:nvPr/>
        </p:nvSpPr>
        <p:spPr>
          <a:xfrm>
            <a:off x="-622757" y="-2621006"/>
            <a:ext cx="9090950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rules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F4C9BF-3B03-4CF5-AC37-7E8CE25D2B7A}"/>
              </a:ext>
            </a:extLst>
          </p:cNvPr>
          <p:cNvSpPr/>
          <p:nvPr/>
        </p:nvSpPr>
        <p:spPr>
          <a:xfrm>
            <a:off x="-478782" y="7000043"/>
            <a:ext cx="2605756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 </a:t>
            </a:r>
            <a:r>
              <a:rPr lang="en-US" b="1" dirty="0">
                <a:solidFill>
                  <a:srgbClr val="99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belongs to a mirror or rotationally symmetric path.</a:t>
            </a:r>
          </a:p>
          <a:p>
            <a:pPr>
              <a:spcBef>
                <a:spcPts val="600"/>
              </a:spcBef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Loops are allowed.</a:t>
            </a: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CF7C6F1E-A400-4BC7-96C3-2554DEE43043}"/>
              </a:ext>
            </a:extLst>
          </p:cNvPr>
          <p:cNvSpPr/>
          <p:nvPr/>
        </p:nvSpPr>
        <p:spPr>
          <a:xfrm>
            <a:off x="2956362" y="7000043"/>
            <a:ext cx="263741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All paths under </a:t>
            </a:r>
            <a:r>
              <a:rPr lang="en-US" b="1" dirty="0">
                <a:solidFill>
                  <a:srgbClr val="669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Pears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are exact translations. There is more than one.</a:t>
            </a: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657732ED-6147-461C-846C-8DE7DC509403}"/>
              </a:ext>
            </a:extLst>
          </p:cNvPr>
          <p:cNvSpPr/>
          <p:nvPr/>
        </p:nvSpPr>
        <p:spPr>
          <a:xfrm>
            <a:off x="6391506" y="7000043"/>
            <a:ext cx="284413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</a:t>
            </a:r>
            <a:r>
              <a:rPr lang="en-US" b="1" dirty="0">
                <a:solidFill>
                  <a:srgbClr val="FF7A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Orange</a:t>
            </a:r>
            <a:r>
              <a:rPr lang="en-US" b="1" dirty="0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connectable with another (no path could be drawn).</a:t>
            </a: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B3E4236C-20BB-4565-8216-84C48C841BE6}"/>
              </a:ext>
            </a:extLst>
          </p:cNvPr>
          <p:cNvSpPr/>
          <p:nvPr/>
        </p:nvSpPr>
        <p:spPr>
          <a:xfrm>
            <a:off x="10158545" y="7000043"/>
            <a:ext cx="338123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</a:t>
            </a:r>
            <a:r>
              <a:rPr lang="en-US" b="1" dirty="0">
                <a:solidFill>
                  <a:srgbClr val="0000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Blueberry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connectable with at least one other (as if a path were drawn).</a:t>
            </a: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09C4878D-E41B-41D9-8C30-23147A0AB8BB}"/>
              </a:ext>
            </a:extLst>
          </p:cNvPr>
          <p:cNvSpPr/>
          <p:nvPr/>
        </p:nvSpPr>
        <p:spPr>
          <a:xfrm>
            <a:off x="-478782" y="2412102"/>
            <a:ext cx="26057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pt-PT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Cherries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connect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93C69990-3AA2-4BFD-BEE4-7AF177623EA6}"/>
              </a:ext>
            </a:extLst>
          </p:cNvPr>
          <p:cNvSpPr/>
          <p:nvPr/>
        </p:nvSpPr>
        <p:spPr>
          <a:xfrm>
            <a:off x="2861429" y="2412102"/>
            <a:ext cx="260575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 err="1">
                <a:solidFill>
                  <a:srgbClr val="6600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Grapes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connected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a single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1DD0D00-2FCC-434E-829C-3A884D6E1286}"/>
              </a:ext>
            </a:extLst>
          </p:cNvPr>
          <p:cNvSpPr/>
          <p:nvPr/>
        </p:nvSpPr>
        <p:spPr>
          <a:xfrm>
            <a:off x="6420764" y="2387262"/>
            <a:ext cx="296195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pt-PT" b="1" dirty="0" err="1">
                <a:solidFill>
                  <a:srgbClr val="38572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Melons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belong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closed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loops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44D31E2-B522-48DF-9FC8-A5AAF3BA8AB0}"/>
              </a:ext>
            </a:extLst>
          </p:cNvPr>
          <p:cNvSpPr/>
          <p:nvPr/>
        </p:nvSpPr>
        <p:spPr>
          <a:xfrm>
            <a:off x="10158546" y="2412102"/>
            <a:ext cx="26057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No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passes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through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pt-PT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Lemon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C3956C3-7DF8-46A8-9D5B-69E63A3114B6}"/>
              </a:ext>
            </a:extLst>
          </p:cNvPr>
          <p:cNvSpPr/>
          <p:nvPr/>
        </p:nvSpPr>
        <p:spPr>
          <a:xfrm>
            <a:off x="-517961" y="-1340607"/>
            <a:ext cx="10942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pt-PT" sz="20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single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containing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least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fruits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Unless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indicated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0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cross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0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dangle</a:t>
            </a:r>
            <a:r>
              <a:rPr lang="pt-PT" sz="20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000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AD494D8-5944-41A9-9439-523467589148}"/>
              </a:ext>
            </a:extLst>
          </p:cNvPr>
          <p:cNvSpPr/>
          <p:nvPr/>
        </p:nvSpPr>
        <p:spPr>
          <a:xfrm>
            <a:off x="7732800" y="8328801"/>
            <a:ext cx="6162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Pedro PSI </a:t>
            </a:r>
          </a:p>
          <a:p>
            <a:pPr algn="r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6" name="Multiplication Sign 155">
            <a:extLst>
              <a:ext uri="{FF2B5EF4-FFF2-40B4-BE49-F238E27FC236}">
                <a16:creationId xmlns:a16="http://schemas.microsoft.com/office/drawing/2014/main" id="{F969F4B9-FD3B-41B6-A41A-0AEEC67A4AE6}"/>
              </a:ext>
            </a:extLst>
          </p:cNvPr>
          <p:cNvSpPr/>
          <p:nvPr/>
        </p:nvSpPr>
        <p:spPr>
          <a:xfrm>
            <a:off x="5871357" y="4130345"/>
            <a:ext cx="710223" cy="710222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200" dirty="0"/>
          </a:p>
        </p:txBody>
      </p:sp>
      <p:sp>
        <p:nvSpPr>
          <p:cNvPr id="160" name="Multiplication Sign 159">
            <a:extLst>
              <a:ext uri="{FF2B5EF4-FFF2-40B4-BE49-F238E27FC236}">
                <a16:creationId xmlns:a16="http://schemas.microsoft.com/office/drawing/2014/main" id="{55E265DD-FD39-4177-AA96-A327754F9EC7}"/>
              </a:ext>
            </a:extLst>
          </p:cNvPr>
          <p:cNvSpPr/>
          <p:nvPr/>
        </p:nvSpPr>
        <p:spPr>
          <a:xfrm>
            <a:off x="5871357" y="5948284"/>
            <a:ext cx="710223" cy="710222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200" dirty="0"/>
          </a:p>
        </p:txBody>
      </p:sp>
      <p:sp>
        <p:nvSpPr>
          <p:cNvPr id="161" name="Multiplication Sign 160">
            <a:extLst>
              <a:ext uri="{FF2B5EF4-FFF2-40B4-BE49-F238E27FC236}">
                <a16:creationId xmlns:a16="http://schemas.microsoft.com/office/drawing/2014/main" id="{1C49A653-FB41-40DC-AE84-BD4BCCE9227C}"/>
              </a:ext>
            </a:extLst>
          </p:cNvPr>
          <p:cNvSpPr/>
          <p:nvPr/>
        </p:nvSpPr>
        <p:spPr>
          <a:xfrm>
            <a:off x="12369872" y="5948284"/>
            <a:ext cx="710223" cy="710222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200" dirty="0"/>
          </a:p>
        </p:txBody>
      </p:sp>
      <p:sp>
        <p:nvSpPr>
          <p:cNvPr id="162" name="L-Shape 161">
            <a:extLst>
              <a:ext uri="{FF2B5EF4-FFF2-40B4-BE49-F238E27FC236}">
                <a16:creationId xmlns:a16="http://schemas.microsoft.com/office/drawing/2014/main" id="{762435E8-A165-4E84-AA02-9AB20A670944}"/>
              </a:ext>
            </a:extLst>
          </p:cNvPr>
          <p:cNvSpPr/>
          <p:nvPr/>
        </p:nvSpPr>
        <p:spPr>
          <a:xfrm rot="19168985">
            <a:off x="8984942" y="5856014"/>
            <a:ext cx="480260" cy="271262"/>
          </a:xfrm>
          <a:prstGeom prst="corner">
            <a:avLst>
              <a:gd name="adj1" fmla="val 35105"/>
              <a:gd name="adj2" fmla="val 35763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63" name="L-Shape 162">
            <a:extLst>
              <a:ext uri="{FF2B5EF4-FFF2-40B4-BE49-F238E27FC236}">
                <a16:creationId xmlns:a16="http://schemas.microsoft.com/office/drawing/2014/main" id="{C184A392-1C3C-4E64-A9B9-6E92670588A2}"/>
              </a:ext>
            </a:extLst>
          </p:cNvPr>
          <p:cNvSpPr/>
          <p:nvPr/>
        </p:nvSpPr>
        <p:spPr>
          <a:xfrm rot="19168985">
            <a:off x="9806439" y="5904162"/>
            <a:ext cx="480260" cy="271262"/>
          </a:xfrm>
          <a:prstGeom prst="corner">
            <a:avLst>
              <a:gd name="adj1" fmla="val 35105"/>
              <a:gd name="adj2" fmla="val 35763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64" name="L-Shape 163">
            <a:extLst>
              <a:ext uri="{FF2B5EF4-FFF2-40B4-BE49-F238E27FC236}">
                <a16:creationId xmlns:a16="http://schemas.microsoft.com/office/drawing/2014/main" id="{E453682D-5F59-4739-9CC1-69A0F4F2E7B7}"/>
              </a:ext>
            </a:extLst>
          </p:cNvPr>
          <p:cNvSpPr/>
          <p:nvPr/>
        </p:nvSpPr>
        <p:spPr>
          <a:xfrm rot="19168985">
            <a:off x="9806439" y="4097367"/>
            <a:ext cx="480260" cy="271262"/>
          </a:xfrm>
          <a:prstGeom prst="corner">
            <a:avLst>
              <a:gd name="adj1" fmla="val 35105"/>
              <a:gd name="adj2" fmla="val 35763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65" name="Multiplication Sign 164">
            <a:extLst>
              <a:ext uri="{FF2B5EF4-FFF2-40B4-BE49-F238E27FC236}">
                <a16:creationId xmlns:a16="http://schemas.microsoft.com/office/drawing/2014/main" id="{21666152-1F08-4D82-9963-A1E0A8457708}"/>
              </a:ext>
            </a:extLst>
          </p:cNvPr>
          <p:cNvSpPr/>
          <p:nvPr/>
        </p:nvSpPr>
        <p:spPr>
          <a:xfrm>
            <a:off x="10448380" y="165894"/>
            <a:ext cx="710223" cy="710222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200" dirty="0"/>
          </a:p>
        </p:txBody>
      </p:sp>
    </p:spTree>
    <p:extLst>
      <p:ext uri="{BB962C8B-B14F-4D97-AF65-F5344CB8AC3E}">
        <p14:creationId xmlns:p14="http://schemas.microsoft.com/office/powerpoint/2010/main" val="4163331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F2098B1-8E62-4FA1-8E95-B8A9301168D1}"/>
              </a:ext>
            </a:extLst>
          </p:cNvPr>
          <p:cNvSpPr/>
          <p:nvPr/>
        </p:nvSpPr>
        <p:spPr>
          <a:xfrm>
            <a:off x="-9248141" y="-5334139"/>
            <a:ext cx="8556256" cy="7471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Freeform: Shape 173">
            <a:extLst>
              <a:ext uri="{FF2B5EF4-FFF2-40B4-BE49-F238E27FC236}">
                <a16:creationId xmlns:a16="http://schemas.microsoft.com/office/drawing/2014/main" id="{30CCFADF-4C70-4148-BC4E-F953D4769604}"/>
              </a:ext>
            </a:extLst>
          </p:cNvPr>
          <p:cNvSpPr/>
          <p:nvPr/>
        </p:nvSpPr>
        <p:spPr>
          <a:xfrm rot="2700000">
            <a:off x="14593563" y="1105123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rgbClr val="FF7A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88A97991-07AD-498A-AED7-1650058D851C}"/>
              </a:ext>
            </a:extLst>
          </p:cNvPr>
          <p:cNvSpPr/>
          <p:nvPr/>
        </p:nvSpPr>
        <p:spPr>
          <a:xfrm>
            <a:off x="13469227" y="851382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376F8C35-C238-4F01-82A7-F93CEB3F118B}"/>
              </a:ext>
            </a:extLst>
          </p:cNvPr>
          <p:cNvSpPr/>
          <p:nvPr/>
        </p:nvSpPr>
        <p:spPr>
          <a:xfrm rot="2607834" flipH="1">
            <a:off x="12249789" y="2178014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982779DF-6016-4DE2-94DC-8CB4966902C5}"/>
              </a:ext>
            </a:extLst>
          </p:cNvPr>
          <p:cNvSpPr/>
          <p:nvPr/>
        </p:nvSpPr>
        <p:spPr>
          <a:xfrm rot="20876803">
            <a:off x="12723198" y="9233958"/>
            <a:ext cx="6860956" cy="11476975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EF75125-BF94-4C08-9B6C-51C910F85900}"/>
              </a:ext>
            </a:extLst>
          </p:cNvPr>
          <p:cNvGrpSpPr/>
          <p:nvPr/>
        </p:nvGrpSpPr>
        <p:grpSpPr>
          <a:xfrm>
            <a:off x="2370891" y="851382"/>
            <a:ext cx="5857490" cy="5839737"/>
            <a:chOff x="2370891" y="851382"/>
            <a:chExt cx="5857490" cy="583973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18448-3476-43DF-87C6-677AB5DFDFFF}"/>
                </a:ext>
              </a:extLst>
            </p:cNvPr>
            <p:cNvSpPr/>
            <p:nvPr/>
          </p:nvSpPr>
          <p:spPr>
            <a:xfrm>
              <a:off x="52939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FF1F063-66A3-439A-A0E0-52C8612FD08C}"/>
                </a:ext>
              </a:extLst>
            </p:cNvPr>
            <p:cNvSpPr/>
            <p:nvPr/>
          </p:nvSpPr>
          <p:spPr>
            <a:xfrm>
              <a:off x="52939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7485A28-70A8-458D-A8B7-39B5715455E3}"/>
                </a:ext>
              </a:extLst>
            </p:cNvPr>
            <p:cNvSpPr/>
            <p:nvPr/>
          </p:nvSpPr>
          <p:spPr>
            <a:xfrm>
              <a:off x="62720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42D0AB2-68A6-437F-8A22-B22D1B528FAE}"/>
                </a:ext>
              </a:extLst>
            </p:cNvPr>
            <p:cNvSpPr/>
            <p:nvPr/>
          </p:nvSpPr>
          <p:spPr>
            <a:xfrm>
              <a:off x="72502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4C7CE40-6ACB-4949-AA9C-0053D7AB4DC1}"/>
                </a:ext>
              </a:extLst>
            </p:cNvPr>
            <p:cNvSpPr/>
            <p:nvPr/>
          </p:nvSpPr>
          <p:spPr>
            <a:xfrm>
              <a:off x="62720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79CD5A-D388-49F6-B2A0-ED63C6991E7D}"/>
                </a:ext>
              </a:extLst>
            </p:cNvPr>
            <p:cNvSpPr/>
            <p:nvPr/>
          </p:nvSpPr>
          <p:spPr>
            <a:xfrm>
              <a:off x="72502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B4A53FA-C0A0-4A1D-AC44-8133979C9368}"/>
                </a:ext>
              </a:extLst>
            </p:cNvPr>
            <p:cNvSpPr/>
            <p:nvPr/>
          </p:nvSpPr>
          <p:spPr>
            <a:xfrm>
              <a:off x="52939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7BDED33-C004-4F9E-9A8F-CDCE6647E23E}"/>
                </a:ext>
              </a:extLst>
            </p:cNvPr>
            <p:cNvSpPr/>
            <p:nvPr/>
          </p:nvSpPr>
          <p:spPr>
            <a:xfrm>
              <a:off x="52939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E2E9D8-7137-48D8-8864-5F0C06EF51E7}"/>
                </a:ext>
              </a:extLst>
            </p:cNvPr>
            <p:cNvSpPr/>
            <p:nvPr/>
          </p:nvSpPr>
          <p:spPr>
            <a:xfrm>
              <a:off x="52939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990DF6F-4C5F-46E0-8A7B-1FFA707748E3}"/>
                </a:ext>
              </a:extLst>
            </p:cNvPr>
            <p:cNvSpPr/>
            <p:nvPr/>
          </p:nvSpPr>
          <p:spPr>
            <a:xfrm>
              <a:off x="62720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F9A5D33-1427-428D-B480-662A24C5C9E6}"/>
                </a:ext>
              </a:extLst>
            </p:cNvPr>
            <p:cNvSpPr/>
            <p:nvPr/>
          </p:nvSpPr>
          <p:spPr>
            <a:xfrm>
              <a:off x="72502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D655F7A-807B-400D-96DD-4A02431CA5A0}"/>
                </a:ext>
              </a:extLst>
            </p:cNvPr>
            <p:cNvSpPr/>
            <p:nvPr/>
          </p:nvSpPr>
          <p:spPr>
            <a:xfrm>
              <a:off x="62720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FE141EF-7430-4FF9-BC73-788AFE9805C3}"/>
                </a:ext>
              </a:extLst>
            </p:cNvPr>
            <p:cNvSpPr/>
            <p:nvPr/>
          </p:nvSpPr>
          <p:spPr>
            <a:xfrm>
              <a:off x="72502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03D15B5-CB7D-46B5-B146-B0A7BE6E3A7E}"/>
                </a:ext>
              </a:extLst>
            </p:cNvPr>
            <p:cNvSpPr/>
            <p:nvPr/>
          </p:nvSpPr>
          <p:spPr>
            <a:xfrm>
              <a:off x="62720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1ED0087-0EA3-4120-8B0F-57860E927298}"/>
                </a:ext>
              </a:extLst>
            </p:cNvPr>
            <p:cNvSpPr/>
            <p:nvPr/>
          </p:nvSpPr>
          <p:spPr>
            <a:xfrm>
              <a:off x="72502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BBC37B07-111E-4D1A-9CD3-9A66FA99DAFA}"/>
                </a:ext>
              </a:extLst>
            </p:cNvPr>
            <p:cNvSpPr/>
            <p:nvPr/>
          </p:nvSpPr>
          <p:spPr>
            <a:xfrm>
              <a:off x="52939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273014E-E18E-486A-A0CB-BF4D66D87D81}"/>
                </a:ext>
              </a:extLst>
            </p:cNvPr>
            <p:cNvSpPr/>
            <p:nvPr/>
          </p:nvSpPr>
          <p:spPr>
            <a:xfrm>
              <a:off x="62720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F8FC132-187D-482D-A682-06417A81991F}"/>
                </a:ext>
              </a:extLst>
            </p:cNvPr>
            <p:cNvSpPr/>
            <p:nvPr/>
          </p:nvSpPr>
          <p:spPr>
            <a:xfrm>
              <a:off x="72502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DA884D57-205F-4539-8A6F-B22B337AC60D}"/>
                </a:ext>
              </a:extLst>
            </p:cNvPr>
            <p:cNvSpPr/>
            <p:nvPr/>
          </p:nvSpPr>
          <p:spPr>
            <a:xfrm>
              <a:off x="237089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C8A01639-CB79-4BFB-9553-7E0D3EC49A85}"/>
                </a:ext>
              </a:extLst>
            </p:cNvPr>
            <p:cNvSpPr/>
            <p:nvPr/>
          </p:nvSpPr>
          <p:spPr>
            <a:xfrm>
              <a:off x="334903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B7427C5E-2D49-43ED-B2D1-44A50A4251C5}"/>
                </a:ext>
              </a:extLst>
            </p:cNvPr>
            <p:cNvSpPr/>
            <p:nvPr/>
          </p:nvSpPr>
          <p:spPr>
            <a:xfrm>
              <a:off x="237089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A7262357-0935-4AB4-A877-6CA1A0205978}"/>
                </a:ext>
              </a:extLst>
            </p:cNvPr>
            <p:cNvSpPr/>
            <p:nvPr/>
          </p:nvSpPr>
          <p:spPr>
            <a:xfrm>
              <a:off x="334903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242BF152-1F29-46A6-8915-988F23E0BC36}"/>
                </a:ext>
              </a:extLst>
            </p:cNvPr>
            <p:cNvSpPr/>
            <p:nvPr/>
          </p:nvSpPr>
          <p:spPr>
            <a:xfrm>
              <a:off x="432717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CED75914-5396-4D52-B352-24F42D4B3248}"/>
                </a:ext>
              </a:extLst>
            </p:cNvPr>
            <p:cNvSpPr/>
            <p:nvPr/>
          </p:nvSpPr>
          <p:spPr>
            <a:xfrm>
              <a:off x="432717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F7441220-35B9-44A9-9AB6-6551B4B1074C}"/>
                </a:ext>
              </a:extLst>
            </p:cNvPr>
            <p:cNvSpPr/>
            <p:nvPr/>
          </p:nvSpPr>
          <p:spPr>
            <a:xfrm>
              <a:off x="237089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EF2E3EAC-E052-474F-923C-6E85A20373DD}"/>
                </a:ext>
              </a:extLst>
            </p:cNvPr>
            <p:cNvSpPr/>
            <p:nvPr/>
          </p:nvSpPr>
          <p:spPr>
            <a:xfrm>
              <a:off x="334903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CF4D4539-DD5D-4884-B25F-1257943E9FD9}"/>
                </a:ext>
              </a:extLst>
            </p:cNvPr>
            <p:cNvSpPr/>
            <p:nvPr/>
          </p:nvSpPr>
          <p:spPr>
            <a:xfrm>
              <a:off x="237089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68489680-F7A4-4B68-8519-4E3F74A628FF}"/>
                </a:ext>
              </a:extLst>
            </p:cNvPr>
            <p:cNvSpPr/>
            <p:nvPr/>
          </p:nvSpPr>
          <p:spPr>
            <a:xfrm>
              <a:off x="334903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70509123-343E-4B0D-B9EC-9ECEB2233BFD}"/>
                </a:ext>
              </a:extLst>
            </p:cNvPr>
            <p:cNvSpPr/>
            <p:nvPr/>
          </p:nvSpPr>
          <p:spPr>
            <a:xfrm>
              <a:off x="432717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5804179E-F159-4B96-8ABE-FA6E2AFCBEBD}"/>
                </a:ext>
              </a:extLst>
            </p:cNvPr>
            <p:cNvSpPr/>
            <p:nvPr/>
          </p:nvSpPr>
          <p:spPr>
            <a:xfrm>
              <a:off x="432717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F4A4EE69-ECC2-40B5-84B3-5F89C8BC4271}"/>
                </a:ext>
              </a:extLst>
            </p:cNvPr>
            <p:cNvSpPr/>
            <p:nvPr/>
          </p:nvSpPr>
          <p:spPr>
            <a:xfrm>
              <a:off x="237089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AE0C6087-FD49-46F8-9041-3349A2AD7075}"/>
                </a:ext>
              </a:extLst>
            </p:cNvPr>
            <p:cNvSpPr/>
            <p:nvPr/>
          </p:nvSpPr>
          <p:spPr>
            <a:xfrm>
              <a:off x="334903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0AD9583A-6B5F-4481-B400-F44A33BE8444}"/>
                </a:ext>
              </a:extLst>
            </p:cNvPr>
            <p:cNvSpPr/>
            <p:nvPr/>
          </p:nvSpPr>
          <p:spPr>
            <a:xfrm>
              <a:off x="432717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771A7ACB-EE5C-449F-83D8-6CD94EDECCF0}"/>
                </a:ext>
              </a:extLst>
            </p:cNvPr>
            <p:cNvSpPr/>
            <p:nvPr/>
          </p:nvSpPr>
          <p:spPr>
            <a:xfrm>
              <a:off x="237089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94D2C015-CAFE-4381-9960-7159B2865AB6}"/>
                </a:ext>
              </a:extLst>
            </p:cNvPr>
            <p:cNvSpPr/>
            <p:nvPr/>
          </p:nvSpPr>
          <p:spPr>
            <a:xfrm>
              <a:off x="334903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F8ED3140-D2B4-4169-BA53-5790A9F8BE1D}"/>
                </a:ext>
              </a:extLst>
            </p:cNvPr>
            <p:cNvSpPr/>
            <p:nvPr/>
          </p:nvSpPr>
          <p:spPr>
            <a:xfrm>
              <a:off x="432717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EA79DA6-A2C2-49D4-9EE5-5481F164C854}"/>
              </a:ext>
            </a:extLst>
          </p:cNvPr>
          <p:cNvSpPr/>
          <p:nvPr/>
        </p:nvSpPr>
        <p:spPr>
          <a:xfrm rot="20876803">
            <a:off x="4027087" y="3353266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8E29B5E7-7743-44DB-8E8F-3D7D76F1C10A}"/>
              </a:ext>
            </a:extLst>
          </p:cNvPr>
          <p:cNvSpPr/>
          <p:nvPr/>
        </p:nvSpPr>
        <p:spPr>
          <a:xfrm rot="2607834" flipH="1">
            <a:off x="3127493" y="1538555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365060DC-E11B-4303-BD27-7246DD4D4962}"/>
              </a:ext>
            </a:extLst>
          </p:cNvPr>
          <p:cNvSpPr/>
          <p:nvPr/>
        </p:nvSpPr>
        <p:spPr>
          <a:xfrm rot="20876803">
            <a:off x="3003347" y="3377196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7F27639A-15F6-4B88-8082-489358E6C87E}"/>
              </a:ext>
            </a:extLst>
          </p:cNvPr>
          <p:cNvSpPr/>
          <p:nvPr/>
        </p:nvSpPr>
        <p:spPr>
          <a:xfrm rot="2607834" flipH="1">
            <a:off x="5028156" y="3447643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34EA1D68-5DE1-4C42-A82D-DBEDE6D76A33}"/>
              </a:ext>
            </a:extLst>
          </p:cNvPr>
          <p:cNvSpPr/>
          <p:nvPr/>
        </p:nvSpPr>
        <p:spPr>
          <a:xfrm rot="20876803">
            <a:off x="4019969" y="1329634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6321AF0-DF97-4397-B25D-68927B080DEB}"/>
              </a:ext>
            </a:extLst>
          </p:cNvPr>
          <p:cNvSpPr/>
          <p:nvPr/>
        </p:nvSpPr>
        <p:spPr>
          <a:xfrm rot="20876803">
            <a:off x="5049377" y="1329635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F382C77E-ED9E-4C3E-B907-82919831DD76}"/>
              </a:ext>
            </a:extLst>
          </p:cNvPr>
          <p:cNvGrpSpPr/>
          <p:nvPr/>
        </p:nvGrpSpPr>
        <p:grpSpPr>
          <a:xfrm>
            <a:off x="-7278720" y="-3098794"/>
            <a:ext cx="4266981" cy="4506257"/>
            <a:chOff x="2163132" y="452155"/>
            <a:chExt cx="4266981" cy="4506257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89C6A87-961D-4270-950E-90D7F249678C}"/>
                </a:ext>
              </a:extLst>
            </p:cNvPr>
            <p:cNvSpPr/>
            <p:nvPr/>
          </p:nvSpPr>
          <p:spPr>
            <a:xfrm>
              <a:off x="52939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6609B89D-BCD9-4B7F-B0C7-B369DB059193}"/>
                </a:ext>
              </a:extLst>
            </p:cNvPr>
            <p:cNvSpPr/>
            <p:nvPr/>
          </p:nvSpPr>
          <p:spPr>
            <a:xfrm>
              <a:off x="52939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4FA1645A-65D7-4AB6-99FF-CBAB8B6DF774}"/>
                </a:ext>
              </a:extLst>
            </p:cNvPr>
            <p:cNvSpPr/>
            <p:nvPr/>
          </p:nvSpPr>
          <p:spPr>
            <a:xfrm>
              <a:off x="52939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CBF84DA-27FC-4DB7-A95F-92D1ECF5211F}"/>
                </a:ext>
              </a:extLst>
            </p:cNvPr>
            <p:cNvSpPr/>
            <p:nvPr/>
          </p:nvSpPr>
          <p:spPr>
            <a:xfrm>
              <a:off x="52939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A9029A1B-58AD-4754-B3B1-1184FDBA296F}"/>
                </a:ext>
              </a:extLst>
            </p:cNvPr>
            <p:cNvSpPr/>
            <p:nvPr/>
          </p:nvSpPr>
          <p:spPr>
            <a:xfrm>
              <a:off x="237089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0FE212D-ABAB-4FBF-988F-DB950D2090AE}"/>
                </a:ext>
              </a:extLst>
            </p:cNvPr>
            <p:cNvSpPr/>
            <p:nvPr/>
          </p:nvSpPr>
          <p:spPr>
            <a:xfrm>
              <a:off x="334903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A08AB249-566B-42FE-914C-C51A06BA7CFE}"/>
                </a:ext>
              </a:extLst>
            </p:cNvPr>
            <p:cNvSpPr/>
            <p:nvPr/>
          </p:nvSpPr>
          <p:spPr>
            <a:xfrm>
              <a:off x="237089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C77FBE74-63E9-4AB4-BE27-21FB44DADA55}"/>
                </a:ext>
              </a:extLst>
            </p:cNvPr>
            <p:cNvSpPr/>
            <p:nvPr/>
          </p:nvSpPr>
          <p:spPr>
            <a:xfrm>
              <a:off x="334903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EE06071-6BC1-4899-B33E-2E4DD66D4D0E}"/>
                </a:ext>
              </a:extLst>
            </p:cNvPr>
            <p:cNvSpPr/>
            <p:nvPr/>
          </p:nvSpPr>
          <p:spPr>
            <a:xfrm>
              <a:off x="432717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40D16E06-A3B3-41CB-8B54-5CB6EE71F9D1}"/>
                </a:ext>
              </a:extLst>
            </p:cNvPr>
            <p:cNvSpPr/>
            <p:nvPr/>
          </p:nvSpPr>
          <p:spPr>
            <a:xfrm>
              <a:off x="432717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126120A-05C8-4B6B-A2C4-9F5B72F4A57F}"/>
                </a:ext>
              </a:extLst>
            </p:cNvPr>
            <p:cNvSpPr/>
            <p:nvPr/>
          </p:nvSpPr>
          <p:spPr>
            <a:xfrm>
              <a:off x="237089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A632FEE8-DE33-44B7-9077-2FF956B1608F}"/>
                </a:ext>
              </a:extLst>
            </p:cNvPr>
            <p:cNvSpPr/>
            <p:nvPr/>
          </p:nvSpPr>
          <p:spPr>
            <a:xfrm>
              <a:off x="334903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5A170194-774F-440B-A35F-8E25C37701B8}"/>
                </a:ext>
              </a:extLst>
            </p:cNvPr>
            <p:cNvSpPr/>
            <p:nvPr/>
          </p:nvSpPr>
          <p:spPr>
            <a:xfrm>
              <a:off x="237089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57FC2831-DE55-40EE-90E9-8B1D38533CEF}"/>
                </a:ext>
              </a:extLst>
            </p:cNvPr>
            <p:cNvSpPr/>
            <p:nvPr/>
          </p:nvSpPr>
          <p:spPr>
            <a:xfrm>
              <a:off x="334903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CA508B3A-F873-4B96-A3E2-E6AFA2E20EB0}"/>
                </a:ext>
              </a:extLst>
            </p:cNvPr>
            <p:cNvSpPr/>
            <p:nvPr/>
          </p:nvSpPr>
          <p:spPr>
            <a:xfrm>
              <a:off x="432717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AF366834-F532-4338-A7C9-889EBA6BAEFE}"/>
                </a:ext>
              </a:extLst>
            </p:cNvPr>
            <p:cNvSpPr/>
            <p:nvPr/>
          </p:nvSpPr>
          <p:spPr>
            <a:xfrm>
              <a:off x="432717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4B7B282-FE83-4095-BBA9-A80E1937E665}"/>
                </a:ext>
              </a:extLst>
            </p:cNvPr>
            <p:cNvSpPr/>
            <p:nvPr/>
          </p:nvSpPr>
          <p:spPr>
            <a:xfrm rot="20876803">
              <a:off x="3153900" y="229815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D058322-FFF2-4A44-BA32-6FD6705B299B}"/>
                </a:ext>
              </a:extLst>
            </p:cNvPr>
            <p:cNvSpPr/>
            <p:nvPr/>
          </p:nvSpPr>
          <p:spPr>
            <a:xfrm rot="20876803">
              <a:off x="5976391" y="1300351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7AEBBC4B-796C-44CE-8A92-7FAB6670D5B7}"/>
                </a:ext>
              </a:extLst>
            </p:cNvPr>
            <p:cNvSpPr/>
            <p:nvPr/>
          </p:nvSpPr>
          <p:spPr>
            <a:xfrm rot="20876803">
              <a:off x="3133548" y="45215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0B8045EF-9652-40FA-8508-B1FDF2407641}"/>
                </a:ext>
              </a:extLst>
            </p:cNvPr>
            <p:cNvSpPr/>
            <p:nvPr/>
          </p:nvSpPr>
          <p:spPr>
            <a:xfrm rot="20876803">
              <a:off x="5067087" y="317743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BF337751-5691-43BA-983E-FD5C61EF953D}"/>
                </a:ext>
              </a:extLst>
            </p:cNvPr>
            <p:cNvSpPr/>
            <p:nvPr/>
          </p:nvSpPr>
          <p:spPr>
            <a:xfrm rot="20876803">
              <a:off x="2163132" y="228881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A8E9699-37D9-44C9-86B8-F296068A2BE3}"/>
                </a:ext>
              </a:extLst>
            </p:cNvPr>
            <p:cNvSpPr/>
            <p:nvPr/>
          </p:nvSpPr>
          <p:spPr>
            <a:xfrm rot="20876803">
              <a:off x="4102024" y="4199428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6D858FC9-8F46-4956-AAC0-B8F73EA10E5A}"/>
                </a:ext>
              </a:extLst>
            </p:cNvPr>
            <p:cNvSpPr/>
            <p:nvPr/>
          </p:nvSpPr>
          <p:spPr>
            <a:xfrm rot="20876803">
              <a:off x="5976391" y="229815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586B7A4-A1C7-48F7-90E9-BCE334DD610E}"/>
              </a:ext>
            </a:extLst>
          </p:cNvPr>
          <p:cNvSpPr txBox="1"/>
          <p:nvPr/>
        </p:nvSpPr>
        <p:spPr>
          <a:xfrm>
            <a:off x="-8970688" y="-4232909"/>
            <a:ext cx="80207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What if we just change the pears: </a:t>
            </a:r>
          </a:p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All </a:t>
            </a:r>
            <a:r>
              <a:rPr lang="en-US" sz="2400" b="1" dirty="0">
                <a:solidFill>
                  <a:srgbClr val="669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paths match exactly. No path uses all </a:t>
            </a:r>
            <a:r>
              <a:rPr lang="en-US" sz="2400" b="1" dirty="0">
                <a:solidFill>
                  <a:srgbClr val="669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Pears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068BF0-0E32-4242-A208-7EC5A900BBB2}"/>
              </a:ext>
            </a:extLst>
          </p:cNvPr>
          <p:cNvSpPr/>
          <p:nvPr/>
        </p:nvSpPr>
        <p:spPr>
          <a:xfrm>
            <a:off x="-8843494" y="-4999804"/>
            <a:ext cx="744627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PT" sz="32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rules </a:t>
            </a:r>
            <a:r>
              <a:rPr lang="pt-PT" sz="32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simplification</a:t>
            </a:r>
            <a:r>
              <a:rPr lang="pt-PT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idea</a:t>
            </a:r>
            <a:r>
              <a:rPr lang="pt-PT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3C19C-D825-45BA-B6D2-92666919CEC1}"/>
              </a:ext>
            </a:extLst>
          </p:cNvPr>
          <p:cNvSpPr/>
          <p:nvPr/>
        </p:nvSpPr>
        <p:spPr>
          <a:xfrm>
            <a:off x="-7745370" y="1270014"/>
            <a:ext cx="525002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Would this be better, </a:t>
            </a:r>
            <a:r>
              <a:rPr lang="en-US" sz="24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puzzlewise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? 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493529D-A70A-4EC1-A3D6-6FD53A101B2A}"/>
              </a:ext>
            </a:extLst>
          </p:cNvPr>
          <p:cNvSpPr/>
          <p:nvPr/>
        </p:nvSpPr>
        <p:spPr>
          <a:xfrm>
            <a:off x="-8661533" y="1643207"/>
            <a:ext cx="70823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(we may think about more suitable fruits if needed)</a:t>
            </a: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A528B71C-0535-4A34-B335-E2611C127CD0}"/>
              </a:ext>
            </a:extLst>
          </p:cNvPr>
          <p:cNvSpPr/>
          <p:nvPr/>
        </p:nvSpPr>
        <p:spPr>
          <a:xfrm rot="2607834" flipH="1">
            <a:off x="30817167" y="-14859811"/>
            <a:ext cx="10987580" cy="1382776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E11C263-6E1A-442C-95A3-D14CB46940DD}"/>
              </a:ext>
            </a:extLst>
          </p:cNvPr>
          <p:cNvGrpSpPr/>
          <p:nvPr/>
        </p:nvGrpSpPr>
        <p:grpSpPr>
          <a:xfrm>
            <a:off x="24724480" y="3266219"/>
            <a:ext cx="5947253" cy="14040551"/>
            <a:chOff x="24724480" y="3266219"/>
            <a:chExt cx="5947253" cy="14040551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A2D519D-E22C-41AB-AE5C-44C79382D2D6}"/>
                </a:ext>
              </a:extLst>
            </p:cNvPr>
            <p:cNvGrpSpPr/>
            <p:nvPr/>
          </p:nvGrpSpPr>
          <p:grpSpPr>
            <a:xfrm rot="247301">
              <a:off x="24724480" y="7087576"/>
              <a:ext cx="5947253" cy="10219194"/>
              <a:chOff x="9639922" y="-5174021"/>
              <a:chExt cx="268560" cy="461469"/>
            </a:xfrm>
          </p:grpSpPr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1A8EC153-C80B-4F17-A7B5-786E8791CDB8}"/>
                  </a:ext>
                </a:extLst>
              </p:cNvPr>
              <p:cNvSpPr/>
              <p:nvPr/>
            </p:nvSpPr>
            <p:spPr>
              <a:xfrm rot="667316">
                <a:off x="9639922" y="-5166344"/>
                <a:ext cx="268560" cy="453792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0597798F-85CE-4E72-9587-2F9D0068C1E3}"/>
                  </a:ext>
                </a:extLst>
              </p:cNvPr>
              <p:cNvSpPr/>
              <p:nvPr/>
            </p:nvSpPr>
            <p:spPr>
              <a:xfrm>
                <a:off x="9640748" y="-5174021"/>
                <a:ext cx="257490" cy="25749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92E84E99-771B-4BBD-9D65-722BE91CE29B}"/>
                </a:ext>
              </a:extLst>
            </p:cNvPr>
            <p:cNvSpPr/>
            <p:nvPr/>
          </p:nvSpPr>
          <p:spPr>
            <a:xfrm rot="1867613">
              <a:off x="26351264" y="3266219"/>
              <a:ext cx="1476700" cy="4870719"/>
            </a:xfrm>
            <a:custGeom>
              <a:avLst/>
              <a:gdLst>
                <a:gd name="connsiteX0" fmla="*/ 1285703 w 2470970"/>
                <a:gd name="connsiteY0" fmla="*/ 0 h 8150203"/>
                <a:gd name="connsiteX1" fmla="*/ 1388847 w 2470970"/>
                <a:gd name="connsiteY1" fmla="*/ 136962 h 8150203"/>
                <a:gd name="connsiteX2" fmla="*/ 2470970 w 2470970"/>
                <a:gd name="connsiteY2" fmla="*/ 4014183 h 8150203"/>
                <a:gd name="connsiteX3" fmla="*/ 1276512 w 2470970"/>
                <a:gd name="connsiteY3" fmla="*/ 8040568 h 8150203"/>
                <a:gd name="connsiteX4" fmla="*/ 1185269 w 2470970"/>
                <a:gd name="connsiteY4" fmla="*/ 8150203 h 8150203"/>
                <a:gd name="connsiteX5" fmla="*/ 1082124 w 2470970"/>
                <a:gd name="connsiteY5" fmla="*/ 8013241 h 8150203"/>
                <a:gd name="connsiteX6" fmla="*/ 0 w 2470970"/>
                <a:gd name="connsiteY6" fmla="*/ 4136020 h 8150203"/>
                <a:gd name="connsiteX7" fmla="*/ 1194459 w 2470970"/>
                <a:gd name="connsiteY7" fmla="*/ 109635 h 815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70970" h="8150203">
                  <a:moveTo>
                    <a:pt x="1285703" y="0"/>
                  </a:moveTo>
                  <a:lnTo>
                    <a:pt x="1388847" y="136962"/>
                  </a:lnTo>
                  <a:cubicBezTo>
                    <a:pt x="2049727" y="1058546"/>
                    <a:pt x="2470970" y="2453241"/>
                    <a:pt x="2470970" y="4014183"/>
                  </a:cubicBezTo>
                  <a:cubicBezTo>
                    <a:pt x="2470969" y="5661843"/>
                    <a:pt x="2001621" y="7124273"/>
                    <a:pt x="1276512" y="8040568"/>
                  </a:cubicBezTo>
                  <a:lnTo>
                    <a:pt x="1185269" y="8150203"/>
                  </a:lnTo>
                  <a:lnTo>
                    <a:pt x="1082124" y="8013241"/>
                  </a:lnTo>
                  <a:cubicBezTo>
                    <a:pt x="421245" y="7091657"/>
                    <a:pt x="0" y="5696962"/>
                    <a:pt x="0" y="4136020"/>
                  </a:cubicBezTo>
                  <a:cubicBezTo>
                    <a:pt x="0" y="2488360"/>
                    <a:pt x="469350" y="1025930"/>
                    <a:pt x="1194459" y="10963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C6C4420A-23B2-4363-86E4-64B789C5C9AC}"/>
              </a:ext>
            </a:extLst>
          </p:cNvPr>
          <p:cNvSpPr/>
          <p:nvPr/>
        </p:nvSpPr>
        <p:spPr>
          <a:xfrm rot="19732387" flipH="1">
            <a:off x="14909326" y="-12847403"/>
            <a:ext cx="11595034" cy="13763890"/>
          </a:xfrm>
          <a:custGeom>
            <a:avLst/>
            <a:gdLst>
              <a:gd name="connsiteX0" fmla="*/ 4188223 w 11595034"/>
              <a:gd name="connsiteY0" fmla="*/ 0 h 13763890"/>
              <a:gd name="connsiteX1" fmla="*/ 4133694 w 11595034"/>
              <a:gd name="connsiteY1" fmla="*/ 65520 h 13763890"/>
              <a:gd name="connsiteX2" fmla="*/ 3419862 w 11595034"/>
              <a:gd name="connsiteY2" fmla="*/ 2471765 h 13763890"/>
              <a:gd name="connsiteX3" fmla="*/ 3555330 w 11595034"/>
              <a:gd name="connsiteY3" fmla="*/ 3623723 h 13763890"/>
              <a:gd name="connsiteX4" fmla="*/ 3586525 w 11595034"/>
              <a:gd name="connsiteY4" fmla="*/ 3735091 h 13763890"/>
              <a:gd name="connsiteX5" fmla="*/ 3381626 w 11595034"/>
              <a:gd name="connsiteY5" fmla="*/ 3553404 h 13763890"/>
              <a:gd name="connsiteX6" fmla="*/ 2545272 w 11595034"/>
              <a:gd name="connsiteY6" fmla="*/ 2999912 h 13763890"/>
              <a:gd name="connsiteX7" fmla="*/ 83372 w 11595034"/>
              <a:gd name="connsiteY7" fmla="*/ 2511423 h 13763890"/>
              <a:gd name="connsiteX8" fmla="*/ 0 w 11595034"/>
              <a:gd name="connsiteY8" fmla="*/ 2529179 h 13763890"/>
              <a:gd name="connsiteX9" fmla="*/ 43742 w 11595034"/>
              <a:gd name="connsiteY9" fmla="*/ 2621839 h 13763890"/>
              <a:gd name="connsiteX10" fmla="*/ 1793346 w 11595034"/>
              <a:gd name="connsiteY10" fmla="*/ 4272920 h 13763890"/>
              <a:gd name="connsiteX11" fmla="*/ 2774292 w 11595034"/>
              <a:gd name="connsiteY11" fmla="*/ 4662837 h 13763890"/>
              <a:gd name="connsiteX12" fmla="*/ 2831614 w 11595034"/>
              <a:gd name="connsiteY12" fmla="*/ 4676199 h 13763890"/>
              <a:gd name="connsiteX13" fmla="*/ 2798838 w 11595034"/>
              <a:gd name="connsiteY13" fmla="*/ 4681130 h 13763890"/>
              <a:gd name="connsiteX14" fmla="*/ 1870257 w 11595034"/>
              <a:gd name="connsiteY14" fmla="*/ 5039782 h 13763890"/>
              <a:gd name="connsiteX15" fmla="*/ 884814 w 11595034"/>
              <a:gd name="connsiteY15" fmla="*/ 6036851 h 13763890"/>
              <a:gd name="connsiteX16" fmla="*/ 881235 w 11595034"/>
              <a:gd name="connsiteY16" fmla="*/ 6043700 h 13763890"/>
              <a:gd name="connsiteX17" fmla="*/ 880352 w 11595034"/>
              <a:gd name="connsiteY17" fmla="*/ 6044652 h 13763890"/>
              <a:gd name="connsiteX18" fmla="*/ 2265087 w 11595034"/>
              <a:gd name="connsiteY18" fmla="*/ 11539717 h 13763890"/>
              <a:gd name="connsiteX19" fmla="*/ 7844554 w 11595034"/>
              <a:gd name="connsiteY19" fmla="*/ 13259761 h 13763890"/>
              <a:gd name="connsiteX20" fmla="*/ 8467264 w 11595034"/>
              <a:gd name="connsiteY20" fmla="*/ 12015832 h 13763890"/>
              <a:gd name="connsiteX21" fmla="*/ 8482850 w 11595034"/>
              <a:gd name="connsiteY21" fmla="*/ 11848151 h 13763890"/>
              <a:gd name="connsiteX22" fmla="*/ 8493552 w 11595034"/>
              <a:gd name="connsiteY22" fmla="*/ 11853310 h 13763890"/>
              <a:gd name="connsiteX23" fmla="*/ 10032902 w 11595034"/>
              <a:gd name="connsiteY23" fmla="*/ 11938264 h 13763890"/>
              <a:gd name="connsiteX24" fmla="*/ 11108189 w 11595034"/>
              <a:gd name="connsiteY24" fmla="*/ 6199557 h 13763890"/>
              <a:gd name="connsiteX25" fmla="*/ 6889627 w 11595034"/>
              <a:gd name="connsiteY25" fmla="*/ 2415778 h 13763890"/>
              <a:gd name="connsiteX26" fmla="*/ 6888126 w 11595034"/>
              <a:gd name="connsiteY26" fmla="*/ 2416116 h 13763890"/>
              <a:gd name="connsiteX27" fmla="*/ 6880645 w 11595034"/>
              <a:gd name="connsiteY27" fmla="*/ 2416097 h 13763890"/>
              <a:gd name="connsiteX28" fmla="*/ 5539442 w 11595034"/>
              <a:gd name="connsiteY28" fmla="*/ 2824039 h 13763890"/>
              <a:gd name="connsiteX29" fmla="*/ 4879950 w 11595034"/>
              <a:gd name="connsiteY29" fmla="*/ 3372028 h 13763890"/>
              <a:gd name="connsiteX30" fmla="*/ 4768516 w 11595034"/>
              <a:gd name="connsiteY30" fmla="*/ 3510772 h 13763890"/>
              <a:gd name="connsiteX31" fmla="*/ 4810472 w 11595034"/>
              <a:gd name="connsiteY31" fmla="*/ 3324867 h 13763890"/>
              <a:gd name="connsiteX32" fmla="*/ 4896562 w 11595034"/>
              <a:gd name="connsiteY32" fmla="*/ 2398954 h 13763890"/>
              <a:gd name="connsiteX33" fmla="*/ 4249864 w 11595034"/>
              <a:gd name="connsiteY33" fmla="*/ 81852 h 13763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11595034" h="13763890">
                <a:moveTo>
                  <a:pt x="4188223" y="0"/>
                </a:moveTo>
                <a:lnTo>
                  <a:pt x="4133694" y="65520"/>
                </a:lnTo>
                <a:cubicBezTo>
                  <a:pt x="3700355" y="613115"/>
                  <a:pt x="3419862" y="1487092"/>
                  <a:pt x="3419862" y="2471765"/>
                </a:cubicBezTo>
                <a:cubicBezTo>
                  <a:pt x="3419863" y="2879887"/>
                  <a:pt x="3468048" y="3268991"/>
                  <a:pt x="3555330" y="3623723"/>
                </a:cubicBezTo>
                <a:lnTo>
                  <a:pt x="3586525" y="3735091"/>
                </a:lnTo>
                <a:lnTo>
                  <a:pt x="3381626" y="3553404"/>
                </a:lnTo>
                <a:cubicBezTo>
                  <a:pt x="3135617" y="3350459"/>
                  <a:pt x="2854868" y="3162771"/>
                  <a:pt x="2545272" y="2999912"/>
                </a:cubicBezTo>
                <a:cubicBezTo>
                  <a:pt x="1673818" y="2541490"/>
                  <a:pt x="769748" y="2382846"/>
                  <a:pt x="83372" y="2511423"/>
                </a:cubicBezTo>
                <a:lnTo>
                  <a:pt x="0" y="2529179"/>
                </a:lnTo>
                <a:lnTo>
                  <a:pt x="43742" y="2621839"/>
                </a:lnTo>
                <a:cubicBezTo>
                  <a:pt x="347298" y="3227789"/>
                  <a:pt x="967757" y="3838625"/>
                  <a:pt x="1793346" y="4272920"/>
                </a:cubicBezTo>
                <a:cubicBezTo>
                  <a:pt x="2120141" y="4444827"/>
                  <a:pt x="2451523" y="4574579"/>
                  <a:pt x="2774292" y="4662837"/>
                </a:cubicBezTo>
                <a:lnTo>
                  <a:pt x="2831614" y="4676199"/>
                </a:lnTo>
                <a:lnTo>
                  <a:pt x="2798838" y="4681130"/>
                </a:lnTo>
                <a:cubicBezTo>
                  <a:pt x="2479321" y="4743335"/>
                  <a:pt x="2165108" y="4861728"/>
                  <a:pt x="1870257" y="5039782"/>
                </a:cubicBezTo>
                <a:cubicBezTo>
                  <a:pt x="1449040" y="5294146"/>
                  <a:pt x="1117185" y="5640166"/>
                  <a:pt x="884814" y="6036851"/>
                </a:cubicBezTo>
                <a:lnTo>
                  <a:pt x="881235" y="6043700"/>
                </a:lnTo>
                <a:lnTo>
                  <a:pt x="880352" y="6044652"/>
                </a:lnTo>
                <a:cubicBezTo>
                  <a:pt x="-56602" y="7243292"/>
                  <a:pt x="515917" y="9613954"/>
                  <a:pt x="2265087" y="11539717"/>
                </a:cubicBezTo>
                <a:cubicBezTo>
                  <a:pt x="4130867" y="13593867"/>
                  <a:pt x="6628880" y="14363956"/>
                  <a:pt x="7844554" y="13259761"/>
                </a:cubicBezTo>
                <a:cubicBezTo>
                  <a:pt x="8188836" y="12947049"/>
                  <a:pt x="8393349" y="12517548"/>
                  <a:pt x="8467264" y="12015832"/>
                </a:cubicBezTo>
                <a:lnTo>
                  <a:pt x="8482850" y="11848151"/>
                </a:lnTo>
                <a:lnTo>
                  <a:pt x="8493552" y="11853310"/>
                </a:lnTo>
                <a:cubicBezTo>
                  <a:pt x="9021782" y="12072588"/>
                  <a:pt x="9550651" y="12113836"/>
                  <a:pt x="10032902" y="11938264"/>
                </a:cubicBezTo>
                <a:cubicBezTo>
                  <a:pt x="11576099" y="11376435"/>
                  <a:pt x="12057523" y="8807128"/>
                  <a:pt x="11108189" y="6199557"/>
                </a:cubicBezTo>
                <a:cubicBezTo>
                  <a:pt x="10218189" y="3754959"/>
                  <a:pt x="8386649" y="2144592"/>
                  <a:pt x="6889627" y="2415778"/>
                </a:cubicBezTo>
                <a:lnTo>
                  <a:pt x="6888126" y="2416116"/>
                </a:lnTo>
                <a:lnTo>
                  <a:pt x="6880645" y="2416097"/>
                </a:lnTo>
                <a:cubicBezTo>
                  <a:pt x="6421391" y="2437069"/>
                  <a:pt x="5960659" y="2569675"/>
                  <a:pt x="5539442" y="2824039"/>
                </a:cubicBezTo>
                <a:cubicBezTo>
                  <a:pt x="5286713" y="2976657"/>
                  <a:pt x="5066153" y="3162272"/>
                  <a:pt x="4879950" y="3372028"/>
                </a:cubicBezTo>
                <a:lnTo>
                  <a:pt x="4768516" y="3510772"/>
                </a:lnTo>
                <a:lnTo>
                  <a:pt x="4810472" y="3324867"/>
                </a:lnTo>
                <a:cubicBezTo>
                  <a:pt x="4866362" y="3033228"/>
                  <a:pt x="4896561" y="2722050"/>
                  <a:pt x="4896562" y="2398954"/>
                </a:cubicBezTo>
                <a:cubicBezTo>
                  <a:pt x="4896561" y="1466105"/>
                  <a:pt x="4644819" y="632608"/>
                  <a:pt x="4249864" y="81852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Freeform: Shape 171">
            <a:extLst>
              <a:ext uri="{FF2B5EF4-FFF2-40B4-BE49-F238E27FC236}">
                <a16:creationId xmlns:a16="http://schemas.microsoft.com/office/drawing/2014/main" id="{54DBCF5C-5AE2-4986-966F-907D681E210C}"/>
              </a:ext>
            </a:extLst>
          </p:cNvPr>
          <p:cNvSpPr/>
          <p:nvPr/>
        </p:nvSpPr>
        <p:spPr>
          <a:xfrm rot="19732387" flipH="1">
            <a:off x="-29512156" y="-7602013"/>
            <a:ext cx="11595034" cy="13763890"/>
          </a:xfrm>
          <a:custGeom>
            <a:avLst/>
            <a:gdLst>
              <a:gd name="connsiteX0" fmla="*/ 4188223 w 11595034"/>
              <a:gd name="connsiteY0" fmla="*/ 0 h 13763890"/>
              <a:gd name="connsiteX1" fmla="*/ 4133694 w 11595034"/>
              <a:gd name="connsiteY1" fmla="*/ 65520 h 13763890"/>
              <a:gd name="connsiteX2" fmla="*/ 3419862 w 11595034"/>
              <a:gd name="connsiteY2" fmla="*/ 2471765 h 13763890"/>
              <a:gd name="connsiteX3" fmla="*/ 3555330 w 11595034"/>
              <a:gd name="connsiteY3" fmla="*/ 3623723 h 13763890"/>
              <a:gd name="connsiteX4" fmla="*/ 3586525 w 11595034"/>
              <a:gd name="connsiteY4" fmla="*/ 3735091 h 13763890"/>
              <a:gd name="connsiteX5" fmla="*/ 3381626 w 11595034"/>
              <a:gd name="connsiteY5" fmla="*/ 3553404 h 13763890"/>
              <a:gd name="connsiteX6" fmla="*/ 2545272 w 11595034"/>
              <a:gd name="connsiteY6" fmla="*/ 2999912 h 13763890"/>
              <a:gd name="connsiteX7" fmla="*/ 83372 w 11595034"/>
              <a:gd name="connsiteY7" fmla="*/ 2511423 h 13763890"/>
              <a:gd name="connsiteX8" fmla="*/ 0 w 11595034"/>
              <a:gd name="connsiteY8" fmla="*/ 2529179 h 13763890"/>
              <a:gd name="connsiteX9" fmla="*/ 43742 w 11595034"/>
              <a:gd name="connsiteY9" fmla="*/ 2621839 h 13763890"/>
              <a:gd name="connsiteX10" fmla="*/ 1793346 w 11595034"/>
              <a:gd name="connsiteY10" fmla="*/ 4272920 h 13763890"/>
              <a:gd name="connsiteX11" fmla="*/ 2774292 w 11595034"/>
              <a:gd name="connsiteY11" fmla="*/ 4662837 h 13763890"/>
              <a:gd name="connsiteX12" fmla="*/ 2831614 w 11595034"/>
              <a:gd name="connsiteY12" fmla="*/ 4676199 h 13763890"/>
              <a:gd name="connsiteX13" fmla="*/ 2798838 w 11595034"/>
              <a:gd name="connsiteY13" fmla="*/ 4681130 h 13763890"/>
              <a:gd name="connsiteX14" fmla="*/ 1870257 w 11595034"/>
              <a:gd name="connsiteY14" fmla="*/ 5039782 h 13763890"/>
              <a:gd name="connsiteX15" fmla="*/ 884814 w 11595034"/>
              <a:gd name="connsiteY15" fmla="*/ 6036851 h 13763890"/>
              <a:gd name="connsiteX16" fmla="*/ 881235 w 11595034"/>
              <a:gd name="connsiteY16" fmla="*/ 6043700 h 13763890"/>
              <a:gd name="connsiteX17" fmla="*/ 880352 w 11595034"/>
              <a:gd name="connsiteY17" fmla="*/ 6044652 h 13763890"/>
              <a:gd name="connsiteX18" fmla="*/ 2265087 w 11595034"/>
              <a:gd name="connsiteY18" fmla="*/ 11539717 h 13763890"/>
              <a:gd name="connsiteX19" fmla="*/ 7844554 w 11595034"/>
              <a:gd name="connsiteY19" fmla="*/ 13259761 h 13763890"/>
              <a:gd name="connsiteX20" fmla="*/ 8467264 w 11595034"/>
              <a:gd name="connsiteY20" fmla="*/ 12015832 h 13763890"/>
              <a:gd name="connsiteX21" fmla="*/ 8482850 w 11595034"/>
              <a:gd name="connsiteY21" fmla="*/ 11848151 h 13763890"/>
              <a:gd name="connsiteX22" fmla="*/ 8493552 w 11595034"/>
              <a:gd name="connsiteY22" fmla="*/ 11853310 h 13763890"/>
              <a:gd name="connsiteX23" fmla="*/ 10032902 w 11595034"/>
              <a:gd name="connsiteY23" fmla="*/ 11938264 h 13763890"/>
              <a:gd name="connsiteX24" fmla="*/ 11108189 w 11595034"/>
              <a:gd name="connsiteY24" fmla="*/ 6199557 h 13763890"/>
              <a:gd name="connsiteX25" fmla="*/ 6889627 w 11595034"/>
              <a:gd name="connsiteY25" fmla="*/ 2415778 h 13763890"/>
              <a:gd name="connsiteX26" fmla="*/ 6888126 w 11595034"/>
              <a:gd name="connsiteY26" fmla="*/ 2416116 h 13763890"/>
              <a:gd name="connsiteX27" fmla="*/ 6880645 w 11595034"/>
              <a:gd name="connsiteY27" fmla="*/ 2416097 h 13763890"/>
              <a:gd name="connsiteX28" fmla="*/ 5539442 w 11595034"/>
              <a:gd name="connsiteY28" fmla="*/ 2824039 h 13763890"/>
              <a:gd name="connsiteX29" fmla="*/ 4879950 w 11595034"/>
              <a:gd name="connsiteY29" fmla="*/ 3372028 h 13763890"/>
              <a:gd name="connsiteX30" fmla="*/ 4768516 w 11595034"/>
              <a:gd name="connsiteY30" fmla="*/ 3510772 h 13763890"/>
              <a:gd name="connsiteX31" fmla="*/ 4810472 w 11595034"/>
              <a:gd name="connsiteY31" fmla="*/ 3324867 h 13763890"/>
              <a:gd name="connsiteX32" fmla="*/ 4896562 w 11595034"/>
              <a:gd name="connsiteY32" fmla="*/ 2398954 h 13763890"/>
              <a:gd name="connsiteX33" fmla="*/ 4249864 w 11595034"/>
              <a:gd name="connsiteY33" fmla="*/ 81852 h 13763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11595034" h="13763890">
                <a:moveTo>
                  <a:pt x="4188223" y="0"/>
                </a:moveTo>
                <a:lnTo>
                  <a:pt x="4133694" y="65520"/>
                </a:lnTo>
                <a:cubicBezTo>
                  <a:pt x="3700355" y="613115"/>
                  <a:pt x="3419862" y="1487092"/>
                  <a:pt x="3419862" y="2471765"/>
                </a:cubicBezTo>
                <a:cubicBezTo>
                  <a:pt x="3419863" y="2879887"/>
                  <a:pt x="3468048" y="3268991"/>
                  <a:pt x="3555330" y="3623723"/>
                </a:cubicBezTo>
                <a:lnTo>
                  <a:pt x="3586525" y="3735091"/>
                </a:lnTo>
                <a:lnTo>
                  <a:pt x="3381626" y="3553404"/>
                </a:lnTo>
                <a:cubicBezTo>
                  <a:pt x="3135617" y="3350459"/>
                  <a:pt x="2854868" y="3162771"/>
                  <a:pt x="2545272" y="2999912"/>
                </a:cubicBezTo>
                <a:cubicBezTo>
                  <a:pt x="1673818" y="2541490"/>
                  <a:pt x="769748" y="2382846"/>
                  <a:pt x="83372" y="2511423"/>
                </a:cubicBezTo>
                <a:lnTo>
                  <a:pt x="0" y="2529179"/>
                </a:lnTo>
                <a:lnTo>
                  <a:pt x="43742" y="2621839"/>
                </a:lnTo>
                <a:cubicBezTo>
                  <a:pt x="347298" y="3227789"/>
                  <a:pt x="967757" y="3838625"/>
                  <a:pt x="1793346" y="4272920"/>
                </a:cubicBezTo>
                <a:cubicBezTo>
                  <a:pt x="2120141" y="4444827"/>
                  <a:pt x="2451523" y="4574579"/>
                  <a:pt x="2774292" y="4662837"/>
                </a:cubicBezTo>
                <a:lnTo>
                  <a:pt x="2831614" y="4676199"/>
                </a:lnTo>
                <a:lnTo>
                  <a:pt x="2798838" y="4681130"/>
                </a:lnTo>
                <a:cubicBezTo>
                  <a:pt x="2479321" y="4743335"/>
                  <a:pt x="2165108" y="4861728"/>
                  <a:pt x="1870257" y="5039782"/>
                </a:cubicBezTo>
                <a:cubicBezTo>
                  <a:pt x="1449040" y="5294146"/>
                  <a:pt x="1117185" y="5640166"/>
                  <a:pt x="884814" y="6036851"/>
                </a:cubicBezTo>
                <a:lnTo>
                  <a:pt x="881235" y="6043700"/>
                </a:lnTo>
                <a:lnTo>
                  <a:pt x="880352" y="6044652"/>
                </a:lnTo>
                <a:cubicBezTo>
                  <a:pt x="-56602" y="7243292"/>
                  <a:pt x="515917" y="9613954"/>
                  <a:pt x="2265087" y="11539717"/>
                </a:cubicBezTo>
                <a:cubicBezTo>
                  <a:pt x="4130867" y="13593867"/>
                  <a:pt x="6628880" y="14363956"/>
                  <a:pt x="7844554" y="13259761"/>
                </a:cubicBezTo>
                <a:cubicBezTo>
                  <a:pt x="8188836" y="12947049"/>
                  <a:pt x="8393349" y="12517548"/>
                  <a:pt x="8467264" y="12015832"/>
                </a:cubicBezTo>
                <a:lnTo>
                  <a:pt x="8482850" y="11848151"/>
                </a:lnTo>
                <a:lnTo>
                  <a:pt x="8493552" y="11853310"/>
                </a:lnTo>
                <a:cubicBezTo>
                  <a:pt x="9021782" y="12072588"/>
                  <a:pt x="9550651" y="12113836"/>
                  <a:pt x="10032902" y="11938264"/>
                </a:cubicBezTo>
                <a:cubicBezTo>
                  <a:pt x="11576099" y="11376435"/>
                  <a:pt x="12057523" y="8807128"/>
                  <a:pt x="11108189" y="6199557"/>
                </a:cubicBezTo>
                <a:cubicBezTo>
                  <a:pt x="10218189" y="3754959"/>
                  <a:pt x="8386649" y="2144592"/>
                  <a:pt x="6889627" y="2415778"/>
                </a:cubicBezTo>
                <a:lnTo>
                  <a:pt x="6888126" y="2416116"/>
                </a:lnTo>
                <a:lnTo>
                  <a:pt x="6880645" y="2416097"/>
                </a:lnTo>
                <a:cubicBezTo>
                  <a:pt x="6421391" y="2437069"/>
                  <a:pt x="5960659" y="2569675"/>
                  <a:pt x="5539442" y="2824039"/>
                </a:cubicBezTo>
                <a:cubicBezTo>
                  <a:pt x="5286713" y="2976657"/>
                  <a:pt x="5066153" y="3162272"/>
                  <a:pt x="4879950" y="3372028"/>
                </a:cubicBezTo>
                <a:lnTo>
                  <a:pt x="4768516" y="3510772"/>
                </a:lnTo>
                <a:lnTo>
                  <a:pt x="4810472" y="3324867"/>
                </a:lnTo>
                <a:cubicBezTo>
                  <a:pt x="4866362" y="3033228"/>
                  <a:pt x="4896561" y="2722050"/>
                  <a:pt x="4896562" y="2398954"/>
                </a:cubicBezTo>
                <a:cubicBezTo>
                  <a:pt x="4896561" y="1466105"/>
                  <a:pt x="4644819" y="632608"/>
                  <a:pt x="4249864" y="81852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6E7F3E27-6F1D-4E5E-BA3C-415E7C544A42}"/>
              </a:ext>
            </a:extLst>
          </p:cNvPr>
          <p:cNvSpPr/>
          <p:nvPr/>
        </p:nvSpPr>
        <p:spPr>
          <a:xfrm flipH="1">
            <a:off x="-14439786" y="6333816"/>
            <a:ext cx="10146371" cy="13422301"/>
          </a:xfrm>
          <a:custGeom>
            <a:avLst/>
            <a:gdLst>
              <a:gd name="connsiteX0" fmla="*/ 7475959 w 10146371"/>
              <a:gd name="connsiteY0" fmla="*/ 0 h 13422301"/>
              <a:gd name="connsiteX1" fmla="*/ 7407533 w 10146371"/>
              <a:gd name="connsiteY1" fmla="*/ 23700 h 13422301"/>
              <a:gd name="connsiteX2" fmla="*/ 5831758 w 10146371"/>
              <a:gd name="connsiteY2" fmla="*/ 1460047 h 13422301"/>
              <a:gd name="connsiteX3" fmla="*/ 5329715 w 10146371"/>
              <a:gd name="connsiteY3" fmla="*/ 2732675 h 13422301"/>
              <a:gd name="connsiteX4" fmla="*/ 5322582 w 10146371"/>
              <a:gd name="connsiteY4" fmla="*/ 2780039 h 13422301"/>
              <a:gd name="connsiteX5" fmla="*/ 5322582 w 10146371"/>
              <a:gd name="connsiteY5" fmla="*/ 614412 h 13422301"/>
              <a:gd name="connsiteX6" fmla="*/ 4823790 w 10146371"/>
              <a:gd name="connsiteY6" fmla="*/ 614412 h 13422301"/>
              <a:gd name="connsiteX7" fmla="*/ 4823790 w 10146371"/>
              <a:gd name="connsiteY7" fmla="*/ 2780048 h 13422301"/>
              <a:gd name="connsiteX8" fmla="*/ 4816655 w 10146371"/>
              <a:gd name="connsiteY8" fmla="*/ 2732674 h 13422301"/>
              <a:gd name="connsiteX9" fmla="*/ 4314613 w 10146371"/>
              <a:gd name="connsiteY9" fmla="*/ 1460047 h 13422301"/>
              <a:gd name="connsiteX10" fmla="*/ 2738839 w 10146371"/>
              <a:gd name="connsiteY10" fmla="*/ 23702 h 13422301"/>
              <a:gd name="connsiteX11" fmla="*/ 2670413 w 10146371"/>
              <a:gd name="connsiteY11" fmla="*/ 2 h 13422301"/>
              <a:gd name="connsiteX12" fmla="*/ 2661532 w 10146371"/>
              <a:gd name="connsiteY12" fmla="*/ 86593 h 13422301"/>
              <a:gd name="connsiteX13" fmla="*/ 3208785 w 10146371"/>
              <a:gd name="connsiteY13" fmla="*/ 2055575 h 13422301"/>
              <a:gd name="connsiteX14" fmla="*/ 4784559 w 10146371"/>
              <a:gd name="connsiteY14" fmla="*/ 3491920 h 13422301"/>
              <a:gd name="connsiteX15" fmla="*/ 4823790 w 10146371"/>
              <a:gd name="connsiteY15" fmla="*/ 3505509 h 13422301"/>
              <a:gd name="connsiteX16" fmla="*/ 4823790 w 10146371"/>
              <a:gd name="connsiteY16" fmla="*/ 3902866 h 13422301"/>
              <a:gd name="connsiteX17" fmla="*/ 4745604 w 10146371"/>
              <a:gd name="connsiteY17" fmla="*/ 3841462 h 13422301"/>
              <a:gd name="connsiteX18" fmla="*/ 2889966 w 10146371"/>
              <a:gd name="connsiteY18" fmla="*/ 3322453 h 13422301"/>
              <a:gd name="connsiteX19" fmla="*/ 1559232 w 10146371"/>
              <a:gd name="connsiteY19" fmla="*/ 3763346 h 13422301"/>
              <a:gd name="connsiteX20" fmla="*/ 1552934 w 10146371"/>
              <a:gd name="connsiteY20" fmla="*/ 3767822 h 13422301"/>
              <a:gd name="connsiteX21" fmla="*/ 1551713 w 10146371"/>
              <a:gd name="connsiteY21" fmla="*/ 3768269 h 13422301"/>
              <a:gd name="connsiteX22" fmla="*/ 290311 w 10146371"/>
              <a:gd name="connsiteY22" fmla="*/ 9292951 h 13422301"/>
              <a:gd name="connsiteX23" fmla="*/ 4480401 w 10146371"/>
              <a:gd name="connsiteY23" fmla="*/ 13358925 h 13422301"/>
              <a:gd name="connsiteX24" fmla="*/ 5031766 w 10146371"/>
              <a:gd name="connsiteY24" fmla="*/ 13102867 h 13422301"/>
              <a:gd name="connsiteX25" fmla="*/ 5073185 w 10146371"/>
              <a:gd name="connsiteY25" fmla="*/ 13072165 h 13422301"/>
              <a:gd name="connsiteX26" fmla="*/ 5114605 w 10146371"/>
              <a:gd name="connsiteY26" fmla="*/ 13102867 h 13422301"/>
              <a:gd name="connsiteX27" fmla="*/ 5665970 w 10146371"/>
              <a:gd name="connsiteY27" fmla="*/ 13358925 h 13422301"/>
              <a:gd name="connsiteX28" fmla="*/ 9856060 w 10146371"/>
              <a:gd name="connsiteY28" fmla="*/ 9292951 h 13422301"/>
              <a:gd name="connsiteX29" fmla="*/ 8594658 w 10146371"/>
              <a:gd name="connsiteY29" fmla="*/ 3768269 h 13422301"/>
              <a:gd name="connsiteX30" fmla="*/ 8593236 w 10146371"/>
              <a:gd name="connsiteY30" fmla="*/ 3767678 h 13422301"/>
              <a:gd name="connsiteX31" fmla="*/ 8587140 w 10146371"/>
              <a:gd name="connsiteY31" fmla="*/ 3763346 h 13422301"/>
              <a:gd name="connsiteX32" fmla="*/ 7256406 w 10146371"/>
              <a:gd name="connsiteY32" fmla="*/ 3322453 h 13422301"/>
              <a:gd name="connsiteX33" fmla="*/ 5400767 w 10146371"/>
              <a:gd name="connsiteY33" fmla="*/ 3841462 h 13422301"/>
              <a:gd name="connsiteX34" fmla="*/ 5322582 w 10146371"/>
              <a:gd name="connsiteY34" fmla="*/ 3902867 h 13422301"/>
              <a:gd name="connsiteX35" fmla="*/ 5322582 w 10146371"/>
              <a:gd name="connsiteY35" fmla="*/ 3505510 h 13422301"/>
              <a:gd name="connsiteX36" fmla="*/ 5361811 w 10146371"/>
              <a:gd name="connsiteY36" fmla="*/ 3491922 h 13422301"/>
              <a:gd name="connsiteX37" fmla="*/ 6937586 w 10146371"/>
              <a:gd name="connsiteY37" fmla="*/ 2055575 h 13422301"/>
              <a:gd name="connsiteX38" fmla="*/ 7484840 w 10146371"/>
              <a:gd name="connsiteY38" fmla="*/ 86591 h 13422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0146371" h="13422301">
                <a:moveTo>
                  <a:pt x="7475959" y="0"/>
                </a:moveTo>
                <a:lnTo>
                  <a:pt x="7407533" y="23700"/>
                </a:lnTo>
                <a:cubicBezTo>
                  <a:pt x="6851939" y="231615"/>
                  <a:pt x="6264167" y="743994"/>
                  <a:pt x="5831758" y="1460047"/>
                </a:cubicBezTo>
                <a:cubicBezTo>
                  <a:pt x="5575726" y="1884026"/>
                  <a:pt x="5408247" y="2322967"/>
                  <a:pt x="5329715" y="2732675"/>
                </a:cubicBezTo>
                <a:lnTo>
                  <a:pt x="5322582" y="2780039"/>
                </a:lnTo>
                <a:lnTo>
                  <a:pt x="5322582" y="614412"/>
                </a:lnTo>
                <a:lnTo>
                  <a:pt x="4823790" y="614412"/>
                </a:lnTo>
                <a:lnTo>
                  <a:pt x="4823790" y="2780048"/>
                </a:lnTo>
                <a:lnTo>
                  <a:pt x="4816655" y="2732674"/>
                </a:lnTo>
                <a:cubicBezTo>
                  <a:pt x="4738123" y="2322966"/>
                  <a:pt x="4570645" y="1884026"/>
                  <a:pt x="4314613" y="1460047"/>
                </a:cubicBezTo>
                <a:cubicBezTo>
                  <a:pt x="3882204" y="743994"/>
                  <a:pt x="3294433" y="231616"/>
                  <a:pt x="2738839" y="23702"/>
                </a:cubicBezTo>
                <a:lnTo>
                  <a:pt x="2670413" y="2"/>
                </a:lnTo>
                <a:lnTo>
                  <a:pt x="2661532" y="86593"/>
                </a:lnTo>
                <a:cubicBezTo>
                  <a:pt x="2616180" y="660542"/>
                  <a:pt x="2799134" y="1377209"/>
                  <a:pt x="3208785" y="2055575"/>
                </a:cubicBezTo>
                <a:cubicBezTo>
                  <a:pt x="3641194" y="2771628"/>
                  <a:pt x="4228965" y="3284006"/>
                  <a:pt x="4784559" y="3491920"/>
                </a:cubicBezTo>
                <a:lnTo>
                  <a:pt x="4823790" y="3505509"/>
                </a:lnTo>
                <a:lnTo>
                  <a:pt x="4823790" y="3902866"/>
                </a:lnTo>
                <a:lnTo>
                  <a:pt x="4745604" y="3841462"/>
                </a:lnTo>
                <a:cubicBezTo>
                  <a:pt x="4224816" y="3471218"/>
                  <a:pt x="3577069" y="3272940"/>
                  <a:pt x="2889966" y="3322453"/>
                </a:cubicBezTo>
                <a:cubicBezTo>
                  <a:pt x="2399178" y="3357820"/>
                  <a:pt x="1946389" y="3515426"/>
                  <a:pt x="1559232" y="3763346"/>
                </a:cubicBezTo>
                <a:lnTo>
                  <a:pt x="1552934" y="3767822"/>
                </a:lnTo>
                <a:lnTo>
                  <a:pt x="1551713" y="3768269"/>
                </a:lnTo>
                <a:cubicBezTo>
                  <a:pt x="172652" y="4410772"/>
                  <a:pt x="-393703" y="6782914"/>
                  <a:pt x="290311" y="9292951"/>
                </a:cubicBezTo>
                <a:cubicBezTo>
                  <a:pt x="1019926" y="11970325"/>
                  <a:pt x="2895893" y="13790723"/>
                  <a:pt x="4480401" y="13358925"/>
                </a:cubicBezTo>
                <a:cubicBezTo>
                  <a:pt x="4678464" y="13304951"/>
                  <a:pt x="4862598" y="13218341"/>
                  <a:pt x="5031766" y="13102867"/>
                </a:cubicBezTo>
                <a:lnTo>
                  <a:pt x="5073185" y="13072165"/>
                </a:lnTo>
                <a:lnTo>
                  <a:pt x="5114605" y="13102867"/>
                </a:lnTo>
                <a:cubicBezTo>
                  <a:pt x="5283772" y="13218341"/>
                  <a:pt x="5467906" y="13304951"/>
                  <a:pt x="5665970" y="13358925"/>
                </a:cubicBezTo>
                <a:cubicBezTo>
                  <a:pt x="7250477" y="13790723"/>
                  <a:pt x="9126444" y="11970325"/>
                  <a:pt x="9856060" y="9292951"/>
                </a:cubicBezTo>
                <a:cubicBezTo>
                  <a:pt x="10540074" y="6782914"/>
                  <a:pt x="9973719" y="4410772"/>
                  <a:pt x="8594658" y="3768269"/>
                </a:cubicBezTo>
                <a:lnTo>
                  <a:pt x="8593236" y="3767678"/>
                </a:lnTo>
                <a:lnTo>
                  <a:pt x="8587140" y="3763346"/>
                </a:lnTo>
                <a:cubicBezTo>
                  <a:pt x="8199983" y="3515426"/>
                  <a:pt x="7747194" y="3357820"/>
                  <a:pt x="7256406" y="3322453"/>
                </a:cubicBezTo>
                <a:cubicBezTo>
                  <a:pt x="6569303" y="3272940"/>
                  <a:pt x="5921556" y="3471218"/>
                  <a:pt x="5400767" y="3841462"/>
                </a:cubicBezTo>
                <a:lnTo>
                  <a:pt x="5322582" y="3902867"/>
                </a:lnTo>
                <a:lnTo>
                  <a:pt x="5322582" y="3505510"/>
                </a:lnTo>
                <a:lnTo>
                  <a:pt x="5361811" y="3491922"/>
                </a:lnTo>
                <a:cubicBezTo>
                  <a:pt x="5917406" y="3284008"/>
                  <a:pt x="6505176" y="2771628"/>
                  <a:pt x="6937586" y="2055575"/>
                </a:cubicBezTo>
                <a:cubicBezTo>
                  <a:pt x="7347237" y="1377209"/>
                  <a:pt x="7530192" y="660541"/>
                  <a:pt x="7484840" y="86591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0" name="Freeform: Shape 189">
            <a:extLst>
              <a:ext uri="{FF2B5EF4-FFF2-40B4-BE49-F238E27FC236}">
                <a16:creationId xmlns:a16="http://schemas.microsoft.com/office/drawing/2014/main" id="{7E8A13E7-300B-40CD-A3A8-296CE7F8533C}"/>
              </a:ext>
            </a:extLst>
          </p:cNvPr>
          <p:cNvSpPr/>
          <p:nvPr/>
        </p:nvSpPr>
        <p:spPr>
          <a:xfrm rot="20700000">
            <a:off x="1124576" y="8918475"/>
            <a:ext cx="6860956" cy="11476975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13204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8B524DB3-DF70-41F1-BD96-6E35E7087470}"/>
              </a:ext>
            </a:extLst>
          </p:cNvPr>
          <p:cNvGrpSpPr/>
          <p:nvPr/>
        </p:nvGrpSpPr>
        <p:grpSpPr>
          <a:xfrm>
            <a:off x="-775511" y="-1595918"/>
            <a:ext cx="21534337" cy="4919256"/>
            <a:chOff x="-775510" y="944082"/>
            <a:chExt cx="15024910" cy="496983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D4DCF79-C0C7-4944-A64B-E08F2FE118B9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A37C59D5-DF2E-4EE1-83E8-31CEC942B985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86C49E4-2651-41C7-863C-AF21A11118F2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B48DB32-A558-4E50-A0FD-44C46779F5F6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A1F3FA-DEEC-4C39-990F-30A2BF9FB814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DEEAF37-01D5-4209-B7F5-EBC7DE7EF5D2}"/>
                </a:ext>
              </a:extLst>
            </p:cNvPr>
            <p:cNvSpPr/>
            <p:nvPr/>
          </p:nvSpPr>
          <p:spPr>
            <a:xfrm>
              <a:off x="-682375" y="1053400"/>
              <a:ext cx="14840799" cy="4739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2CB3FE1-42FA-4C46-9526-C139091A21E9}"/>
              </a:ext>
            </a:extLst>
          </p:cNvPr>
          <p:cNvGrpSpPr/>
          <p:nvPr/>
        </p:nvGrpSpPr>
        <p:grpSpPr>
          <a:xfrm>
            <a:off x="-203203" y="-1363031"/>
            <a:ext cx="20694259" cy="4313136"/>
            <a:chOff x="-203203" y="-1363031"/>
            <a:chExt cx="20694259" cy="4313136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9F96674-F097-44C6-BF1B-767A1A9C71CC}"/>
                </a:ext>
              </a:extLst>
            </p:cNvPr>
            <p:cNvSpPr/>
            <p:nvPr/>
          </p:nvSpPr>
          <p:spPr>
            <a:xfrm>
              <a:off x="18680922" y="-1363031"/>
              <a:ext cx="165782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 II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11D8B0F-403A-4185-BC31-1BE0DE36B688}"/>
                </a:ext>
              </a:extLst>
            </p:cNvPr>
            <p:cNvGrpSpPr/>
            <p:nvPr/>
          </p:nvGrpSpPr>
          <p:grpSpPr>
            <a:xfrm>
              <a:off x="-203203" y="-1255309"/>
              <a:ext cx="20694259" cy="4205414"/>
              <a:chOff x="-203203" y="-1255309"/>
              <a:chExt cx="20694259" cy="4205414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4CC93ED7-3755-4448-B223-FAF715A97510}"/>
                  </a:ext>
                </a:extLst>
              </p:cNvPr>
              <p:cNvSpPr/>
              <p:nvPr/>
            </p:nvSpPr>
            <p:spPr>
              <a:xfrm>
                <a:off x="-141975" y="-44676"/>
                <a:ext cx="20516769" cy="10772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Draw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fruit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along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don’t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cross,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dangle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Symmetries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mirror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8E45AB40-11E3-4C5A-8FA2-E45884F7459D}"/>
                  </a:ext>
                </a:extLst>
              </p:cNvPr>
              <p:cNvSpPr/>
              <p:nvPr/>
            </p:nvSpPr>
            <p:spPr>
              <a:xfrm>
                <a:off x="-203203" y="677124"/>
                <a:ext cx="20577997" cy="2272981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98" name="Subtitle 2">
                <a:extLst>
                  <a:ext uri="{FF2B5EF4-FFF2-40B4-BE49-F238E27FC236}">
                    <a16:creationId xmlns:a16="http://schemas.microsoft.com/office/drawing/2014/main" id="{5487D2EA-3942-4027-9233-2EE2C6E59F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01600" y="857838"/>
                <a:ext cx="5593354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b="1" i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seek perfection norms, 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en-US" b="1" i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Pears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prefer unique forms.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Eat a </a:t>
                </a:r>
                <a:r>
                  <a:rPr lang="en-US" b="1" i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Blueberry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you’ll want another,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or eat an </a:t>
                </a:r>
                <a:r>
                  <a:rPr lang="en-US" b="1" i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 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 you won’t bother!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47349939-095B-4113-A204-F7E3A3F2B712}"/>
                  </a:ext>
                </a:extLst>
              </p:cNvPr>
              <p:cNvSpPr/>
              <p:nvPr/>
            </p:nvSpPr>
            <p:spPr>
              <a:xfrm>
                <a:off x="-101600" y="-1255309"/>
                <a:ext cx="607730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sz="8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Kudamono</a:t>
                </a:r>
                <a:endPara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767AAA99-412D-4596-A167-B84FA5A02449}"/>
                  </a:ext>
                </a:extLst>
              </p:cNvPr>
              <p:cNvGrpSpPr/>
              <p:nvPr/>
            </p:nvGrpSpPr>
            <p:grpSpPr>
              <a:xfrm>
                <a:off x="5639153" y="795455"/>
                <a:ext cx="1177545" cy="1957757"/>
                <a:chOff x="4295090" y="3342064"/>
                <a:chExt cx="1177545" cy="1957757"/>
              </a:xfrm>
            </p:grpSpPr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6EA7B07F-E9B9-4A8F-82BD-A4275D111F23}"/>
                    </a:ext>
                  </a:extLst>
                </p:cNvPr>
                <p:cNvSpPr/>
                <p:nvPr/>
              </p:nvSpPr>
              <p:spPr>
                <a:xfrm rot="2607834" flipH="1">
                  <a:off x="4410700" y="334206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92573C10-419A-4402-B4D3-667B0369F370}"/>
                    </a:ext>
                  </a:extLst>
                </p:cNvPr>
                <p:cNvSpPr/>
                <p:nvPr/>
              </p:nvSpPr>
              <p:spPr>
                <a:xfrm rot="20876803">
                  <a:off x="4960778" y="3713889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FDA3C0E0-D056-442D-86A2-29F8E9AA43D1}"/>
                    </a:ext>
                  </a:extLst>
                </p:cNvPr>
                <p:cNvSpPr/>
                <p:nvPr/>
              </p:nvSpPr>
              <p:spPr>
                <a:xfrm>
                  <a:off x="4295090" y="4287360"/>
                  <a:ext cx="494320" cy="578263"/>
                </a:xfrm>
                <a:custGeom>
                  <a:avLst/>
                  <a:gdLst>
                    <a:gd name="connsiteX0" fmla="*/ 537514 w 575317"/>
                    <a:gd name="connsiteY0" fmla="*/ 539503 h 673014"/>
                    <a:gd name="connsiteX1" fmla="*/ 520201 w 575317"/>
                    <a:gd name="connsiteY1" fmla="*/ 514175 h 673014"/>
                    <a:gd name="connsiteX2" fmla="*/ 515304 w 575317"/>
                    <a:gd name="connsiteY2" fmla="*/ 520071 h 673014"/>
                    <a:gd name="connsiteX3" fmla="*/ 454919 w 575317"/>
                    <a:gd name="connsiteY3" fmla="*/ 544028 h 673014"/>
                    <a:gd name="connsiteX4" fmla="*/ 387769 w 575317"/>
                    <a:gd name="connsiteY4" fmla="*/ 499945 h 673014"/>
                    <a:gd name="connsiteX5" fmla="*/ 386956 w 575317"/>
                    <a:gd name="connsiteY5" fmla="*/ 496300 h 673014"/>
                    <a:gd name="connsiteX6" fmla="*/ 372789 w 575317"/>
                    <a:gd name="connsiteY6" fmla="*/ 533728 h 673014"/>
                    <a:gd name="connsiteX7" fmla="*/ 305467 w 575317"/>
                    <a:gd name="connsiteY7" fmla="*/ 597583 h 673014"/>
                    <a:gd name="connsiteX8" fmla="*/ 287623 w 575317"/>
                    <a:gd name="connsiteY8" fmla="*/ 605092 h 673014"/>
                    <a:gd name="connsiteX9" fmla="*/ 257045 w 575317"/>
                    <a:gd name="connsiteY9" fmla="*/ 673014 h 673014"/>
                    <a:gd name="connsiteX10" fmla="*/ 216545 w 575317"/>
                    <a:gd name="connsiteY10" fmla="*/ 635127 h 673014"/>
                    <a:gd name="connsiteX11" fmla="*/ 156651 w 575317"/>
                    <a:gd name="connsiteY11" fmla="*/ 669020 h 673014"/>
                    <a:gd name="connsiteX12" fmla="*/ 148826 w 575317"/>
                    <a:gd name="connsiteY12" fmla="*/ 627412 h 673014"/>
                    <a:gd name="connsiteX13" fmla="*/ 98234 w 575317"/>
                    <a:gd name="connsiteY13" fmla="*/ 633891 h 673014"/>
                    <a:gd name="connsiteX14" fmla="*/ 137139 w 575317"/>
                    <a:gd name="connsiteY14" fmla="*/ 594978 h 673014"/>
                    <a:gd name="connsiteX15" fmla="*/ 125123 w 575317"/>
                    <a:gd name="connsiteY15" fmla="*/ 588299 h 673014"/>
                    <a:gd name="connsiteX16" fmla="*/ 62878 w 575317"/>
                    <a:gd name="connsiteY16" fmla="*/ 489802 h 673014"/>
                    <a:gd name="connsiteX17" fmla="*/ 118322 w 575317"/>
                    <a:gd name="connsiteY17" fmla="*/ 356825 h 673014"/>
                    <a:gd name="connsiteX18" fmla="*/ 142714 w 575317"/>
                    <a:gd name="connsiteY18" fmla="*/ 341993 h 673014"/>
                    <a:gd name="connsiteX19" fmla="*/ 116747 w 575317"/>
                    <a:gd name="connsiteY19" fmla="*/ 345560 h 673014"/>
                    <a:gd name="connsiteX20" fmla="*/ 75124 w 575317"/>
                    <a:gd name="connsiteY20" fmla="*/ 333424 h 673014"/>
                    <a:gd name="connsiteX21" fmla="*/ 23038 w 575317"/>
                    <a:gd name="connsiteY21" fmla="*/ 218149 h 673014"/>
                    <a:gd name="connsiteX22" fmla="*/ 26371 w 575317"/>
                    <a:gd name="connsiteY22" fmla="*/ 204507 h 673014"/>
                    <a:gd name="connsiteX23" fmla="*/ 0 w 575317"/>
                    <a:gd name="connsiteY23" fmla="*/ 157349 h 673014"/>
                    <a:gd name="connsiteX24" fmla="*/ 39573 w 575317"/>
                    <a:gd name="connsiteY24" fmla="*/ 150115 h 673014"/>
                    <a:gd name="connsiteX25" fmla="*/ 45694 w 575317"/>
                    <a:gd name="connsiteY25" fmla="*/ 100572 h 673014"/>
                    <a:gd name="connsiteX26" fmla="*/ 73320 w 575317"/>
                    <a:gd name="connsiteY26" fmla="*/ 113986 h 673014"/>
                    <a:gd name="connsiteX27" fmla="*/ 91400 w 575317"/>
                    <a:gd name="connsiteY27" fmla="*/ 81707 h 673014"/>
                    <a:gd name="connsiteX28" fmla="*/ 97268 w 575317"/>
                    <a:gd name="connsiteY28" fmla="*/ 121187 h 673014"/>
                    <a:gd name="connsiteX29" fmla="*/ 106351 w 575317"/>
                    <a:gd name="connsiteY29" fmla="*/ 117070 h 673014"/>
                    <a:gd name="connsiteX30" fmla="*/ 190634 w 575317"/>
                    <a:gd name="connsiteY30" fmla="*/ 123346 h 673014"/>
                    <a:gd name="connsiteX31" fmla="*/ 229075 w 575317"/>
                    <a:gd name="connsiteY31" fmla="*/ 160993 h 673014"/>
                    <a:gd name="connsiteX32" fmla="*/ 240050 w 575317"/>
                    <a:gd name="connsiteY32" fmla="*/ 198873 h 673014"/>
                    <a:gd name="connsiteX33" fmla="*/ 238359 w 575317"/>
                    <a:gd name="connsiteY33" fmla="*/ 182883 h 673014"/>
                    <a:gd name="connsiteX34" fmla="*/ 278547 w 575317"/>
                    <a:gd name="connsiteY34" fmla="*/ 86986 h 673014"/>
                    <a:gd name="connsiteX35" fmla="*/ 382704 w 575317"/>
                    <a:gd name="connsiteY35" fmla="*/ 49807 h 673014"/>
                    <a:gd name="connsiteX36" fmla="*/ 395591 w 575317"/>
                    <a:gd name="connsiteY36" fmla="*/ 51848 h 673014"/>
                    <a:gd name="connsiteX37" fmla="*/ 389290 w 575317"/>
                    <a:gd name="connsiteY37" fmla="*/ 0 h 673014"/>
                    <a:gd name="connsiteX38" fmla="*/ 423307 w 575317"/>
                    <a:gd name="connsiteY38" fmla="*/ 34449 h 673014"/>
                    <a:gd name="connsiteX39" fmla="*/ 453503 w 575317"/>
                    <a:gd name="connsiteY39" fmla="*/ 7934 h 673014"/>
                    <a:gd name="connsiteX40" fmla="*/ 478427 w 575317"/>
                    <a:gd name="connsiteY40" fmla="*/ 68314 h 673014"/>
                    <a:gd name="connsiteX41" fmla="*/ 530866 w 575317"/>
                    <a:gd name="connsiteY41" fmla="*/ 63702 h 673014"/>
                    <a:gd name="connsiteX42" fmla="*/ 513967 w 575317"/>
                    <a:gd name="connsiteY42" fmla="*/ 132355 h 673014"/>
                    <a:gd name="connsiteX43" fmla="*/ 522908 w 575317"/>
                    <a:gd name="connsiteY43" fmla="*/ 148409 h 673014"/>
                    <a:gd name="connsiteX44" fmla="*/ 497215 w 575317"/>
                    <a:gd name="connsiteY44" fmla="*/ 311928 h 673014"/>
                    <a:gd name="connsiteX45" fmla="*/ 285868 w 575317"/>
                    <a:gd name="connsiteY45" fmla="*/ 298626 h 673014"/>
                    <a:gd name="connsiteX46" fmla="*/ 257942 w 575317"/>
                    <a:gd name="connsiteY46" fmla="*/ 260722 h 673014"/>
                    <a:gd name="connsiteX47" fmla="*/ 243355 w 575317"/>
                    <a:gd name="connsiteY47" fmla="*/ 221981 h 673014"/>
                    <a:gd name="connsiteX48" fmla="*/ 241042 w 575317"/>
                    <a:gd name="connsiteY48" fmla="*/ 247179 h 673014"/>
                    <a:gd name="connsiteX49" fmla="*/ 228151 w 575317"/>
                    <a:gd name="connsiteY49" fmla="*/ 280770 h 673014"/>
                    <a:gd name="connsiteX50" fmla="*/ 198183 w 575317"/>
                    <a:gd name="connsiteY50" fmla="*/ 317539 h 673014"/>
                    <a:gd name="connsiteX51" fmla="*/ 185347 w 575317"/>
                    <a:gd name="connsiteY51" fmla="*/ 324875 h 673014"/>
                    <a:gd name="connsiteX52" fmla="*/ 206425 w 575317"/>
                    <a:gd name="connsiteY52" fmla="*/ 319008 h 673014"/>
                    <a:gd name="connsiteX53" fmla="*/ 369641 w 575317"/>
                    <a:gd name="connsiteY53" fmla="*/ 389197 h 673014"/>
                    <a:gd name="connsiteX54" fmla="*/ 382040 w 575317"/>
                    <a:gd name="connsiteY54" fmla="*/ 422725 h 673014"/>
                    <a:gd name="connsiteX55" fmla="*/ 384504 w 575317"/>
                    <a:gd name="connsiteY55" fmla="*/ 412288 h 673014"/>
                    <a:gd name="connsiteX56" fmla="*/ 464260 w 575317"/>
                    <a:gd name="connsiteY56" fmla="*/ 359990 h 673014"/>
                    <a:gd name="connsiteX57" fmla="*/ 538975 w 575317"/>
                    <a:gd name="connsiteY57" fmla="*/ 422210 h 673014"/>
                    <a:gd name="connsiteX58" fmla="*/ 541251 w 575317"/>
                    <a:gd name="connsiteY58" fmla="*/ 432762 h 673014"/>
                    <a:gd name="connsiteX59" fmla="*/ 575317 w 575317"/>
                    <a:gd name="connsiteY59" fmla="*/ 456516 h 673014"/>
                    <a:gd name="connsiteX60" fmla="*/ 550383 w 575317"/>
                    <a:gd name="connsiteY60" fmla="*/ 474803 h 673014"/>
                    <a:gd name="connsiteX61" fmla="*/ 562783 w 575317"/>
                    <a:gd name="connsiteY61" fmla="*/ 511114 h 673014"/>
                    <a:gd name="connsiteX62" fmla="*/ 539178 w 575317"/>
                    <a:gd name="connsiteY62" fmla="*/ 511114 h 6730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</a:cxnLst>
                  <a:rect l="l" t="t" r="r" b="b"/>
                  <a:pathLst>
                    <a:path w="575317" h="673014">
                      <a:moveTo>
                        <a:pt x="537514" y="539503"/>
                      </a:moveTo>
                      <a:lnTo>
                        <a:pt x="520201" y="514175"/>
                      </a:lnTo>
                      <a:lnTo>
                        <a:pt x="515304" y="520071"/>
                      </a:lnTo>
                      <a:cubicBezTo>
                        <a:pt x="499355" y="535957"/>
                        <a:pt x="477966" y="545197"/>
                        <a:pt x="454919" y="544028"/>
                      </a:cubicBezTo>
                      <a:cubicBezTo>
                        <a:pt x="426110" y="542566"/>
                        <a:pt x="401526" y="525183"/>
                        <a:pt x="387769" y="499945"/>
                      </a:cubicBezTo>
                      <a:lnTo>
                        <a:pt x="386956" y="496300"/>
                      </a:lnTo>
                      <a:lnTo>
                        <a:pt x="372789" y="533728"/>
                      </a:lnTo>
                      <a:cubicBezTo>
                        <a:pt x="357717" y="560211"/>
                        <a:pt x="334355" y="582592"/>
                        <a:pt x="305467" y="597583"/>
                      </a:cubicBezTo>
                      <a:lnTo>
                        <a:pt x="287623" y="605092"/>
                      </a:lnTo>
                      <a:lnTo>
                        <a:pt x="257045" y="673014"/>
                      </a:lnTo>
                      <a:lnTo>
                        <a:pt x="216545" y="635127"/>
                      </a:lnTo>
                      <a:lnTo>
                        <a:pt x="156651" y="669020"/>
                      </a:lnTo>
                      <a:lnTo>
                        <a:pt x="148826" y="627412"/>
                      </a:lnTo>
                      <a:lnTo>
                        <a:pt x="98234" y="633891"/>
                      </a:lnTo>
                      <a:lnTo>
                        <a:pt x="137139" y="594978"/>
                      </a:lnTo>
                      <a:lnTo>
                        <a:pt x="125123" y="588299"/>
                      </a:lnTo>
                      <a:cubicBezTo>
                        <a:pt x="91835" y="565452"/>
                        <a:pt x="68456" y="530815"/>
                        <a:pt x="62878" y="489802"/>
                      </a:cubicBezTo>
                      <a:cubicBezTo>
                        <a:pt x="55905" y="438535"/>
                        <a:pt x="78395" y="389441"/>
                        <a:pt x="118322" y="356825"/>
                      </a:cubicBezTo>
                      <a:lnTo>
                        <a:pt x="142714" y="341993"/>
                      </a:lnTo>
                      <a:lnTo>
                        <a:pt x="116747" y="345560"/>
                      </a:lnTo>
                      <a:cubicBezTo>
                        <a:pt x="102426" y="344608"/>
                        <a:pt x="88278" y="340657"/>
                        <a:pt x="75124" y="333424"/>
                      </a:cubicBezTo>
                      <a:cubicBezTo>
                        <a:pt x="34839" y="311273"/>
                        <a:pt x="15551" y="264767"/>
                        <a:pt x="23038" y="218149"/>
                      </a:cubicBezTo>
                      <a:lnTo>
                        <a:pt x="26371" y="204507"/>
                      </a:lnTo>
                      <a:lnTo>
                        <a:pt x="0" y="157349"/>
                      </a:lnTo>
                      <a:lnTo>
                        <a:pt x="39573" y="150115"/>
                      </a:lnTo>
                      <a:lnTo>
                        <a:pt x="45694" y="100572"/>
                      </a:lnTo>
                      <a:lnTo>
                        <a:pt x="73320" y="113986"/>
                      </a:lnTo>
                      <a:lnTo>
                        <a:pt x="91400" y="81707"/>
                      </a:lnTo>
                      <a:lnTo>
                        <a:pt x="97268" y="121187"/>
                      </a:lnTo>
                      <a:lnTo>
                        <a:pt x="106351" y="117070"/>
                      </a:lnTo>
                      <a:cubicBezTo>
                        <a:pt x="134043" y="107541"/>
                        <a:pt x="164326" y="108880"/>
                        <a:pt x="190634" y="123346"/>
                      </a:cubicBezTo>
                      <a:cubicBezTo>
                        <a:pt x="207077" y="132388"/>
                        <a:pt x="220021" y="145485"/>
                        <a:pt x="229075" y="160993"/>
                      </a:cubicBezTo>
                      <a:lnTo>
                        <a:pt x="240050" y="198873"/>
                      </a:lnTo>
                      <a:lnTo>
                        <a:pt x="238359" y="182883"/>
                      </a:lnTo>
                      <a:cubicBezTo>
                        <a:pt x="238828" y="147118"/>
                        <a:pt x="252137" y="112659"/>
                        <a:pt x="278547" y="86986"/>
                      </a:cubicBezTo>
                      <a:cubicBezTo>
                        <a:pt x="306717" y="59603"/>
                        <a:pt x="344458" y="47399"/>
                        <a:pt x="382704" y="49807"/>
                      </a:cubicBezTo>
                      <a:lnTo>
                        <a:pt x="395591" y="51848"/>
                      </a:lnTo>
                      <a:lnTo>
                        <a:pt x="389290" y="0"/>
                      </a:lnTo>
                      <a:lnTo>
                        <a:pt x="423307" y="34449"/>
                      </a:lnTo>
                      <a:lnTo>
                        <a:pt x="453503" y="7934"/>
                      </a:lnTo>
                      <a:lnTo>
                        <a:pt x="478427" y="68314"/>
                      </a:lnTo>
                      <a:lnTo>
                        <a:pt x="530866" y="63702"/>
                      </a:lnTo>
                      <a:lnTo>
                        <a:pt x="513967" y="132355"/>
                      </a:lnTo>
                      <a:lnTo>
                        <a:pt x="522908" y="148409"/>
                      </a:lnTo>
                      <a:cubicBezTo>
                        <a:pt x="548539" y="204625"/>
                        <a:pt x="540350" y="269997"/>
                        <a:pt x="497215" y="311928"/>
                      </a:cubicBezTo>
                      <a:cubicBezTo>
                        <a:pt x="440875" y="366697"/>
                        <a:pt x="346252" y="360742"/>
                        <a:pt x="285868" y="298626"/>
                      </a:cubicBezTo>
                      <a:cubicBezTo>
                        <a:pt x="274546" y="286979"/>
                        <a:pt x="265232" y="274185"/>
                        <a:pt x="257942" y="260722"/>
                      </a:cubicBezTo>
                      <a:lnTo>
                        <a:pt x="243355" y="221981"/>
                      </a:lnTo>
                      <a:lnTo>
                        <a:pt x="241042" y="247179"/>
                      </a:lnTo>
                      <a:cubicBezTo>
                        <a:pt x="238401" y="258577"/>
                        <a:pt x="234132" y="269892"/>
                        <a:pt x="228151" y="280770"/>
                      </a:cubicBezTo>
                      <a:cubicBezTo>
                        <a:pt x="220176" y="295272"/>
                        <a:pt x="209914" y="307623"/>
                        <a:pt x="198183" y="317539"/>
                      </a:cubicBezTo>
                      <a:lnTo>
                        <a:pt x="185347" y="324875"/>
                      </a:lnTo>
                      <a:lnTo>
                        <a:pt x="206425" y="319008"/>
                      </a:lnTo>
                      <a:cubicBezTo>
                        <a:pt x="274251" y="309783"/>
                        <a:pt x="337533" y="339272"/>
                        <a:pt x="369641" y="389197"/>
                      </a:cubicBezTo>
                      <a:lnTo>
                        <a:pt x="382040" y="422725"/>
                      </a:lnTo>
                      <a:lnTo>
                        <a:pt x="384504" y="412288"/>
                      </a:lnTo>
                      <a:cubicBezTo>
                        <a:pt x="398850" y="379904"/>
                        <a:pt x="429688" y="358236"/>
                        <a:pt x="464260" y="359990"/>
                      </a:cubicBezTo>
                      <a:cubicBezTo>
                        <a:pt x="499551" y="361781"/>
                        <a:pt x="528501" y="387462"/>
                        <a:pt x="538975" y="422210"/>
                      </a:cubicBezTo>
                      <a:lnTo>
                        <a:pt x="541251" y="432762"/>
                      </a:lnTo>
                      <a:lnTo>
                        <a:pt x="575317" y="456516"/>
                      </a:lnTo>
                      <a:lnTo>
                        <a:pt x="550383" y="474803"/>
                      </a:lnTo>
                      <a:lnTo>
                        <a:pt x="562783" y="511114"/>
                      </a:lnTo>
                      <a:lnTo>
                        <a:pt x="539178" y="511114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0235EBDF-3126-4EF2-8DD0-64595D41CCFC}"/>
                    </a:ext>
                  </a:extLst>
                </p:cNvPr>
                <p:cNvSpPr/>
                <p:nvPr/>
              </p:nvSpPr>
              <p:spPr>
                <a:xfrm rot="2700000">
                  <a:off x="4871589" y="46987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106" name="Subtitle 2">
                <a:extLst>
                  <a:ext uri="{FF2B5EF4-FFF2-40B4-BE49-F238E27FC236}">
                    <a16:creationId xmlns:a16="http://schemas.microsoft.com/office/drawing/2014/main" id="{F264B177-C9EE-41BD-B091-06BE169BD3C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55174" y="901082"/>
                <a:ext cx="13535882" cy="188890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 symmetric group.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an asymmetric group. All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groups are different, even under symmetries.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(if paths were drawn).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49275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1" y="-1595919"/>
            <a:ext cx="21534337" cy="11634863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82375" y="991499"/>
              <a:ext cx="1484079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13987032" y="8716751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#29 by Pedro PSI – 27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9CB08B2-BFEC-4B12-AD9F-87CEC903B178}"/>
              </a:ext>
            </a:extLst>
          </p:cNvPr>
          <p:cNvGrpSpPr/>
          <p:nvPr/>
        </p:nvGrpSpPr>
        <p:grpSpPr>
          <a:xfrm>
            <a:off x="6633302" y="3161904"/>
            <a:ext cx="6388422" cy="6462038"/>
            <a:chOff x="2055445" y="450614"/>
            <a:chExt cx="6388422" cy="6462038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BE1911E0-EDE5-465E-B4B6-7068A6165036}"/>
                </a:ext>
              </a:extLst>
            </p:cNvPr>
            <p:cNvGrpSpPr/>
            <p:nvPr/>
          </p:nvGrpSpPr>
          <p:grpSpPr>
            <a:xfrm>
              <a:off x="2370891" y="851382"/>
              <a:ext cx="5857490" cy="5839737"/>
              <a:chOff x="2370891" y="851382"/>
              <a:chExt cx="5857490" cy="583973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9F8BA9ED-E0C5-4494-95D3-06685789EC44}"/>
                  </a:ext>
                </a:extLst>
              </p:cNvPr>
              <p:cNvSpPr/>
              <p:nvPr/>
            </p:nvSpPr>
            <p:spPr>
              <a:xfrm>
                <a:off x="529394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746BF09-6484-4202-A414-A237C3EF1F39}"/>
                  </a:ext>
                </a:extLst>
              </p:cNvPr>
              <p:cNvSpPr/>
              <p:nvPr/>
            </p:nvSpPr>
            <p:spPr>
              <a:xfrm>
                <a:off x="529394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8466393-CAC7-4903-82BD-30AB7D435B57}"/>
                  </a:ext>
                </a:extLst>
              </p:cNvPr>
              <p:cNvSpPr/>
              <p:nvPr/>
            </p:nvSpPr>
            <p:spPr>
              <a:xfrm>
                <a:off x="6272093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4355D85-786C-49C2-B17A-94C79752324F}"/>
                  </a:ext>
                </a:extLst>
              </p:cNvPr>
              <p:cNvSpPr/>
              <p:nvPr/>
            </p:nvSpPr>
            <p:spPr>
              <a:xfrm>
                <a:off x="7250237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33030CB5-6974-4FBB-8A62-88005871B978}"/>
                  </a:ext>
                </a:extLst>
              </p:cNvPr>
              <p:cNvSpPr/>
              <p:nvPr/>
            </p:nvSpPr>
            <p:spPr>
              <a:xfrm>
                <a:off x="6272093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0FCD7CD-2A63-4D14-A8A2-4B54A949C000}"/>
                  </a:ext>
                </a:extLst>
              </p:cNvPr>
              <p:cNvSpPr/>
              <p:nvPr/>
            </p:nvSpPr>
            <p:spPr>
              <a:xfrm>
                <a:off x="7250237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320B9E9D-67DB-4227-8596-7FFC81448EBA}"/>
                  </a:ext>
                </a:extLst>
              </p:cNvPr>
              <p:cNvSpPr/>
              <p:nvPr/>
            </p:nvSpPr>
            <p:spPr>
              <a:xfrm>
                <a:off x="529394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437BE555-8F8C-488A-B558-FEEFF6F6DAEC}"/>
                  </a:ext>
                </a:extLst>
              </p:cNvPr>
              <p:cNvSpPr/>
              <p:nvPr/>
            </p:nvSpPr>
            <p:spPr>
              <a:xfrm>
                <a:off x="529394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5BE0029D-743C-4AF5-84B1-51AFCB60A6E7}"/>
                  </a:ext>
                </a:extLst>
              </p:cNvPr>
              <p:cNvSpPr/>
              <p:nvPr/>
            </p:nvSpPr>
            <p:spPr>
              <a:xfrm>
                <a:off x="529394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2C4108C5-DF3F-4D16-8FA7-F58EB9FD4392}"/>
                  </a:ext>
                </a:extLst>
              </p:cNvPr>
              <p:cNvSpPr/>
              <p:nvPr/>
            </p:nvSpPr>
            <p:spPr>
              <a:xfrm>
                <a:off x="6272093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C0BCC2FB-1CC6-4250-9BA4-3713B95F8E37}"/>
                  </a:ext>
                </a:extLst>
              </p:cNvPr>
              <p:cNvSpPr/>
              <p:nvPr/>
            </p:nvSpPr>
            <p:spPr>
              <a:xfrm>
                <a:off x="7250237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9E9996CF-8D25-4E17-9BF8-654535FD607F}"/>
                  </a:ext>
                </a:extLst>
              </p:cNvPr>
              <p:cNvSpPr/>
              <p:nvPr/>
            </p:nvSpPr>
            <p:spPr>
              <a:xfrm>
                <a:off x="6272093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BB4D246B-A956-4DC5-BD3E-68095BED8EB1}"/>
                  </a:ext>
                </a:extLst>
              </p:cNvPr>
              <p:cNvSpPr/>
              <p:nvPr/>
            </p:nvSpPr>
            <p:spPr>
              <a:xfrm>
                <a:off x="7250237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B71D8A2C-47DC-4407-988D-BD09DF7D0169}"/>
                  </a:ext>
                </a:extLst>
              </p:cNvPr>
              <p:cNvSpPr/>
              <p:nvPr/>
            </p:nvSpPr>
            <p:spPr>
              <a:xfrm>
                <a:off x="6272093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76F5B79-9155-4C73-8150-0ACB2225C320}"/>
                  </a:ext>
                </a:extLst>
              </p:cNvPr>
              <p:cNvSpPr/>
              <p:nvPr/>
            </p:nvSpPr>
            <p:spPr>
              <a:xfrm>
                <a:off x="7250237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ADC55E41-EA23-4291-A2A8-EC016C120657}"/>
                  </a:ext>
                </a:extLst>
              </p:cNvPr>
              <p:cNvSpPr/>
              <p:nvPr/>
            </p:nvSpPr>
            <p:spPr>
              <a:xfrm>
                <a:off x="529394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C25FD701-5B52-43AF-A38A-D2CD5D361500}"/>
                  </a:ext>
                </a:extLst>
              </p:cNvPr>
              <p:cNvSpPr/>
              <p:nvPr/>
            </p:nvSpPr>
            <p:spPr>
              <a:xfrm>
                <a:off x="6272093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F2ED50CD-601B-4DAC-9C2A-3725B6B4E0FB}"/>
                  </a:ext>
                </a:extLst>
              </p:cNvPr>
              <p:cNvSpPr/>
              <p:nvPr/>
            </p:nvSpPr>
            <p:spPr>
              <a:xfrm>
                <a:off x="7250237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0389ECA6-0485-436E-94A8-E2392ABAE1CA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2E3526BC-AF63-46EA-8C19-915D5BFF848A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6A5A3F44-87A5-43A5-96BD-E7EEC6113F1A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6E0EECF3-EEA7-4C2F-B852-DDF2AC604FDE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99EB185C-6052-4E9D-B584-2A0E117EA678}"/>
                  </a:ext>
                </a:extLst>
              </p:cNvPr>
              <p:cNvSpPr/>
              <p:nvPr/>
            </p:nvSpPr>
            <p:spPr>
              <a:xfrm>
                <a:off x="432717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B95D6600-864B-443E-9AB0-0B3540767070}"/>
                  </a:ext>
                </a:extLst>
              </p:cNvPr>
              <p:cNvSpPr/>
              <p:nvPr/>
            </p:nvSpPr>
            <p:spPr>
              <a:xfrm>
                <a:off x="432717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037A028C-FF57-4A15-92B0-DCA92F637D0F}"/>
                  </a:ext>
                </a:extLst>
              </p:cNvPr>
              <p:cNvSpPr/>
              <p:nvPr/>
            </p:nvSpPr>
            <p:spPr>
              <a:xfrm>
                <a:off x="2370891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FC998FD4-B9AC-4725-96C0-920E7EB9C155}"/>
                  </a:ext>
                </a:extLst>
              </p:cNvPr>
              <p:cNvSpPr/>
              <p:nvPr/>
            </p:nvSpPr>
            <p:spPr>
              <a:xfrm>
                <a:off x="3349035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7FB87C26-EC64-4F0B-8ADA-5C4198D277DB}"/>
                  </a:ext>
                </a:extLst>
              </p:cNvPr>
              <p:cNvSpPr/>
              <p:nvPr/>
            </p:nvSpPr>
            <p:spPr>
              <a:xfrm>
                <a:off x="2370891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2F5ECA15-C030-4ECE-8CA4-4B97993BD182}"/>
                  </a:ext>
                </a:extLst>
              </p:cNvPr>
              <p:cNvSpPr/>
              <p:nvPr/>
            </p:nvSpPr>
            <p:spPr>
              <a:xfrm>
                <a:off x="3349035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6A0BAE20-A0AF-453D-A105-653518D38A4E}"/>
                  </a:ext>
                </a:extLst>
              </p:cNvPr>
              <p:cNvSpPr/>
              <p:nvPr/>
            </p:nvSpPr>
            <p:spPr>
              <a:xfrm>
                <a:off x="432717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BF550D17-C5FE-434F-97E7-DD34ED46396B}"/>
                  </a:ext>
                </a:extLst>
              </p:cNvPr>
              <p:cNvSpPr/>
              <p:nvPr/>
            </p:nvSpPr>
            <p:spPr>
              <a:xfrm>
                <a:off x="432717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15C4BADE-91A1-4467-8801-D1469A3C1B38}"/>
                  </a:ext>
                </a:extLst>
              </p:cNvPr>
              <p:cNvSpPr/>
              <p:nvPr/>
            </p:nvSpPr>
            <p:spPr>
              <a:xfrm>
                <a:off x="2370891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3B7A92E-EA73-4693-8C3A-D186A8310A75}"/>
                  </a:ext>
                </a:extLst>
              </p:cNvPr>
              <p:cNvSpPr/>
              <p:nvPr/>
            </p:nvSpPr>
            <p:spPr>
              <a:xfrm>
                <a:off x="3349035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9C6271F-7C7C-4E53-A5CC-DDE74ACA85AF}"/>
                  </a:ext>
                </a:extLst>
              </p:cNvPr>
              <p:cNvSpPr/>
              <p:nvPr/>
            </p:nvSpPr>
            <p:spPr>
              <a:xfrm>
                <a:off x="432717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04C0F4D9-C8C8-4EB4-B486-F0E835F5943C}"/>
                  </a:ext>
                </a:extLst>
              </p:cNvPr>
              <p:cNvSpPr/>
              <p:nvPr/>
            </p:nvSpPr>
            <p:spPr>
              <a:xfrm>
                <a:off x="2370891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A2542AA4-A692-40D6-BF0E-276D2DADD59C}"/>
                  </a:ext>
                </a:extLst>
              </p:cNvPr>
              <p:cNvSpPr/>
              <p:nvPr/>
            </p:nvSpPr>
            <p:spPr>
              <a:xfrm>
                <a:off x="3349035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2E0ACA31-6413-4F59-BD74-01181CA50273}"/>
                  </a:ext>
                </a:extLst>
              </p:cNvPr>
              <p:cNvSpPr/>
              <p:nvPr/>
            </p:nvSpPr>
            <p:spPr>
              <a:xfrm>
                <a:off x="432717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54B17B45-5442-4AA9-829B-AED24FB6773A}"/>
                </a:ext>
              </a:extLst>
            </p:cNvPr>
            <p:cNvSpPr/>
            <p:nvPr/>
          </p:nvSpPr>
          <p:spPr>
            <a:xfrm rot="2607834" flipH="1">
              <a:off x="7163963" y="337738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CD205100-21DE-4EF3-B7CF-7C09D393AECF}"/>
                </a:ext>
              </a:extLst>
            </p:cNvPr>
            <p:cNvSpPr/>
            <p:nvPr/>
          </p:nvSpPr>
          <p:spPr>
            <a:xfrm rot="20876803">
              <a:off x="7990145" y="524686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89D17D69-FCF8-4CAD-A6A8-4F2649D52A1A}"/>
                </a:ext>
              </a:extLst>
            </p:cNvPr>
            <p:cNvSpPr/>
            <p:nvPr/>
          </p:nvSpPr>
          <p:spPr>
            <a:xfrm rot="2607834" flipH="1">
              <a:off x="5068025" y="534425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37DE415-3176-42B6-8D53-40DEE981E5E6}"/>
                </a:ext>
              </a:extLst>
            </p:cNvPr>
            <p:cNvGrpSpPr/>
            <p:nvPr/>
          </p:nvGrpSpPr>
          <p:grpSpPr>
            <a:xfrm>
              <a:off x="4040807" y="2488772"/>
              <a:ext cx="2720358" cy="1446926"/>
              <a:chOff x="2240227" y="733238"/>
              <a:chExt cx="2720358" cy="1446926"/>
            </a:xfrm>
          </p:grpSpPr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9240254-BF89-422B-AB22-2FF42296E85E}"/>
                  </a:ext>
                </a:extLst>
              </p:cNvPr>
              <p:cNvSpPr/>
              <p:nvPr/>
            </p:nvSpPr>
            <p:spPr>
              <a:xfrm rot="2700000" flipH="1">
                <a:off x="2304354" y="1619871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5969CA21-8E25-4262-A76E-B3E40C12C91C}"/>
                  </a:ext>
                </a:extLst>
              </p:cNvPr>
              <p:cNvSpPr/>
              <p:nvPr/>
            </p:nvSpPr>
            <p:spPr>
              <a:xfrm rot="2700000" flipH="1">
                <a:off x="4400292" y="669111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3A036AF-BEF3-4D84-9B54-9BEACB1D2E3D}"/>
                </a:ext>
              </a:extLst>
            </p:cNvPr>
            <p:cNvSpPr/>
            <p:nvPr/>
          </p:nvSpPr>
          <p:spPr>
            <a:xfrm>
              <a:off x="5154299" y="3458700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F5082634-2D5F-4CB3-9BFA-89A6BC30021D}"/>
                </a:ext>
              </a:extLst>
            </p:cNvPr>
            <p:cNvSpPr/>
            <p:nvPr/>
          </p:nvSpPr>
          <p:spPr>
            <a:xfrm>
              <a:off x="7071164" y="5457554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BEF75C0E-6649-4C1E-BE72-A3F2D0E7068F}"/>
                </a:ext>
              </a:extLst>
            </p:cNvPr>
            <p:cNvSpPr/>
            <p:nvPr/>
          </p:nvSpPr>
          <p:spPr>
            <a:xfrm rot="2700000">
              <a:off x="6953262" y="57233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28EC30A-ED5A-4694-8303-511F0C0F5037}"/>
                </a:ext>
              </a:extLst>
            </p:cNvPr>
            <p:cNvSpPr/>
            <p:nvPr/>
          </p:nvSpPr>
          <p:spPr>
            <a:xfrm rot="2700000">
              <a:off x="2085289" y="6311606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E922540-1671-4257-B5D8-D12AD9E40E64}"/>
                </a:ext>
              </a:extLst>
            </p:cNvPr>
            <p:cNvSpPr/>
            <p:nvPr/>
          </p:nvSpPr>
          <p:spPr>
            <a:xfrm rot="20876803">
              <a:off x="3085949" y="45061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F7EF43A-472F-48C6-989A-626E206C25D9}"/>
                </a:ext>
              </a:extLst>
            </p:cNvPr>
            <p:cNvSpPr/>
            <p:nvPr/>
          </p:nvSpPr>
          <p:spPr>
            <a:xfrm rot="2700000">
              <a:off x="4067416" y="539753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5D775E51-31BE-436F-BC80-DE69A370D7C8}"/>
                </a:ext>
              </a:extLst>
            </p:cNvPr>
            <p:cNvSpPr/>
            <p:nvPr/>
          </p:nvSpPr>
          <p:spPr>
            <a:xfrm rot="2700000">
              <a:off x="3075060" y="4418001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71D6F5B-01E4-4325-8027-B0EF36A9826C}"/>
                </a:ext>
              </a:extLst>
            </p:cNvPr>
            <p:cNvSpPr/>
            <p:nvPr/>
          </p:nvSpPr>
          <p:spPr>
            <a:xfrm>
              <a:off x="3125598" y="1527140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C463DBA-FCA9-4717-8D5C-B71865D98DAE}"/>
                </a:ext>
              </a:extLst>
            </p:cNvPr>
            <p:cNvSpPr/>
            <p:nvPr/>
          </p:nvSpPr>
          <p:spPr>
            <a:xfrm rot="2700000">
              <a:off x="4080076" y="150747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DE9A1C52-4FF7-42DB-B626-6182526CE941}"/>
                </a:ext>
              </a:extLst>
            </p:cNvPr>
            <p:cNvSpPr/>
            <p:nvPr/>
          </p:nvSpPr>
          <p:spPr>
            <a:xfrm rot="20876803">
              <a:off x="6053446" y="45061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CB7AA52E-2AC4-48A2-8F83-33AEC287E7C5}"/>
              </a:ext>
            </a:extLst>
          </p:cNvPr>
          <p:cNvGrpSpPr/>
          <p:nvPr/>
        </p:nvGrpSpPr>
        <p:grpSpPr>
          <a:xfrm>
            <a:off x="-203203" y="-1363031"/>
            <a:ext cx="20711483" cy="4313136"/>
            <a:chOff x="-203203" y="-1363031"/>
            <a:chExt cx="20711483" cy="4313136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50B7DF99-20EB-46B5-9874-BAED20DBA40C}"/>
                </a:ext>
              </a:extLst>
            </p:cNvPr>
            <p:cNvSpPr/>
            <p:nvPr/>
          </p:nvSpPr>
          <p:spPr>
            <a:xfrm>
              <a:off x="18680922" y="-1363031"/>
              <a:ext cx="165782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 II</a:t>
              </a:r>
            </a:p>
          </p:txBody>
        </p: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69E2C406-F233-4839-A95A-5A2CF1138E6B}"/>
                </a:ext>
              </a:extLst>
            </p:cNvPr>
            <p:cNvGrpSpPr/>
            <p:nvPr/>
          </p:nvGrpSpPr>
          <p:grpSpPr>
            <a:xfrm>
              <a:off x="-203203" y="-1255309"/>
              <a:ext cx="20711483" cy="4205414"/>
              <a:chOff x="-203203" y="-1255309"/>
              <a:chExt cx="20711483" cy="4205414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E3210A-C4F6-4916-BCCF-15211508D8E0}"/>
                  </a:ext>
                </a:extLst>
              </p:cNvPr>
              <p:cNvSpPr/>
              <p:nvPr/>
            </p:nvSpPr>
            <p:spPr>
              <a:xfrm>
                <a:off x="-141975" y="-44676"/>
                <a:ext cx="20650255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Draw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fruit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along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don’t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cross,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dangle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Symmetries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mirror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1DEA3284-AD33-47A0-90D4-F72D36892E54}"/>
                  </a:ext>
                </a:extLst>
              </p:cNvPr>
              <p:cNvSpPr/>
              <p:nvPr/>
            </p:nvSpPr>
            <p:spPr>
              <a:xfrm>
                <a:off x="-203203" y="677124"/>
                <a:ext cx="20577997" cy="2272981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2" name="Subtitle 2">
                <a:extLst>
                  <a:ext uri="{FF2B5EF4-FFF2-40B4-BE49-F238E27FC236}">
                    <a16:creationId xmlns:a16="http://schemas.microsoft.com/office/drawing/2014/main" id="{5D83DB69-3C5B-405F-B785-0ABCFA362D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01600" y="857838"/>
                <a:ext cx="5593354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b="1" i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seek perfection norms, 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en-US" b="1" i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Pears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prefer unique forms.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Eat a </a:t>
                </a:r>
                <a:r>
                  <a:rPr lang="en-US" b="1" i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Blueberry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you’ll want another,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or eat an </a:t>
                </a:r>
                <a:r>
                  <a:rPr lang="en-US" b="1" i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 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 you won’t bother!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97778667-C52A-480D-8420-FAE8417B88C6}"/>
                  </a:ext>
                </a:extLst>
              </p:cNvPr>
              <p:cNvSpPr/>
              <p:nvPr/>
            </p:nvSpPr>
            <p:spPr>
              <a:xfrm>
                <a:off x="-101600" y="-1255309"/>
                <a:ext cx="607730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sz="8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Kudamono</a:t>
                </a:r>
                <a:endPara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4EBE0F7-05D5-423C-8030-90EC1FF68BC1}"/>
                  </a:ext>
                </a:extLst>
              </p:cNvPr>
              <p:cNvGrpSpPr/>
              <p:nvPr/>
            </p:nvGrpSpPr>
            <p:grpSpPr>
              <a:xfrm>
                <a:off x="5639153" y="795455"/>
                <a:ext cx="1177545" cy="1957757"/>
                <a:chOff x="4295090" y="3342064"/>
                <a:chExt cx="1177545" cy="1957757"/>
              </a:xfrm>
            </p:grpSpPr>
            <p:sp>
              <p:nvSpPr>
                <p:cNvPr id="146" name="Freeform: Shape 145">
                  <a:extLst>
                    <a:ext uri="{FF2B5EF4-FFF2-40B4-BE49-F238E27FC236}">
                      <a16:creationId xmlns:a16="http://schemas.microsoft.com/office/drawing/2014/main" id="{B5DA5536-CAC1-4700-971F-4948F7B9C300}"/>
                    </a:ext>
                  </a:extLst>
                </p:cNvPr>
                <p:cNvSpPr/>
                <p:nvPr/>
              </p:nvSpPr>
              <p:spPr>
                <a:xfrm rot="2607834" flipH="1">
                  <a:off x="4410700" y="334206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47" name="Freeform: Shape 146">
                  <a:extLst>
                    <a:ext uri="{FF2B5EF4-FFF2-40B4-BE49-F238E27FC236}">
                      <a16:creationId xmlns:a16="http://schemas.microsoft.com/office/drawing/2014/main" id="{7C93C3B5-CD13-4ADE-8C74-0E01B60EA98D}"/>
                    </a:ext>
                  </a:extLst>
                </p:cNvPr>
                <p:cNvSpPr/>
                <p:nvPr/>
              </p:nvSpPr>
              <p:spPr>
                <a:xfrm rot="20876803">
                  <a:off x="4960778" y="3713889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8" name="Freeform: Shape 147">
                  <a:extLst>
                    <a:ext uri="{FF2B5EF4-FFF2-40B4-BE49-F238E27FC236}">
                      <a16:creationId xmlns:a16="http://schemas.microsoft.com/office/drawing/2014/main" id="{BED3E40C-D049-422D-B3C7-2A49169BBF77}"/>
                    </a:ext>
                  </a:extLst>
                </p:cNvPr>
                <p:cNvSpPr/>
                <p:nvPr/>
              </p:nvSpPr>
              <p:spPr>
                <a:xfrm>
                  <a:off x="4295090" y="4287360"/>
                  <a:ext cx="494320" cy="578263"/>
                </a:xfrm>
                <a:custGeom>
                  <a:avLst/>
                  <a:gdLst>
                    <a:gd name="connsiteX0" fmla="*/ 537514 w 575317"/>
                    <a:gd name="connsiteY0" fmla="*/ 539503 h 673014"/>
                    <a:gd name="connsiteX1" fmla="*/ 520201 w 575317"/>
                    <a:gd name="connsiteY1" fmla="*/ 514175 h 673014"/>
                    <a:gd name="connsiteX2" fmla="*/ 515304 w 575317"/>
                    <a:gd name="connsiteY2" fmla="*/ 520071 h 673014"/>
                    <a:gd name="connsiteX3" fmla="*/ 454919 w 575317"/>
                    <a:gd name="connsiteY3" fmla="*/ 544028 h 673014"/>
                    <a:gd name="connsiteX4" fmla="*/ 387769 w 575317"/>
                    <a:gd name="connsiteY4" fmla="*/ 499945 h 673014"/>
                    <a:gd name="connsiteX5" fmla="*/ 386956 w 575317"/>
                    <a:gd name="connsiteY5" fmla="*/ 496300 h 673014"/>
                    <a:gd name="connsiteX6" fmla="*/ 372789 w 575317"/>
                    <a:gd name="connsiteY6" fmla="*/ 533728 h 673014"/>
                    <a:gd name="connsiteX7" fmla="*/ 305467 w 575317"/>
                    <a:gd name="connsiteY7" fmla="*/ 597583 h 673014"/>
                    <a:gd name="connsiteX8" fmla="*/ 287623 w 575317"/>
                    <a:gd name="connsiteY8" fmla="*/ 605092 h 673014"/>
                    <a:gd name="connsiteX9" fmla="*/ 257045 w 575317"/>
                    <a:gd name="connsiteY9" fmla="*/ 673014 h 673014"/>
                    <a:gd name="connsiteX10" fmla="*/ 216545 w 575317"/>
                    <a:gd name="connsiteY10" fmla="*/ 635127 h 673014"/>
                    <a:gd name="connsiteX11" fmla="*/ 156651 w 575317"/>
                    <a:gd name="connsiteY11" fmla="*/ 669020 h 673014"/>
                    <a:gd name="connsiteX12" fmla="*/ 148826 w 575317"/>
                    <a:gd name="connsiteY12" fmla="*/ 627412 h 673014"/>
                    <a:gd name="connsiteX13" fmla="*/ 98234 w 575317"/>
                    <a:gd name="connsiteY13" fmla="*/ 633891 h 673014"/>
                    <a:gd name="connsiteX14" fmla="*/ 137139 w 575317"/>
                    <a:gd name="connsiteY14" fmla="*/ 594978 h 673014"/>
                    <a:gd name="connsiteX15" fmla="*/ 125123 w 575317"/>
                    <a:gd name="connsiteY15" fmla="*/ 588299 h 673014"/>
                    <a:gd name="connsiteX16" fmla="*/ 62878 w 575317"/>
                    <a:gd name="connsiteY16" fmla="*/ 489802 h 673014"/>
                    <a:gd name="connsiteX17" fmla="*/ 118322 w 575317"/>
                    <a:gd name="connsiteY17" fmla="*/ 356825 h 673014"/>
                    <a:gd name="connsiteX18" fmla="*/ 142714 w 575317"/>
                    <a:gd name="connsiteY18" fmla="*/ 341993 h 673014"/>
                    <a:gd name="connsiteX19" fmla="*/ 116747 w 575317"/>
                    <a:gd name="connsiteY19" fmla="*/ 345560 h 673014"/>
                    <a:gd name="connsiteX20" fmla="*/ 75124 w 575317"/>
                    <a:gd name="connsiteY20" fmla="*/ 333424 h 673014"/>
                    <a:gd name="connsiteX21" fmla="*/ 23038 w 575317"/>
                    <a:gd name="connsiteY21" fmla="*/ 218149 h 673014"/>
                    <a:gd name="connsiteX22" fmla="*/ 26371 w 575317"/>
                    <a:gd name="connsiteY22" fmla="*/ 204507 h 673014"/>
                    <a:gd name="connsiteX23" fmla="*/ 0 w 575317"/>
                    <a:gd name="connsiteY23" fmla="*/ 157349 h 673014"/>
                    <a:gd name="connsiteX24" fmla="*/ 39573 w 575317"/>
                    <a:gd name="connsiteY24" fmla="*/ 150115 h 673014"/>
                    <a:gd name="connsiteX25" fmla="*/ 45694 w 575317"/>
                    <a:gd name="connsiteY25" fmla="*/ 100572 h 673014"/>
                    <a:gd name="connsiteX26" fmla="*/ 73320 w 575317"/>
                    <a:gd name="connsiteY26" fmla="*/ 113986 h 673014"/>
                    <a:gd name="connsiteX27" fmla="*/ 91400 w 575317"/>
                    <a:gd name="connsiteY27" fmla="*/ 81707 h 673014"/>
                    <a:gd name="connsiteX28" fmla="*/ 97268 w 575317"/>
                    <a:gd name="connsiteY28" fmla="*/ 121187 h 673014"/>
                    <a:gd name="connsiteX29" fmla="*/ 106351 w 575317"/>
                    <a:gd name="connsiteY29" fmla="*/ 117070 h 673014"/>
                    <a:gd name="connsiteX30" fmla="*/ 190634 w 575317"/>
                    <a:gd name="connsiteY30" fmla="*/ 123346 h 673014"/>
                    <a:gd name="connsiteX31" fmla="*/ 229075 w 575317"/>
                    <a:gd name="connsiteY31" fmla="*/ 160993 h 673014"/>
                    <a:gd name="connsiteX32" fmla="*/ 240050 w 575317"/>
                    <a:gd name="connsiteY32" fmla="*/ 198873 h 673014"/>
                    <a:gd name="connsiteX33" fmla="*/ 238359 w 575317"/>
                    <a:gd name="connsiteY33" fmla="*/ 182883 h 673014"/>
                    <a:gd name="connsiteX34" fmla="*/ 278547 w 575317"/>
                    <a:gd name="connsiteY34" fmla="*/ 86986 h 673014"/>
                    <a:gd name="connsiteX35" fmla="*/ 382704 w 575317"/>
                    <a:gd name="connsiteY35" fmla="*/ 49807 h 673014"/>
                    <a:gd name="connsiteX36" fmla="*/ 395591 w 575317"/>
                    <a:gd name="connsiteY36" fmla="*/ 51848 h 673014"/>
                    <a:gd name="connsiteX37" fmla="*/ 389290 w 575317"/>
                    <a:gd name="connsiteY37" fmla="*/ 0 h 673014"/>
                    <a:gd name="connsiteX38" fmla="*/ 423307 w 575317"/>
                    <a:gd name="connsiteY38" fmla="*/ 34449 h 673014"/>
                    <a:gd name="connsiteX39" fmla="*/ 453503 w 575317"/>
                    <a:gd name="connsiteY39" fmla="*/ 7934 h 673014"/>
                    <a:gd name="connsiteX40" fmla="*/ 478427 w 575317"/>
                    <a:gd name="connsiteY40" fmla="*/ 68314 h 673014"/>
                    <a:gd name="connsiteX41" fmla="*/ 530866 w 575317"/>
                    <a:gd name="connsiteY41" fmla="*/ 63702 h 673014"/>
                    <a:gd name="connsiteX42" fmla="*/ 513967 w 575317"/>
                    <a:gd name="connsiteY42" fmla="*/ 132355 h 673014"/>
                    <a:gd name="connsiteX43" fmla="*/ 522908 w 575317"/>
                    <a:gd name="connsiteY43" fmla="*/ 148409 h 673014"/>
                    <a:gd name="connsiteX44" fmla="*/ 497215 w 575317"/>
                    <a:gd name="connsiteY44" fmla="*/ 311928 h 673014"/>
                    <a:gd name="connsiteX45" fmla="*/ 285868 w 575317"/>
                    <a:gd name="connsiteY45" fmla="*/ 298626 h 673014"/>
                    <a:gd name="connsiteX46" fmla="*/ 257942 w 575317"/>
                    <a:gd name="connsiteY46" fmla="*/ 260722 h 673014"/>
                    <a:gd name="connsiteX47" fmla="*/ 243355 w 575317"/>
                    <a:gd name="connsiteY47" fmla="*/ 221981 h 673014"/>
                    <a:gd name="connsiteX48" fmla="*/ 241042 w 575317"/>
                    <a:gd name="connsiteY48" fmla="*/ 247179 h 673014"/>
                    <a:gd name="connsiteX49" fmla="*/ 228151 w 575317"/>
                    <a:gd name="connsiteY49" fmla="*/ 280770 h 673014"/>
                    <a:gd name="connsiteX50" fmla="*/ 198183 w 575317"/>
                    <a:gd name="connsiteY50" fmla="*/ 317539 h 673014"/>
                    <a:gd name="connsiteX51" fmla="*/ 185347 w 575317"/>
                    <a:gd name="connsiteY51" fmla="*/ 324875 h 673014"/>
                    <a:gd name="connsiteX52" fmla="*/ 206425 w 575317"/>
                    <a:gd name="connsiteY52" fmla="*/ 319008 h 673014"/>
                    <a:gd name="connsiteX53" fmla="*/ 369641 w 575317"/>
                    <a:gd name="connsiteY53" fmla="*/ 389197 h 673014"/>
                    <a:gd name="connsiteX54" fmla="*/ 382040 w 575317"/>
                    <a:gd name="connsiteY54" fmla="*/ 422725 h 673014"/>
                    <a:gd name="connsiteX55" fmla="*/ 384504 w 575317"/>
                    <a:gd name="connsiteY55" fmla="*/ 412288 h 673014"/>
                    <a:gd name="connsiteX56" fmla="*/ 464260 w 575317"/>
                    <a:gd name="connsiteY56" fmla="*/ 359990 h 673014"/>
                    <a:gd name="connsiteX57" fmla="*/ 538975 w 575317"/>
                    <a:gd name="connsiteY57" fmla="*/ 422210 h 673014"/>
                    <a:gd name="connsiteX58" fmla="*/ 541251 w 575317"/>
                    <a:gd name="connsiteY58" fmla="*/ 432762 h 673014"/>
                    <a:gd name="connsiteX59" fmla="*/ 575317 w 575317"/>
                    <a:gd name="connsiteY59" fmla="*/ 456516 h 673014"/>
                    <a:gd name="connsiteX60" fmla="*/ 550383 w 575317"/>
                    <a:gd name="connsiteY60" fmla="*/ 474803 h 673014"/>
                    <a:gd name="connsiteX61" fmla="*/ 562783 w 575317"/>
                    <a:gd name="connsiteY61" fmla="*/ 511114 h 673014"/>
                    <a:gd name="connsiteX62" fmla="*/ 539178 w 575317"/>
                    <a:gd name="connsiteY62" fmla="*/ 511114 h 6730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</a:cxnLst>
                  <a:rect l="l" t="t" r="r" b="b"/>
                  <a:pathLst>
                    <a:path w="575317" h="673014">
                      <a:moveTo>
                        <a:pt x="537514" y="539503"/>
                      </a:moveTo>
                      <a:lnTo>
                        <a:pt x="520201" y="514175"/>
                      </a:lnTo>
                      <a:lnTo>
                        <a:pt x="515304" y="520071"/>
                      </a:lnTo>
                      <a:cubicBezTo>
                        <a:pt x="499355" y="535957"/>
                        <a:pt x="477966" y="545197"/>
                        <a:pt x="454919" y="544028"/>
                      </a:cubicBezTo>
                      <a:cubicBezTo>
                        <a:pt x="426110" y="542566"/>
                        <a:pt x="401526" y="525183"/>
                        <a:pt x="387769" y="499945"/>
                      </a:cubicBezTo>
                      <a:lnTo>
                        <a:pt x="386956" y="496300"/>
                      </a:lnTo>
                      <a:lnTo>
                        <a:pt x="372789" y="533728"/>
                      </a:lnTo>
                      <a:cubicBezTo>
                        <a:pt x="357717" y="560211"/>
                        <a:pt x="334355" y="582592"/>
                        <a:pt x="305467" y="597583"/>
                      </a:cubicBezTo>
                      <a:lnTo>
                        <a:pt x="287623" y="605092"/>
                      </a:lnTo>
                      <a:lnTo>
                        <a:pt x="257045" y="673014"/>
                      </a:lnTo>
                      <a:lnTo>
                        <a:pt x="216545" y="635127"/>
                      </a:lnTo>
                      <a:lnTo>
                        <a:pt x="156651" y="669020"/>
                      </a:lnTo>
                      <a:lnTo>
                        <a:pt x="148826" y="627412"/>
                      </a:lnTo>
                      <a:lnTo>
                        <a:pt x="98234" y="633891"/>
                      </a:lnTo>
                      <a:lnTo>
                        <a:pt x="137139" y="594978"/>
                      </a:lnTo>
                      <a:lnTo>
                        <a:pt x="125123" y="588299"/>
                      </a:lnTo>
                      <a:cubicBezTo>
                        <a:pt x="91835" y="565452"/>
                        <a:pt x="68456" y="530815"/>
                        <a:pt x="62878" y="489802"/>
                      </a:cubicBezTo>
                      <a:cubicBezTo>
                        <a:pt x="55905" y="438535"/>
                        <a:pt x="78395" y="389441"/>
                        <a:pt x="118322" y="356825"/>
                      </a:cubicBezTo>
                      <a:lnTo>
                        <a:pt x="142714" y="341993"/>
                      </a:lnTo>
                      <a:lnTo>
                        <a:pt x="116747" y="345560"/>
                      </a:lnTo>
                      <a:cubicBezTo>
                        <a:pt x="102426" y="344608"/>
                        <a:pt x="88278" y="340657"/>
                        <a:pt x="75124" y="333424"/>
                      </a:cubicBezTo>
                      <a:cubicBezTo>
                        <a:pt x="34839" y="311273"/>
                        <a:pt x="15551" y="264767"/>
                        <a:pt x="23038" y="218149"/>
                      </a:cubicBezTo>
                      <a:lnTo>
                        <a:pt x="26371" y="204507"/>
                      </a:lnTo>
                      <a:lnTo>
                        <a:pt x="0" y="157349"/>
                      </a:lnTo>
                      <a:lnTo>
                        <a:pt x="39573" y="150115"/>
                      </a:lnTo>
                      <a:lnTo>
                        <a:pt x="45694" y="100572"/>
                      </a:lnTo>
                      <a:lnTo>
                        <a:pt x="73320" y="113986"/>
                      </a:lnTo>
                      <a:lnTo>
                        <a:pt x="91400" y="81707"/>
                      </a:lnTo>
                      <a:lnTo>
                        <a:pt x="97268" y="121187"/>
                      </a:lnTo>
                      <a:lnTo>
                        <a:pt x="106351" y="117070"/>
                      </a:lnTo>
                      <a:cubicBezTo>
                        <a:pt x="134043" y="107541"/>
                        <a:pt x="164326" y="108880"/>
                        <a:pt x="190634" y="123346"/>
                      </a:cubicBezTo>
                      <a:cubicBezTo>
                        <a:pt x="207077" y="132388"/>
                        <a:pt x="220021" y="145485"/>
                        <a:pt x="229075" y="160993"/>
                      </a:cubicBezTo>
                      <a:lnTo>
                        <a:pt x="240050" y="198873"/>
                      </a:lnTo>
                      <a:lnTo>
                        <a:pt x="238359" y="182883"/>
                      </a:lnTo>
                      <a:cubicBezTo>
                        <a:pt x="238828" y="147118"/>
                        <a:pt x="252137" y="112659"/>
                        <a:pt x="278547" y="86986"/>
                      </a:cubicBezTo>
                      <a:cubicBezTo>
                        <a:pt x="306717" y="59603"/>
                        <a:pt x="344458" y="47399"/>
                        <a:pt x="382704" y="49807"/>
                      </a:cubicBezTo>
                      <a:lnTo>
                        <a:pt x="395591" y="51848"/>
                      </a:lnTo>
                      <a:lnTo>
                        <a:pt x="389290" y="0"/>
                      </a:lnTo>
                      <a:lnTo>
                        <a:pt x="423307" y="34449"/>
                      </a:lnTo>
                      <a:lnTo>
                        <a:pt x="453503" y="7934"/>
                      </a:lnTo>
                      <a:lnTo>
                        <a:pt x="478427" y="68314"/>
                      </a:lnTo>
                      <a:lnTo>
                        <a:pt x="530866" y="63702"/>
                      </a:lnTo>
                      <a:lnTo>
                        <a:pt x="513967" y="132355"/>
                      </a:lnTo>
                      <a:lnTo>
                        <a:pt x="522908" y="148409"/>
                      </a:lnTo>
                      <a:cubicBezTo>
                        <a:pt x="548539" y="204625"/>
                        <a:pt x="540350" y="269997"/>
                        <a:pt x="497215" y="311928"/>
                      </a:cubicBezTo>
                      <a:cubicBezTo>
                        <a:pt x="440875" y="366697"/>
                        <a:pt x="346252" y="360742"/>
                        <a:pt x="285868" y="298626"/>
                      </a:cubicBezTo>
                      <a:cubicBezTo>
                        <a:pt x="274546" y="286979"/>
                        <a:pt x="265232" y="274185"/>
                        <a:pt x="257942" y="260722"/>
                      </a:cubicBezTo>
                      <a:lnTo>
                        <a:pt x="243355" y="221981"/>
                      </a:lnTo>
                      <a:lnTo>
                        <a:pt x="241042" y="247179"/>
                      </a:lnTo>
                      <a:cubicBezTo>
                        <a:pt x="238401" y="258577"/>
                        <a:pt x="234132" y="269892"/>
                        <a:pt x="228151" y="280770"/>
                      </a:cubicBezTo>
                      <a:cubicBezTo>
                        <a:pt x="220176" y="295272"/>
                        <a:pt x="209914" y="307623"/>
                        <a:pt x="198183" y="317539"/>
                      </a:cubicBezTo>
                      <a:lnTo>
                        <a:pt x="185347" y="324875"/>
                      </a:lnTo>
                      <a:lnTo>
                        <a:pt x="206425" y="319008"/>
                      </a:lnTo>
                      <a:cubicBezTo>
                        <a:pt x="274251" y="309783"/>
                        <a:pt x="337533" y="339272"/>
                        <a:pt x="369641" y="389197"/>
                      </a:cubicBezTo>
                      <a:lnTo>
                        <a:pt x="382040" y="422725"/>
                      </a:lnTo>
                      <a:lnTo>
                        <a:pt x="384504" y="412288"/>
                      </a:lnTo>
                      <a:cubicBezTo>
                        <a:pt x="398850" y="379904"/>
                        <a:pt x="429688" y="358236"/>
                        <a:pt x="464260" y="359990"/>
                      </a:cubicBezTo>
                      <a:cubicBezTo>
                        <a:pt x="499551" y="361781"/>
                        <a:pt x="528501" y="387462"/>
                        <a:pt x="538975" y="422210"/>
                      </a:cubicBezTo>
                      <a:lnTo>
                        <a:pt x="541251" y="432762"/>
                      </a:lnTo>
                      <a:lnTo>
                        <a:pt x="575317" y="456516"/>
                      </a:lnTo>
                      <a:lnTo>
                        <a:pt x="550383" y="474803"/>
                      </a:lnTo>
                      <a:lnTo>
                        <a:pt x="562783" y="511114"/>
                      </a:lnTo>
                      <a:lnTo>
                        <a:pt x="539178" y="511114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9" name="Freeform: Shape 148">
                  <a:extLst>
                    <a:ext uri="{FF2B5EF4-FFF2-40B4-BE49-F238E27FC236}">
                      <a16:creationId xmlns:a16="http://schemas.microsoft.com/office/drawing/2014/main" id="{81DC7BAB-0CFA-4A2E-80DC-F0CC45C3D6D5}"/>
                    </a:ext>
                  </a:extLst>
                </p:cNvPr>
                <p:cNvSpPr/>
                <p:nvPr/>
              </p:nvSpPr>
              <p:spPr>
                <a:xfrm rot="2700000">
                  <a:off x="4871589" y="46987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145" name="Subtitle 2">
                <a:extLst>
                  <a:ext uri="{FF2B5EF4-FFF2-40B4-BE49-F238E27FC236}">
                    <a16:creationId xmlns:a16="http://schemas.microsoft.com/office/drawing/2014/main" id="{989ACB31-7A68-45BF-B2F9-C0A0C97EDF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55174" y="901082"/>
                <a:ext cx="13535882" cy="188890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 symmetric group.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an asymmetric group. All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groups are different, even under symmetries.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(if paths were drawn).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another.</a:t>
                </a:r>
              </a:p>
            </p:txBody>
          </p:sp>
        </p:grpSp>
      </p:grpSp>
      <p:sp>
        <p:nvSpPr>
          <p:cNvPr id="127" name="Rectangle 126">
            <a:extLst>
              <a:ext uri="{FF2B5EF4-FFF2-40B4-BE49-F238E27FC236}">
                <a16:creationId xmlns:a16="http://schemas.microsoft.com/office/drawing/2014/main" id="{8E87A18B-4583-4741-9657-2B54376783A5}"/>
              </a:ext>
            </a:extLst>
          </p:cNvPr>
          <p:cNvSpPr/>
          <p:nvPr/>
        </p:nvSpPr>
        <p:spPr>
          <a:xfrm>
            <a:off x="-392362" y="9478020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741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1" y="-1595918"/>
            <a:ext cx="21689979" cy="101557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82375" y="991499"/>
              <a:ext cx="1484079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13987032" y="7219226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#27 by Pedro PSI – 23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3B8EE-8DA9-4B41-B0B8-310D05CD008F}"/>
              </a:ext>
            </a:extLst>
          </p:cNvPr>
          <p:cNvGrpSpPr/>
          <p:nvPr/>
        </p:nvGrpSpPr>
        <p:grpSpPr>
          <a:xfrm>
            <a:off x="5622469" y="3322994"/>
            <a:ext cx="8114456" cy="4711903"/>
            <a:chOff x="1936538" y="3322994"/>
            <a:chExt cx="8114456" cy="4711903"/>
          </a:xfrm>
        </p:grpSpPr>
        <p:grpSp>
          <p:nvGrpSpPr>
            <p:cNvPr id="330" name="Group 329">
              <a:extLst>
                <a:ext uri="{FF2B5EF4-FFF2-40B4-BE49-F238E27FC236}">
                  <a16:creationId xmlns:a16="http://schemas.microsoft.com/office/drawing/2014/main" id="{7786A939-5735-4E96-B836-96773980708B}"/>
                </a:ext>
              </a:extLst>
            </p:cNvPr>
            <p:cNvGrpSpPr/>
            <p:nvPr/>
          </p:nvGrpSpPr>
          <p:grpSpPr>
            <a:xfrm rot="16200000">
              <a:off x="4066544" y="1785291"/>
              <a:ext cx="3912580" cy="7796031"/>
              <a:chOff x="3292049" y="-126767"/>
              <a:chExt cx="3912580" cy="7796031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DD2632EF-94D2-47B7-A5D4-A526DC9FCD5A}"/>
                  </a:ext>
                </a:extLst>
              </p:cNvPr>
              <p:cNvSpPr/>
              <p:nvPr/>
            </p:nvSpPr>
            <p:spPr>
              <a:xfrm>
                <a:off x="3292053" y="-12676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4931D54D-03A9-404B-AEF6-AE8B4A2ADA55}"/>
                  </a:ext>
                </a:extLst>
              </p:cNvPr>
              <p:cNvSpPr/>
              <p:nvPr/>
            </p:nvSpPr>
            <p:spPr>
              <a:xfrm>
                <a:off x="3292053" y="85137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3" name="Rectangle 332">
                <a:extLst>
                  <a:ext uri="{FF2B5EF4-FFF2-40B4-BE49-F238E27FC236}">
                    <a16:creationId xmlns:a16="http://schemas.microsoft.com/office/drawing/2014/main" id="{9D8CC173-32FA-4C8C-BF90-A024EE41B0A3}"/>
                  </a:ext>
                </a:extLst>
              </p:cNvPr>
              <p:cNvSpPr/>
              <p:nvPr/>
            </p:nvSpPr>
            <p:spPr>
              <a:xfrm>
                <a:off x="3292053" y="182952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4" name="Rectangle 333">
                <a:extLst>
                  <a:ext uri="{FF2B5EF4-FFF2-40B4-BE49-F238E27FC236}">
                    <a16:creationId xmlns:a16="http://schemas.microsoft.com/office/drawing/2014/main" id="{61399D72-8E28-4BE2-8B7C-732B4F35A718}"/>
                  </a:ext>
                </a:extLst>
              </p:cNvPr>
              <p:cNvSpPr/>
              <p:nvPr/>
            </p:nvSpPr>
            <p:spPr>
              <a:xfrm>
                <a:off x="4270197" y="-12676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5" name="Rectangle 334">
                <a:extLst>
                  <a:ext uri="{FF2B5EF4-FFF2-40B4-BE49-F238E27FC236}">
                    <a16:creationId xmlns:a16="http://schemas.microsoft.com/office/drawing/2014/main" id="{2B2649CB-51A1-4E89-8471-89FF89F6DFBF}"/>
                  </a:ext>
                </a:extLst>
              </p:cNvPr>
              <p:cNvSpPr/>
              <p:nvPr/>
            </p:nvSpPr>
            <p:spPr>
              <a:xfrm>
                <a:off x="5248341" y="-12676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6" name="Rectangle 335">
                <a:extLst>
                  <a:ext uri="{FF2B5EF4-FFF2-40B4-BE49-F238E27FC236}">
                    <a16:creationId xmlns:a16="http://schemas.microsoft.com/office/drawing/2014/main" id="{0F47C1E6-6A3E-47E5-AB9A-6EF50CC2F0E8}"/>
                  </a:ext>
                </a:extLst>
              </p:cNvPr>
              <p:cNvSpPr/>
              <p:nvPr/>
            </p:nvSpPr>
            <p:spPr>
              <a:xfrm>
                <a:off x="6226485" y="-12676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7" name="Rectangle 336">
                <a:extLst>
                  <a:ext uri="{FF2B5EF4-FFF2-40B4-BE49-F238E27FC236}">
                    <a16:creationId xmlns:a16="http://schemas.microsoft.com/office/drawing/2014/main" id="{A0DB382A-C733-4865-A97A-FAF80E04329A}"/>
                  </a:ext>
                </a:extLst>
              </p:cNvPr>
              <p:cNvSpPr/>
              <p:nvPr/>
            </p:nvSpPr>
            <p:spPr>
              <a:xfrm>
                <a:off x="4270197" y="851378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8" name="Rectangle 337">
                <a:extLst>
                  <a:ext uri="{FF2B5EF4-FFF2-40B4-BE49-F238E27FC236}">
                    <a16:creationId xmlns:a16="http://schemas.microsoft.com/office/drawing/2014/main" id="{60CDB986-93CF-42D4-B503-3647804CF216}"/>
                  </a:ext>
                </a:extLst>
              </p:cNvPr>
              <p:cNvSpPr/>
              <p:nvPr/>
            </p:nvSpPr>
            <p:spPr>
              <a:xfrm>
                <a:off x="5248341" y="851378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9" name="Rectangle 338">
                <a:extLst>
                  <a:ext uri="{FF2B5EF4-FFF2-40B4-BE49-F238E27FC236}">
                    <a16:creationId xmlns:a16="http://schemas.microsoft.com/office/drawing/2014/main" id="{41F4382A-DEBA-45F4-A63F-1ED7303FCE92}"/>
                  </a:ext>
                </a:extLst>
              </p:cNvPr>
              <p:cNvSpPr/>
              <p:nvPr/>
            </p:nvSpPr>
            <p:spPr>
              <a:xfrm>
                <a:off x="4270197" y="182952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0" name="Rectangle 339">
                <a:extLst>
                  <a:ext uri="{FF2B5EF4-FFF2-40B4-BE49-F238E27FC236}">
                    <a16:creationId xmlns:a16="http://schemas.microsoft.com/office/drawing/2014/main" id="{976E471B-7038-41F7-B504-F8B3BB235457}"/>
                  </a:ext>
                </a:extLst>
              </p:cNvPr>
              <p:cNvSpPr/>
              <p:nvPr/>
            </p:nvSpPr>
            <p:spPr>
              <a:xfrm>
                <a:off x="5248341" y="182952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1" name="Rectangle 340">
                <a:extLst>
                  <a:ext uri="{FF2B5EF4-FFF2-40B4-BE49-F238E27FC236}">
                    <a16:creationId xmlns:a16="http://schemas.microsoft.com/office/drawing/2014/main" id="{0E9A433B-FFFB-4F30-ABE0-5A3AB390FB17}"/>
                  </a:ext>
                </a:extLst>
              </p:cNvPr>
              <p:cNvSpPr/>
              <p:nvPr/>
            </p:nvSpPr>
            <p:spPr>
              <a:xfrm>
                <a:off x="6226484" y="851379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2" name="Rectangle 341">
                <a:extLst>
                  <a:ext uri="{FF2B5EF4-FFF2-40B4-BE49-F238E27FC236}">
                    <a16:creationId xmlns:a16="http://schemas.microsoft.com/office/drawing/2014/main" id="{92553B4B-3F38-4205-80E9-BBDCC622F90E}"/>
                  </a:ext>
                </a:extLst>
              </p:cNvPr>
              <p:cNvSpPr/>
              <p:nvPr/>
            </p:nvSpPr>
            <p:spPr>
              <a:xfrm>
                <a:off x="6226484" y="182952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3" name="Rectangle 342">
                <a:extLst>
                  <a:ext uri="{FF2B5EF4-FFF2-40B4-BE49-F238E27FC236}">
                    <a16:creationId xmlns:a16="http://schemas.microsoft.com/office/drawing/2014/main" id="{009D6ADD-A7D2-4CDA-8F0E-D3BE5CA1DE20}"/>
                  </a:ext>
                </a:extLst>
              </p:cNvPr>
              <p:cNvSpPr/>
              <p:nvPr/>
            </p:nvSpPr>
            <p:spPr>
              <a:xfrm>
                <a:off x="3292051" y="277854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4" name="Rectangle 343">
                <a:extLst>
                  <a:ext uri="{FF2B5EF4-FFF2-40B4-BE49-F238E27FC236}">
                    <a16:creationId xmlns:a16="http://schemas.microsoft.com/office/drawing/2014/main" id="{D6311ADB-A396-43FE-BF32-BA4D383556B9}"/>
                  </a:ext>
                </a:extLst>
              </p:cNvPr>
              <p:cNvSpPr/>
              <p:nvPr/>
            </p:nvSpPr>
            <p:spPr>
              <a:xfrm>
                <a:off x="3292051" y="375668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5" name="Rectangle 344">
                <a:extLst>
                  <a:ext uri="{FF2B5EF4-FFF2-40B4-BE49-F238E27FC236}">
                    <a16:creationId xmlns:a16="http://schemas.microsoft.com/office/drawing/2014/main" id="{44BA931F-6955-4F56-B407-FECDF7972D18}"/>
                  </a:ext>
                </a:extLst>
              </p:cNvPr>
              <p:cNvSpPr/>
              <p:nvPr/>
            </p:nvSpPr>
            <p:spPr>
              <a:xfrm>
                <a:off x="3292051" y="4734828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6" name="Rectangle 345">
                <a:extLst>
                  <a:ext uri="{FF2B5EF4-FFF2-40B4-BE49-F238E27FC236}">
                    <a16:creationId xmlns:a16="http://schemas.microsoft.com/office/drawing/2014/main" id="{ECF28456-785C-4352-BCC5-ED294D37C3C9}"/>
                  </a:ext>
                </a:extLst>
              </p:cNvPr>
              <p:cNvSpPr/>
              <p:nvPr/>
            </p:nvSpPr>
            <p:spPr>
              <a:xfrm>
                <a:off x="4270195" y="277854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7" name="Rectangle 346">
                <a:extLst>
                  <a:ext uri="{FF2B5EF4-FFF2-40B4-BE49-F238E27FC236}">
                    <a16:creationId xmlns:a16="http://schemas.microsoft.com/office/drawing/2014/main" id="{545CF08E-AAF1-4DDA-964A-8B4EF168069E}"/>
                  </a:ext>
                </a:extLst>
              </p:cNvPr>
              <p:cNvSpPr/>
              <p:nvPr/>
            </p:nvSpPr>
            <p:spPr>
              <a:xfrm>
                <a:off x="5248339" y="277854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10F92972-380A-4BCD-A126-0B8B0BB89486}"/>
                  </a:ext>
                </a:extLst>
              </p:cNvPr>
              <p:cNvSpPr/>
              <p:nvPr/>
            </p:nvSpPr>
            <p:spPr>
              <a:xfrm>
                <a:off x="4270195" y="375668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9" name="Rectangle 348">
                <a:extLst>
                  <a:ext uri="{FF2B5EF4-FFF2-40B4-BE49-F238E27FC236}">
                    <a16:creationId xmlns:a16="http://schemas.microsoft.com/office/drawing/2014/main" id="{D618B28E-9AC3-4F8E-8219-135CF696F0DD}"/>
                  </a:ext>
                </a:extLst>
              </p:cNvPr>
              <p:cNvSpPr/>
              <p:nvPr/>
            </p:nvSpPr>
            <p:spPr>
              <a:xfrm>
                <a:off x="5248339" y="375668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0" name="Rectangle 349">
                <a:extLst>
                  <a:ext uri="{FF2B5EF4-FFF2-40B4-BE49-F238E27FC236}">
                    <a16:creationId xmlns:a16="http://schemas.microsoft.com/office/drawing/2014/main" id="{600FC10E-75DE-44F7-B4F5-3488CA2D9A78}"/>
                  </a:ext>
                </a:extLst>
              </p:cNvPr>
              <p:cNvSpPr/>
              <p:nvPr/>
            </p:nvSpPr>
            <p:spPr>
              <a:xfrm>
                <a:off x="6226483" y="277854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1" name="Rectangle 350">
                <a:extLst>
                  <a:ext uri="{FF2B5EF4-FFF2-40B4-BE49-F238E27FC236}">
                    <a16:creationId xmlns:a16="http://schemas.microsoft.com/office/drawing/2014/main" id="{0579320B-CFFC-41A3-B41A-73013CBFA681}"/>
                  </a:ext>
                </a:extLst>
              </p:cNvPr>
              <p:cNvSpPr/>
              <p:nvPr/>
            </p:nvSpPr>
            <p:spPr>
              <a:xfrm>
                <a:off x="6226483" y="375668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2" name="Rectangle 351">
                <a:extLst>
                  <a:ext uri="{FF2B5EF4-FFF2-40B4-BE49-F238E27FC236}">
                    <a16:creationId xmlns:a16="http://schemas.microsoft.com/office/drawing/2014/main" id="{26BBD097-1ADD-4E05-A286-CD4E4D97F465}"/>
                  </a:ext>
                </a:extLst>
              </p:cNvPr>
              <p:cNvSpPr/>
              <p:nvPr/>
            </p:nvSpPr>
            <p:spPr>
              <a:xfrm>
                <a:off x="4270195" y="4734829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3" name="Rectangle 352">
                <a:extLst>
                  <a:ext uri="{FF2B5EF4-FFF2-40B4-BE49-F238E27FC236}">
                    <a16:creationId xmlns:a16="http://schemas.microsoft.com/office/drawing/2014/main" id="{51338740-E8D9-4462-AE59-DA397E6E634E}"/>
                  </a:ext>
                </a:extLst>
              </p:cNvPr>
              <p:cNvSpPr/>
              <p:nvPr/>
            </p:nvSpPr>
            <p:spPr>
              <a:xfrm>
                <a:off x="5248338" y="4734829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4" name="Rectangle 353">
                <a:extLst>
                  <a:ext uri="{FF2B5EF4-FFF2-40B4-BE49-F238E27FC236}">
                    <a16:creationId xmlns:a16="http://schemas.microsoft.com/office/drawing/2014/main" id="{16B8D688-D7B3-4632-BED8-465622A5B44D}"/>
                  </a:ext>
                </a:extLst>
              </p:cNvPr>
              <p:cNvSpPr/>
              <p:nvPr/>
            </p:nvSpPr>
            <p:spPr>
              <a:xfrm>
                <a:off x="6226482" y="473483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5" name="Rectangle 354">
                <a:extLst>
                  <a:ext uri="{FF2B5EF4-FFF2-40B4-BE49-F238E27FC236}">
                    <a16:creationId xmlns:a16="http://schemas.microsoft.com/office/drawing/2014/main" id="{FD9F1CF3-34F4-4524-8FA1-11B433D55F14}"/>
                  </a:ext>
                </a:extLst>
              </p:cNvPr>
              <p:cNvSpPr/>
              <p:nvPr/>
            </p:nvSpPr>
            <p:spPr>
              <a:xfrm>
                <a:off x="3292050" y="571297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6" name="Rectangle 355">
                <a:extLst>
                  <a:ext uri="{FF2B5EF4-FFF2-40B4-BE49-F238E27FC236}">
                    <a16:creationId xmlns:a16="http://schemas.microsoft.com/office/drawing/2014/main" id="{14A90F59-C7FA-4CE3-A643-7F071C4EA3E9}"/>
                  </a:ext>
                </a:extLst>
              </p:cNvPr>
              <p:cNvSpPr/>
              <p:nvPr/>
            </p:nvSpPr>
            <p:spPr>
              <a:xfrm>
                <a:off x="4270194" y="571297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7" name="Rectangle 356">
                <a:extLst>
                  <a:ext uri="{FF2B5EF4-FFF2-40B4-BE49-F238E27FC236}">
                    <a16:creationId xmlns:a16="http://schemas.microsoft.com/office/drawing/2014/main" id="{3E435932-771F-45D2-93FB-D1D8132C6D97}"/>
                  </a:ext>
                </a:extLst>
              </p:cNvPr>
              <p:cNvSpPr/>
              <p:nvPr/>
            </p:nvSpPr>
            <p:spPr>
              <a:xfrm>
                <a:off x="5248337" y="571297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8" name="Rectangle 357">
                <a:extLst>
                  <a:ext uri="{FF2B5EF4-FFF2-40B4-BE49-F238E27FC236}">
                    <a16:creationId xmlns:a16="http://schemas.microsoft.com/office/drawing/2014/main" id="{2F5871CA-B134-480E-A871-C8160C3E2C55}"/>
                  </a:ext>
                </a:extLst>
              </p:cNvPr>
              <p:cNvSpPr/>
              <p:nvPr/>
            </p:nvSpPr>
            <p:spPr>
              <a:xfrm>
                <a:off x="6226481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0293A0AA-FA08-477C-9BB6-C450ED6A16EB}"/>
                  </a:ext>
                </a:extLst>
              </p:cNvPr>
              <p:cNvSpPr/>
              <p:nvPr/>
            </p:nvSpPr>
            <p:spPr>
              <a:xfrm>
                <a:off x="3292049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60" name="Rectangle 359">
                <a:extLst>
                  <a:ext uri="{FF2B5EF4-FFF2-40B4-BE49-F238E27FC236}">
                    <a16:creationId xmlns:a16="http://schemas.microsoft.com/office/drawing/2014/main" id="{3DB58537-09A6-494B-B724-CDE464E58BF3}"/>
                  </a:ext>
                </a:extLst>
              </p:cNvPr>
              <p:cNvSpPr/>
              <p:nvPr/>
            </p:nvSpPr>
            <p:spPr>
              <a:xfrm>
                <a:off x="4270193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61" name="Rectangle 360">
                <a:extLst>
                  <a:ext uri="{FF2B5EF4-FFF2-40B4-BE49-F238E27FC236}">
                    <a16:creationId xmlns:a16="http://schemas.microsoft.com/office/drawing/2014/main" id="{50739546-E3A7-40DE-AC74-D09CDB256E3E}"/>
                  </a:ext>
                </a:extLst>
              </p:cNvPr>
              <p:cNvSpPr/>
              <p:nvPr/>
            </p:nvSpPr>
            <p:spPr>
              <a:xfrm>
                <a:off x="5248337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62" name="Rectangle 361">
                <a:extLst>
                  <a:ext uri="{FF2B5EF4-FFF2-40B4-BE49-F238E27FC236}">
                    <a16:creationId xmlns:a16="http://schemas.microsoft.com/office/drawing/2014/main" id="{56379C41-831A-469C-A408-2B3C436CD435}"/>
                  </a:ext>
                </a:extLst>
              </p:cNvPr>
              <p:cNvSpPr/>
              <p:nvPr/>
            </p:nvSpPr>
            <p:spPr>
              <a:xfrm>
                <a:off x="6226481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BBE1C6D0-9733-430B-9537-C383F4AA6DF0}"/>
                </a:ext>
              </a:extLst>
            </p:cNvPr>
            <p:cNvSpPr/>
            <p:nvPr/>
          </p:nvSpPr>
          <p:spPr>
            <a:xfrm rot="2700000" flipH="1">
              <a:off x="2000666" y="727668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4272C950-6349-4581-9977-A9D6E5B95E95}"/>
                </a:ext>
              </a:extLst>
            </p:cNvPr>
            <p:cNvSpPr/>
            <p:nvPr/>
          </p:nvSpPr>
          <p:spPr>
            <a:xfrm rot="2700000" flipH="1">
              <a:off x="2000666" y="530252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4C56C3D8-C71E-4130-A95A-4AF769564EF8}"/>
                </a:ext>
              </a:extLst>
            </p:cNvPr>
            <p:cNvSpPr/>
            <p:nvPr/>
          </p:nvSpPr>
          <p:spPr>
            <a:xfrm rot="2700000" flipH="1">
              <a:off x="2000665" y="332511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50ECFF9D-67A3-4485-BD99-C4CD59093F4E}"/>
                </a:ext>
              </a:extLst>
            </p:cNvPr>
            <p:cNvSpPr/>
            <p:nvPr/>
          </p:nvSpPr>
          <p:spPr>
            <a:xfrm rot="2700000" flipH="1">
              <a:off x="3866426" y="332511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8A73DE62-CF8B-44A0-981B-D2B527D11A04}"/>
                </a:ext>
              </a:extLst>
            </p:cNvPr>
            <p:cNvSpPr/>
            <p:nvPr/>
          </p:nvSpPr>
          <p:spPr>
            <a:xfrm rot="2700000" flipH="1">
              <a:off x="6786490" y="530252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9BCFD12E-28E9-417E-AF3D-E1E8D9A33726}"/>
                </a:ext>
              </a:extLst>
            </p:cNvPr>
            <p:cNvSpPr/>
            <p:nvPr/>
          </p:nvSpPr>
          <p:spPr>
            <a:xfrm rot="2700000" flipH="1">
              <a:off x="3927826" y="729879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3C08D9FD-811B-4A10-9253-B00729342E9F}"/>
                </a:ext>
              </a:extLst>
            </p:cNvPr>
            <p:cNvSpPr/>
            <p:nvPr/>
          </p:nvSpPr>
          <p:spPr>
            <a:xfrm rot="20968969">
              <a:off x="3844311" y="527805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FD4E37E2-75EC-4A02-81A9-8926079748D8}"/>
                </a:ext>
              </a:extLst>
            </p:cNvPr>
            <p:cNvSpPr/>
            <p:nvPr/>
          </p:nvSpPr>
          <p:spPr>
            <a:xfrm rot="20968969">
              <a:off x="7655221" y="332299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70185E9F-E85E-49CF-9287-3750A4507232}"/>
                </a:ext>
              </a:extLst>
            </p:cNvPr>
            <p:cNvSpPr/>
            <p:nvPr/>
          </p:nvSpPr>
          <p:spPr>
            <a:xfrm rot="20968969">
              <a:off x="7655221" y="7275912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E8CA6553-2F12-4D3B-9285-5ECF316137C7}"/>
                </a:ext>
              </a:extLst>
            </p:cNvPr>
            <p:cNvSpPr/>
            <p:nvPr/>
          </p:nvSpPr>
          <p:spPr>
            <a:xfrm rot="20968969">
              <a:off x="9597272" y="727591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9BB80731-DBC6-44F0-8B92-894063DD3DDF}"/>
                </a:ext>
              </a:extLst>
            </p:cNvPr>
            <p:cNvSpPr/>
            <p:nvPr/>
          </p:nvSpPr>
          <p:spPr>
            <a:xfrm rot="20968969">
              <a:off x="9597272" y="5355280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7AEBDED3-52DD-4F07-9576-D709EE216700}"/>
                </a:ext>
              </a:extLst>
            </p:cNvPr>
            <p:cNvSpPr/>
            <p:nvPr/>
          </p:nvSpPr>
          <p:spPr>
            <a:xfrm rot="2792166">
              <a:off x="8722770" y="438667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924E70B0-CA69-4C3D-847E-206DD9D55D38}"/>
                </a:ext>
              </a:extLst>
            </p:cNvPr>
            <p:cNvSpPr/>
            <p:nvPr/>
          </p:nvSpPr>
          <p:spPr>
            <a:xfrm rot="92166">
              <a:off x="2984380" y="638896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20CA7F01-E214-4E61-8B24-F658189492CB}"/>
                </a:ext>
              </a:extLst>
            </p:cNvPr>
            <p:cNvSpPr/>
            <p:nvPr/>
          </p:nvSpPr>
          <p:spPr>
            <a:xfrm rot="92166">
              <a:off x="8761210" y="641661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B5F6B018-5AC1-4103-ADF1-DBB3D902BB9D}"/>
                </a:ext>
              </a:extLst>
            </p:cNvPr>
            <p:cNvSpPr/>
            <p:nvPr/>
          </p:nvSpPr>
          <p:spPr>
            <a:xfrm rot="2792166">
              <a:off x="3844596" y="430258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04E6A4C-02E9-4849-BCC5-4D4E1CA2E061}"/>
                </a:ext>
              </a:extLst>
            </p:cNvPr>
            <p:cNvSpPr/>
            <p:nvPr/>
          </p:nvSpPr>
          <p:spPr>
            <a:xfrm rot="20968969">
              <a:off x="4822214" y="527805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04B28EE-A0E6-4380-A624-6CFB51D9F02B}"/>
              </a:ext>
            </a:extLst>
          </p:cNvPr>
          <p:cNvGrpSpPr/>
          <p:nvPr/>
        </p:nvGrpSpPr>
        <p:grpSpPr>
          <a:xfrm>
            <a:off x="-203203" y="-1363031"/>
            <a:ext cx="20712447" cy="4313136"/>
            <a:chOff x="-203203" y="-1363031"/>
            <a:chExt cx="20712447" cy="4313136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63E1A7-1A09-4CB2-83AE-9343BCB257B1}"/>
                </a:ext>
              </a:extLst>
            </p:cNvPr>
            <p:cNvSpPr/>
            <p:nvPr/>
          </p:nvSpPr>
          <p:spPr>
            <a:xfrm>
              <a:off x="18680922" y="-1363031"/>
              <a:ext cx="165782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 II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E3A12C6-DCE5-4567-8243-92B8045BB1E8}"/>
                </a:ext>
              </a:extLst>
            </p:cNvPr>
            <p:cNvGrpSpPr/>
            <p:nvPr/>
          </p:nvGrpSpPr>
          <p:grpSpPr>
            <a:xfrm>
              <a:off x="-203203" y="-1255309"/>
              <a:ext cx="20712447" cy="4205414"/>
              <a:chOff x="-203203" y="-1255309"/>
              <a:chExt cx="20712447" cy="4205414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AA5E4477-90E8-4CC4-8023-5CB77EFA700F}"/>
                  </a:ext>
                </a:extLst>
              </p:cNvPr>
              <p:cNvSpPr/>
              <p:nvPr/>
            </p:nvSpPr>
            <p:spPr>
              <a:xfrm>
                <a:off x="-141975" y="-44676"/>
                <a:ext cx="20651219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Draw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fruit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along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don’t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cross,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dangle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Symmetries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mirror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ADAF2A28-0B96-4E4D-A55D-3F25B5491E15}"/>
                  </a:ext>
                </a:extLst>
              </p:cNvPr>
              <p:cNvSpPr/>
              <p:nvPr/>
            </p:nvSpPr>
            <p:spPr>
              <a:xfrm>
                <a:off x="-203203" y="677124"/>
                <a:ext cx="20577997" cy="2272981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8" name="Subtitle 2">
                <a:extLst>
                  <a:ext uri="{FF2B5EF4-FFF2-40B4-BE49-F238E27FC236}">
                    <a16:creationId xmlns:a16="http://schemas.microsoft.com/office/drawing/2014/main" id="{1BFB9C30-7296-4077-B3C2-3185378D0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01600" y="857838"/>
                <a:ext cx="5593354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b="1" i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seek perfection norms, 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en-US" b="1" i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Pears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prefer unique forms.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Eat a </a:t>
                </a:r>
                <a:r>
                  <a:rPr lang="en-US" b="1" i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Blueberry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you’ll want another,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or eat an </a:t>
                </a:r>
                <a:r>
                  <a:rPr lang="en-US" b="1" i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 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 you won’t bother!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93D08BE8-12A0-418D-AC75-61C26C6248FA}"/>
                  </a:ext>
                </a:extLst>
              </p:cNvPr>
              <p:cNvSpPr/>
              <p:nvPr/>
            </p:nvSpPr>
            <p:spPr>
              <a:xfrm>
                <a:off x="-101600" y="-1255309"/>
                <a:ext cx="607730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sz="8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Kudamono</a:t>
                </a:r>
                <a:endPara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9FCDB747-C9E4-4548-945F-CEE24768A247}"/>
                  </a:ext>
                </a:extLst>
              </p:cNvPr>
              <p:cNvGrpSpPr/>
              <p:nvPr/>
            </p:nvGrpSpPr>
            <p:grpSpPr>
              <a:xfrm>
                <a:off x="5639153" y="795455"/>
                <a:ext cx="1177545" cy="1957757"/>
                <a:chOff x="4295090" y="3342064"/>
                <a:chExt cx="1177545" cy="1957757"/>
              </a:xfrm>
            </p:grpSpPr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0DCC90CF-FD8F-4983-9F3E-601B6AEC168B}"/>
                    </a:ext>
                  </a:extLst>
                </p:cNvPr>
                <p:cNvSpPr/>
                <p:nvPr/>
              </p:nvSpPr>
              <p:spPr>
                <a:xfrm rot="2607834" flipH="1">
                  <a:off x="4410700" y="334206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29F3661D-F3B8-491E-925C-30246E646050}"/>
                    </a:ext>
                  </a:extLst>
                </p:cNvPr>
                <p:cNvSpPr/>
                <p:nvPr/>
              </p:nvSpPr>
              <p:spPr>
                <a:xfrm rot="20876803">
                  <a:off x="4960778" y="3713889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057B74EF-52FF-4790-A06D-84051CACF344}"/>
                    </a:ext>
                  </a:extLst>
                </p:cNvPr>
                <p:cNvSpPr/>
                <p:nvPr/>
              </p:nvSpPr>
              <p:spPr>
                <a:xfrm>
                  <a:off x="4295090" y="4287360"/>
                  <a:ext cx="494320" cy="578263"/>
                </a:xfrm>
                <a:custGeom>
                  <a:avLst/>
                  <a:gdLst>
                    <a:gd name="connsiteX0" fmla="*/ 537514 w 575317"/>
                    <a:gd name="connsiteY0" fmla="*/ 539503 h 673014"/>
                    <a:gd name="connsiteX1" fmla="*/ 520201 w 575317"/>
                    <a:gd name="connsiteY1" fmla="*/ 514175 h 673014"/>
                    <a:gd name="connsiteX2" fmla="*/ 515304 w 575317"/>
                    <a:gd name="connsiteY2" fmla="*/ 520071 h 673014"/>
                    <a:gd name="connsiteX3" fmla="*/ 454919 w 575317"/>
                    <a:gd name="connsiteY3" fmla="*/ 544028 h 673014"/>
                    <a:gd name="connsiteX4" fmla="*/ 387769 w 575317"/>
                    <a:gd name="connsiteY4" fmla="*/ 499945 h 673014"/>
                    <a:gd name="connsiteX5" fmla="*/ 386956 w 575317"/>
                    <a:gd name="connsiteY5" fmla="*/ 496300 h 673014"/>
                    <a:gd name="connsiteX6" fmla="*/ 372789 w 575317"/>
                    <a:gd name="connsiteY6" fmla="*/ 533728 h 673014"/>
                    <a:gd name="connsiteX7" fmla="*/ 305467 w 575317"/>
                    <a:gd name="connsiteY7" fmla="*/ 597583 h 673014"/>
                    <a:gd name="connsiteX8" fmla="*/ 287623 w 575317"/>
                    <a:gd name="connsiteY8" fmla="*/ 605092 h 673014"/>
                    <a:gd name="connsiteX9" fmla="*/ 257045 w 575317"/>
                    <a:gd name="connsiteY9" fmla="*/ 673014 h 673014"/>
                    <a:gd name="connsiteX10" fmla="*/ 216545 w 575317"/>
                    <a:gd name="connsiteY10" fmla="*/ 635127 h 673014"/>
                    <a:gd name="connsiteX11" fmla="*/ 156651 w 575317"/>
                    <a:gd name="connsiteY11" fmla="*/ 669020 h 673014"/>
                    <a:gd name="connsiteX12" fmla="*/ 148826 w 575317"/>
                    <a:gd name="connsiteY12" fmla="*/ 627412 h 673014"/>
                    <a:gd name="connsiteX13" fmla="*/ 98234 w 575317"/>
                    <a:gd name="connsiteY13" fmla="*/ 633891 h 673014"/>
                    <a:gd name="connsiteX14" fmla="*/ 137139 w 575317"/>
                    <a:gd name="connsiteY14" fmla="*/ 594978 h 673014"/>
                    <a:gd name="connsiteX15" fmla="*/ 125123 w 575317"/>
                    <a:gd name="connsiteY15" fmla="*/ 588299 h 673014"/>
                    <a:gd name="connsiteX16" fmla="*/ 62878 w 575317"/>
                    <a:gd name="connsiteY16" fmla="*/ 489802 h 673014"/>
                    <a:gd name="connsiteX17" fmla="*/ 118322 w 575317"/>
                    <a:gd name="connsiteY17" fmla="*/ 356825 h 673014"/>
                    <a:gd name="connsiteX18" fmla="*/ 142714 w 575317"/>
                    <a:gd name="connsiteY18" fmla="*/ 341993 h 673014"/>
                    <a:gd name="connsiteX19" fmla="*/ 116747 w 575317"/>
                    <a:gd name="connsiteY19" fmla="*/ 345560 h 673014"/>
                    <a:gd name="connsiteX20" fmla="*/ 75124 w 575317"/>
                    <a:gd name="connsiteY20" fmla="*/ 333424 h 673014"/>
                    <a:gd name="connsiteX21" fmla="*/ 23038 w 575317"/>
                    <a:gd name="connsiteY21" fmla="*/ 218149 h 673014"/>
                    <a:gd name="connsiteX22" fmla="*/ 26371 w 575317"/>
                    <a:gd name="connsiteY22" fmla="*/ 204507 h 673014"/>
                    <a:gd name="connsiteX23" fmla="*/ 0 w 575317"/>
                    <a:gd name="connsiteY23" fmla="*/ 157349 h 673014"/>
                    <a:gd name="connsiteX24" fmla="*/ 39573 w 575317"/>
                    <a:gd name="connsiteY24" fmla="*/ 150115 h 673014"/>
                    <a:gd name="connsiteX25" fmla="*/ 45694 w 575317"/>
                    <a:gd name="connsiteY25" fmla="*/ 100572 h 673014"/>
                    <a:gd name="connsiteX26" fmla="*/ 73320 w 575317"/>
                    <a:gd name="connsiteY26" fmla="*/ 113986 h 673014"/>
                    <a:gd name="connsiteX27" fmla="*/ 91400 w 575317"/>
                    <a:gd name="connsiteY27" fmla="*/ 81707 h 673014"/>
                    <a:gd name="connsiteX28" fmla="*/ 97268 w 575317"/>
                    <a:gd name="connsiteY28" fmla="*/ 121187 h 673014"/>
                    <a:gd name="connsiteX29" fmla="*/ 106351 w 575317"/>
                    <a:gd name="connsiteY29" fmla="*/ 117070 h 673014"/>
                    <a:gd name="connsiteX30" fmla="*/ 190634 w 575317"/>
                    <a:gd name="connsiteY30" fmla="*/ 123346 h 673014"/>
                    <a:gd name="connsiteX31" fmla="*/ 229075 w 575317"/>
                    <a:gd name="connsiteY31" fmla="*/ 160993 h 673014"/>
                    <a:gd name="connsiteX32" fmla="*/ 240050 w 575317"/>
                    <a:gd name="connsiteY32" fmla="*/ 198873 h 673014"/>
                    <a:gd name="connsiteX33" fmla="*/ 238359 w 575317"/>
                    <a:gd name="connsiteY33" fmla="*/ 182883 h 673014"/>
                    <a:gd name="connsiteX34" fmla="*/ 278547 w 575317"/>
                    <a:gd name="connsiteY34" fmla="*/ 86986 h 673014"/>
                    <a:gd name="connsiteX35" fmla="*/ 382704 w 575317"/>
                    <a:gd name="connsiteY35" fmla="*/ 49807 h 673014"/>
                    <a:gd name="connsiteX36" fmla="*/ 395591 w 575317"/>
                    <a:gd name="connsiteY36" fmla="*/ 51848 h 673014"/>
                    <a:gd name="connsiteX37" fmla="*/ 389290 w 575317"/>
                    <a:gd name="connsiteY37" fmla="*/ 0 h 673014"/>
                    <a:gd name="connsiteX38" fmla="*/ 423307 w 575317"/>
                    <a:gd name="connsiteY38" fmla="*/ 34449 h 673014"/>
                    <a:gd name="connsiteX39" fmla="*/ 453503 w 575317"/>
                    <a:gd name="connsiteY39" fmla="*/ 7934 h 673014"/>
                    <a:gd name="connsiteX40" fmla="*/ 478427 w 575317"/>
                    <a:gd name="connsiteY40" fmla="*/ 68314 h 673014"/>
                    <a:gd name="connsiteX41" fmla="*/ 530866 w 575317"/>
                    <a:gd name="connsiteY41" fmla="*/ 63702 h 673014"/>
                    <a:gd name="connsiteX42" fmla="*/ 513967 w 575317"/>
                    <a:gd name="connsiteY42" fmla="*/ 132355 h 673014"/>
                    <a:gd name="connsiteX43" fmla="*/ 522908 w 575317"/>
                    <a:gd name="connsiteY43" fmla="*/ 148409 h 673014"/>
                    <a:gd name="connsiteX44" fmla="*/ 497215 w 575317"/>
                    <a:gd name="connsiteY44" fmla="*/ 311928 h 673014"/>
                    <a:gd name="connsiteX45" fmla="*/ 285868 w 575317"/>
                    <a:gd name="connsiteY45" fmla="*/ 298626 h 673014"/>
                    <a:gd name="connsiteX46" fmla="*/ 257942 w 575317"/>
                    <a:gd name="connsiteY46" fmla="*/ 260722 h 673014"/>
                    <a:gd name="connsiteX47" fmla="*/ 243355 w 575317"/>
                    <a:gd name="connsiteY47" fmla="*/ 221981 h 673014"/>
                    <a:gd name="connsiteX48" fmla="*/ 241042 w 575317"/>
                    <a:gd name="connsiteY48" fmla="*/ 247179 h 673014"/>
                    <a:gd name="connsiteX49" fmla="*/ 228151 w 575317"/>
                    <a:gd name="connsiteY49" fmla="*/ 280770 h 673014"/>
                    <a:gd name="connsiteX50" fmla="*/ 198183 w 575317"/>
                    <a:gd name="connsiteY50" fmla="*/ 317539 h 673014"/>
                    <a:gd name="connsiteX51" fmla="*/ 185347 w 575317"/>
                    <a:gd name="connsiteY51" fmla="*/ 324875 h 673014"/>
                    <a:gd name="connsiteX52" fmla="*/ 206425 w 575317"/>
                    <a:gd name="connsiteY52" fmla="*/ 319008 h 673014"/>
                    <a:gd name="connsiteX53" fmla="*/ 369641 w 575317"/>
                    <a:gd name="connsiteY53" fmla="*/ 389197 h 673014"/>
                    <a:gd name="connsiteX54" fmla="*/ 382040 w 575317"/>
                    <a:gd name="connsiteY54" fmla="*/ 422725 h 673014"/>
                    <a:gd name="connsiteX55" fmla="*/ 384504 w 575317"/>
                    <a:gd name="connsiteY55" fmla="*/ 412288 h 673014"/>
                    <a:gd name="connsiteX56" fmla="*/ 464260 w 575317"/>
                    <a:gd name="connsiteY56" fmla="*/ 359990 h 673014"/>
                    <a:gd name="connsiteX57" fmla="*/ 538975 w 575317"/>
                    <a:gd name="connsiteY57" fmla="*/ 422210 h 673014"/>
                    <a:gd name="connsiteX58" fmla="*/ 541251 w 575317"/>
                    <a:gd name="connsiteY58" fmla="*/ 432762 h 673014"/>
                    <a:gd name="connsiteX59" fmla="*/ 575317 w 575317"/>
                    <a:gd name="connsiteY59" fmla="*/ 456516 h 673014"/>
                    <a:gd name="connsiteX60" fmla="*/ 550383 w 575317"/>
                    <a:gd name="connsiteY60" fmla="*/ 474803 h 673014"/>
                    <a:gd name="connsiteX61" fmla="*/ 562783 w 575317"/>
                    <a:gd name="connsiteY61" fmla="*/ 511114 h 673014"/>
                    <a:gd name="connsiteX62" fmla="*/ 539178 w 575317"/>
                    <a:gd name="connsiteY62" fmla="*/ 511114 h 6730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</a:cxnLst>
                  <a:rect l="l" t="t" r="r" b="b"/>
                  <a:pathLst>
                    <a:path w="575317" h="673014">
                      <a:moveTo>
                        <a:pt x="537514" y="539503"/>
                      </a:moveTo>
                      <a:lnTo>
                        <a:pt x="520201" y="514175"/>
                      </a:lnTo>
                      <a:lnTo>
                        <a:pt x="515304" y="520071"/>
                      </a:lnTo>
                      <a:cubicBezTo>
                        <a:pt x="499355" y="535957"/>
                        <a:pt x="477966" y="545197"/>
                        <a:pt x="454919" y="544028"/>
                      </a:cubicBezTo>
                      <a:cubicBezTo>
                        <a:pt x="426110" y="542566"/>
                        <a:pt x="401526" y="525183"/>
                        <a:pt x="387769" y="499945"/>
                      </a:cubicBezTo>
                      <a:lnTo>
                        <a:pt x="386956" y="496300"/>
                      </a:lnTo>
                      <a:lnTo>
                        <a:pt x="372789" y="533728"/>
                      </a:lnTo>
                      <a:cubicBezTo>
                        <a:pt x="357717" y="560211"/>
                        <a:pt x="334355" y="582592"/>
                        <a:pt x="305467" y="597583"/>
                      </a:cubicBezTo>
                      <a:lnTo>
                        <a:pt x="287623" y="605092"/>
                      </a:lnTo>
                      <a:lnTo>
                        <a:pt x="257045" y="673014"/>
                      </a:lnTo>
                      <a:lnTo>
                        <a:pt x="216545" y="635127"/>
                      </a:lnTo>
                      <a:lnTo>
                        <a:pt x="156651" y="669020"/>
                      </a:lnTo>
                      <a:lnTo>
                        <a:pt x="148826" y="627412"/>
                      </a:lnTo>
                      <a:lnTo>
                        <a:pt x="98234" y="633891"/>
                      </a:lnTo>
                      <a:lnTo>
                        <a:pt x="137139" y="594978"/>
                      </a:lnTo>
                      <a:lnTo>
                        <a:pt x="125123" y="588299"/>
                      </a:lnTo>
                      <a:cubicBezTo>
                        <a:pt x="91835" y="565452"/>
                        <a:pt x="68456" y="530815"/>
                        <a:pt x="62878" y="489802"/>
                      </a:cubicBezTo>
                      <a:cubicBezTo>
                        <a:pt x="55905" y="438535"/>
                        <a:pt x="78395" y="389441"/>
                        <a:pt x="118322" y="356825"/>
                      </a:cubicBezTo>
                      <a:lnTo>
                        <a:pt x="142714" y="341993"/>
                      </a:lnTo>
                      <a:lnTo>
                        <a:pt x="116747" y="345560"/>
                      </a:lnTo>
                      <a:cubicBezTo>
                        <a:pt x="102426" y="344608"/>
                        <a:pt x="88278" y="340657"/>
                        <a:pt x="75124" y="333424"/>
                      </a:cubicBezTo>
                      <a:cubicBezTo>
                        <a:pt x="34839" y="311273"/>
                        <a:pt x="15551" y="264767"/>
                        <a:pt x="23038" y="218149"/>
                      </a:cubicBezTo>
                      <a:lnTo>
                        <a:pt x="26371" y="204507"/>
                      </a:lnTo>
                      <a:lnTo>
                        <a:pt x="0" y="157349"/>
                      </a:lnTo>
                      <a:lnTo>
                        <a:pt x="39573" y="150115"/>
                      </a:lnTo>
                      <a:lnTo>
                        <a:pt x="45694" y="100572"/>
                      </a:lnTo>
                      <a:lnTo>
                        <a:pt x="73320" y="113986"/>
                      </a:lnTo>
                      <a:lnTo>
                        <a:pt x="91400" y="81707"/>
                      </a:lnTo>
                      <a:lnTo>
                        <a:pt x="97268" y="121187"/>
                      </a:lnTo>
                      <a:lnTo>
                        <a:pt x="106351" y="117070"/>
                      </a:lnTo>
                      <a:cubicBezTo>
                        <a:pt x="134043" y="107541"/>
                        <a:pt x="164326" y="108880"/>
                        <a:pt x="190634" y="123346"/>
                      </a:cubicBezTo>
                      <a:cubicBezTo>
                        <a:pt x="207077" y="132388"/>
                        <a:pt x="220021" y="145485"/>
                        <a:pt x="229075" y="160993"/>
                      </a:cubicBezTo>
                      <a:lnTo>
                        <a:pt x="240050" y="198873"/>
                      </a:lnTo>
                      <a:lnTo>
                        <a:pt x="238359" y="182883"/>
                      </a:lnTo>
                      <a:cubicBezTo>
                        <a:pt x="238828" y="147118"/>
                        <a:pt x="252137" y="112659"/>
                        <a:pt x="278547" y="86986"/>
                      </a:cubicBezTo>
                      <a:cubicBezTo>
                        <a:pt x="306717" y="59603"/>
                        <a:pt x="344458" y="47399"/>
                        <a:pt x="382704" y="49807"/>
                      </a:cubicBezTo>
                      <a:lnTo>
                        <a:pt x="395591" y="51848"/>
                      </a:lnTo>
                      <a:lnTo>
                        <a:pt x="389290" y="0"/>
                      </a:lnTo>
                      <a:lnTo>
                        <a:pt x="423307" y="34449"/>
                      </a:lnTo>
                      <a:lnTo>
                        <a:pt x="453503" y="7934"/>
                      </a:lnTo>
                      <a:lnTo>
                        <a:pt x="478427" y="68314"/>
                      </a:lnTo>
                      <a:lnTo>
                        <a:pt x="530866" y="63702"/>
                      </a:lnTo>
                      <a:lnTo>
                        <a:pt x="513967" y="132355"/>
                      </a:lnTo>
                      <a:lnTo>
                        <a:pt x="522908" y="148409"/>
                      </a:lnTo>
                      <a:cubicBezTo>
                        <a:pt x="548539" y="204625"/>
                        <a:pt x="540350" y="269997"/>
                        <a:pt x="497215" y="311928"/>
                      </a:cubicBezTo>
                      <a:cubicBezTo>
                        <a:pt x="440875" y="366697"/>
                        <a:pt x="346252" y="360742"/>
                        <a:pt x="285868" y="298626"/>
                      </a:cubicBezTo>
                      <a:cubicBezTo>
                        <a:pt x="274546" y="286979"/>
                        <a:pt x="265232" y="274185"/>
                        <a:pt x="257942" y="260722"/>
                      </a:cubicBezTo>
                      <a:lnTo>
                        <a:pt x="243355" y="221981"/>
                      </a:lnTo>
                      <a:lnTo>
                        <a:pt x="241042" y="247179"/>
                      </a:lnTo>
                      <a:cubicBezTo>
                        <a:pt x="238401" y="258577"/>
                        <a:pt x="234132" y="269892"/>
                        <a:pt x="228151" y="280770"/>
                      </a:cubicBezTo>
                      <a:cubicBezTo>
                        <a:pt x="220176" y="295272"/>
                        <a:pt x="209914" y="307623"/>
                        <a:pt x="198183" y="317539"/>
                      </a:cubicBezTo>
                      <a:lnTo>
                        <a:pt x="185347" y="324875"/>
                      </a:lnTo>
                      <a:lnTo>
                        <a:pt x="206425" y="319008"/>
                      </a:lnTo>
                      <a:cubicBezTo>
                        <a:pt x="274251" y="309783"/>
                        <a:pt x="337533" y="339272"/>
                        <a:pt x="369641" y="389197"/>
                      </a:cubicBezTo>
                      <a:lnTo>
                        <a:pt x="382040" y="422725"/>
                      </a:lnTo>
                      <a:lnTo>
                        <a:pt x="384504" y="412288"/>
                      </a:lnTo>
                      <a:cubicBezTo>
                        <a:pt x="398850" y="379904"/>
                        <a:pt x="429688" y="358236"/>
                        <a:pt x="464260" y="359990"/>
                      </a:cubicBezTo>
                      <a:cubicBezTo>
                        <a:pt x="499551" y="361781"/>
                        <a:pt x="528501" y="387462"/>
                        <a:pt x="538975" y="422210"/>
                      </a:cubicBezTo>
                      <a:lnTo>
                        <a:pt x="541251" y="432762"/>
                      </a:lnTo>
                      <a:lnTo>
                        <a:pt x="575317" y="456516"/>
                      </a:lnTo>
                      <a:lnTo>
                        <a:pt x="550383" y="474803"/>
                      </a:lnTo>
                      <a:lnTo>
                        <a:pt x="562783" y="511114"/>
                      </a:lnTo>
                      <a:lnTo>
                        <a:pt x="539178" y="511114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64BB376F-E692-4D42-B88B-F95D4CD66789}"/>
                    </a:ext>
                  </a:extLst>
                </p:cNvPr>
                <p:cNvSpPr/>
                <p:nvPr/>
              </p:nvSpPr>
              <p:spPr>
                <a:xfrm rot="2700000">
                  <a:off x="4871589" y="46987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81" name="Subtitle 2">
                <a:extLst>
                  <a:ext uri="{FF2B5EF4-FFF2-40B4-BE49-F238E27FC236}">
                    <a16:creationId xmlns:a16="http://schemas.microsoft.com/office/drawing/2014/main" id="{DC96E029-AD6C-4AF2-82D7-458B72B891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55174" y="901082"/>
                <a:ext cx="13535882" cy="188890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 symmetric group.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an asymmetric group. All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groups are different, even under symmetries.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(if paths were drawn).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another.</a:t>
                </a:r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F58893E0-FFAE-488A-8D0C-534A0C23A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925051" y="2692397"/>
            <a:ext cx="5766096" cy="3479979"/>
          </a:xfrm>
          <a:prstGeom prst="rect">
            <a:avLst/>
          </a:prstGeom>
        </p:spPr>
      </p:pic>
      <p:sp>
        <p:nvSpPr>
          <p:cNvPr id="86" name="Rectangle 85">
            <a:extLst>
              <a:ext uri="{FF2B5EF4-FFF2-40B4-BE49-F238E27FC236}">
                <a16:creationId xmlns:a16="http://schemas.microsoft.com/office/drawing/2014/main" id="{96A4186D-D0C9-4C14-83D4-F73CD5085C4B}"/>
              </a:ext>
            </a:extLst>
          </p:cNvPr>
          <p:cNvSpPr/>
          <p:nvPr/>
        </p:nvSpPr>
        <p:spPr>
          <a:xfrm>
            <a:off x="-392362" y="7936553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skymoo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654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1" y="-1595918"/>
            <a:ext cx="21689979" cy="11926692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82375" y="991499"/>
              <a:ext cx="1484079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13987032" y="9310834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#30 by Pedro PSI – 28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04B28EE-A0E6-4380-A624-6CFB51D9F02B}"/>
              </a:ext>
            </a:extLst>
          </p:cNvPr>
          <p:cNvGrpSpPr/>
          <p:nvPr/>
        </p:nvGrpSpPr>
        <p:grpSpPr>
          <a:xfrm>
            <a:off x="-203203" y="-1363031"/>
            <a:ext cx="20694259" cy="4313136"/>
            <a:chOff x="-203203" y="-1363031"/>
            <a:chExt cx="20694259" cy="4313136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63E1A7-1A09-4CB2-83AE-9343BCB257B1}"/>
                </a:ext>
              </a:extLst>
            </p:cNvPr>
            <p:cNvSpPr/>
            <p:nvPr/>
          </p:nvSpPr>
          <p:spPr>
            <a:xfrm>
              <a:off x="18680922" y="-1363031"/>
              <a:ext cx="165782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 II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E3A12C6-DCE5-4567-8243-92B8045BB1E8}"/>
                </a:ext>
              </a:extLst>
            </p:cNvPr>
            <p:cNvGrpSpPr/>
            <p:nvPr/>
          </p:nvGrpSpPr>
          <p:grpSpPr>
            <a:xfrm>
              <a:off x="-203203" y="-1255309"/>
              <a:ext cx="20694259" cy="4205414"/>
              <a:chOff x="-203203" y="-1255309"/>
              <a:chExt cx="20694259" cy="4205414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AA5E4477-90E8-4CC4-8023-5CB77EFA700F}"/>
                  </a:ext>
                </a:extLst>
              </p:cNvPr>
              <p:cNvSpPr/>
              <p:nvPr/>
            </p:nvSpPr>
            <p:spPr>
              <a:xfrm>
                <a:off x="-141975" y="-44676"/>
                <a:ext cx="20633031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Draw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fruit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along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don’t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cross,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dangle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Symmetries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mirror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ADAF2A28-0B96-4E4D-A55D-3F25B5491E15}"/>
                  </a:ext>
                </a:extLst>
              </p:cNvPr>
              <p:cNvSpPr/>
              <p:nvPr/>
            </p:nvSpPr>
            <p:spPr>
              <a:xfrm>
                <a:off x="-203203" y="677124"/>
                <a:ext cx="20577997" cy="2272981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8" name="Subtitle 2">
                <a:extLst>
                  <a:ext uri="{FF2B5EF4-FFF2-40B4-BE49-F238E27FC236}">
                    <a16:creationId xmlns:a16="http://schemas.microsoft.com/office/drawing/2014/main" id="{1BFB9C30-7296-4077-B3C2-3185378D0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01600" y="857838"/>
                <a:ext cx="5593354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b="1" i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seek perfection norms, 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en-US" b="1" i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Pears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prefer unique forms.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Eat a </a:t>
                </a:r>
                <a:r>
                  <a:rPr lang="en-US" b="1" i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Blueberry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you’ll want another,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or eat an </a:t>
                </a:r>
                <a:r>
                  <a:rPr lang="en-US" b="1" i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 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 you won’t bother!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93D08BE8-12A0-418D-AC75-61C26C6248FA}"/>
                  </a:ext>
                </a:extLst>
              </p:cNvPr>
              <p:cNvSpPr/>
              <p:nvPr/>
            </p:nvSpPr>
            <p:spPr>
              <a:xfrm>
                <a:off x="-101600" y="-1255309"/>
                <a:ext cx="607730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sz="8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Kudamono</a:t>
                </a:r>
                <a:endPara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9FCDB747-C9E4-4548-945F-CEE24768A247}"/>
                  </a:ext>
                </a:extLst>
              </p:cNvPr>
              <p:cNvGrpSpPr/>
              <p:nvPr/>
            </p:nvGrpSpPr>
            <p:grpSpPr>
              <a:xfrm>
                <a:off x="5639153" y="795455"/>
                <a:ext cx="1177545" cy="1957757"/>
                <a:chOff x="4295090" y="3342064"/>
                <a:chExt cx="1177545" cy="1957757"/>
              </a:xfrm>
            </p:grpSpPr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0DCC90CF-FD8F-4983-9F3E-601B6AEC168B}"/>
                    </a:ext>
                  </a:extLst>
                </p:cNvPr>
                <p:cNvSpPr/>
                <p:nvPr/>
              </p:nvSpPr>
              <p:spPr>
                <a:xfrm rot="2607834" flipH="1">
                  <a:off x="4410700" y="334206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29F3661D-F3B8-491E-925C-30246E646050}"/>
                    </a:ext>
                  </a:extLst>
                </p:cNvPr>
                <p:cNvSpPr/>
                <p:nvPr/>
              </p:nvSpPr>
              <p:spPr>
                <a:xfrm rot="20876803">
                  <a:off x="4960778" y="3713889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057B74EF-52FF-4790-A06D-84051CACF344}"/>
                    </a:ext>
                  </a:extLst>
                </p:cNvPr>
                <p:cNvSpPr/>
                <p:nvPr/>
              </p:nvSpPr>
              <p:spPr>
                <a:xfrm>
                  <a:off x="4295090" y="4287360"/>
                  <a:ext cx="494320" cy="578263"/>
                </a:xfrm>
                <a:custGeom>
                  <a:avLst/>
                  <a:gdLst>
                    <a:gd name="connsiteX0" fmla="*/ 537514 w 575317"/>
                    <a:gd name="connsiteY0" fmla="*/ 539503 h 673014"/>
                    <a:gd name="connsiteX1" fmla="*/ 520201 w 575317"/>
                    <a:gd name="connsiteY1" fmla="*/ 514175 h 673014"/>
                    <a:gd name="connsiteX2" fmla="*/ 515304 w 575317"/>
                    <a:gd name="connsiteY2" fmla="*/ 520071 h 673014"/>
                    <a:gd name="connsiteX3" fmla="*/ 454919 w 575317"/>
                    <a:gd name="connsiteY3" fmla="*/ 544028 h 673014"/>
                    <a:gd name="connsiteX4" fmla="*/ 387769 w 575317"/>
                    <a:gd name="connsiteY4" fmla="*/ 499945 h 673014"/>
                    <a:gd name="connsiteX5" fmla="*/ 386956 w 575317"/>
                    <a:gd name="connsiteY5" fmla="*/ 496300 h 673014"/>
                    <a:gd name="connsiteX6" fmla="*/ 372789 w 575317"/>
                    <a:gd name="connsiteY6" fmla="*/ 533728 h 673014"/>
                    <a:gd name="connsiteX7" fmla="*/ 305467 w 575317"/>
                    <a:gd name="connsiteY7" fmla="*/ 597583 h 673014"/>
                    <a:gd name="connsiteX8" fmla="*/ 287623 w 575317"/>
                    <a:gd name="connsiteY8" fmla="*/ 605092 h 673014"/>
                    <a:gd name="connsiteX9" fmla="*/ 257045 w 575317"/>
                    <a:gd name="connsiteY9" fmla="*/ 673014 h 673014"/>
                    <a:gd name="connsiteX10" fmla="*/ 216545 w 575317"/>
                    <a:gd name="connsiteY10" fmla="*/ 635127 h 673014"/>
                    <a:gd name="connsiteX11" fmla="*/ 156651 w 575317"/>
                    <a:gd name="connsiteY11" fmla="*/ 669020 h 673014"/>
                    <a:gd name="connsiteX12" fmla="*/ 148826 w 575317"/>
                    <a:gd name="connsiteY12" fmla="*/ 627412 h 673014"/>
                    <a:gd name="connsiteX13" fmla="*/ 98234 w 575317"/>
                    <a:gd name="connsiteY13" fmla="*/ 633891 h 673014"/>
                    <a:gd name="connsiteX14" fmla="*/ 137139 w 575317"/>
                    <a:gd name="connsiteY14" fmla="*/ 594978 h 673014"/>
                    <a:gd name="connsiteX15" fmla="*/ 125123 w 575317"/>
                    <a:gd name="connsiteY15" fmla="*/ 588299 h 673014"/>
                    <a:gd name="connsiteX16" fmla="*/ 62878 w 575317"/>
                    <a:gd name="connsiteY16" fmla="*/ 489802 h 673014"/>
                    <a:gd name="connsiteX17" fmla="*/ 118322 w 575317"/>
                    <a:gd name="connsiteY17" fmla="*/ 356825 h 673014"/>
                    <a:gd name="connsiteX18" fmla="*/ 142714 w 575317"/>
                    <a:gd name="connsiteY18" fmla="*/ 341993 h 673014"/>
                    <a:gd name="connsiteX19" fmla="*/ 116747 w 575317"/>
                    <a:gd name="connsiteY19" fmla="*/ 345560 h 673014"/>
                    <a:gd name="connsiteX20" fmla="*/ 75124 w 575317"/>
                    <a:gd name="connsiteY20" fmla="*/ 333424 h 673014"/>
                    <a:gd name="connsiteX21" fmla="*/ 23038 w 575317"/>
                    <a:gd name="connsiteY21" fmla="*/ 218149 h 673014"/>
                    <a:gd name="connsiteX22" fmla="*/ 26371 w 575317"/>
                    <a:gd name="connsiteY22" fmla="*/ 204507 h 673014"/>
                    <a:gd name="connsiteX23" fmla="*/ 0 w 575317"/>
                    <a:gd name="connsiteY23" fmla="*/ 157349 h 673014"/>
                    <a:gd name="connsiteX24" fmla="*/ 39573 w 575317"/>
                    <a:gd name="connsiteY24" fmla="*/ 150115 h 673014"/>
                    <a:gd name="connsiteX25" fmla="*/ 45694 w 575317"/>
                    <a:gd name="connsiteY25" fmla="*/ 100572 h 673014"/>
                    <a:gd name="connsiteX26" fmla="*/ 73320 w 575317"/>
                    <a:gd name="connsiteY26" fmla="*/ 113986 h 673014"/>
                    <a:gd name="connsiteX27" fmla="*/ 91400 w 575317"/>
                    <a:gd name="connsiteY27" fmla="*/ 81707 h 673014"/>
                    <a:gd name="connsiteX28" fmla="*/ 97268 w 575317"/>
                    <a:gd name="connsiteY28" fmla="*/ 121187 h 673014"/>
                    <a:gd name="connsiteX29" fmla="*/ 106351 w 575317"/>
                    <a:gd name="connsiteY29" fmla="*/ 117070 h 673014"/>
                    <a:gd name="connsiteX30" fmla="*/ 190634 w 575317"/>
                    <a:gd name="connsiteY30" fmla="*/ 123346 h 673014"/>
                    <a:gd name="connsiteX31" fmla="*/ 229075 w 575317"/>
                    <a:gd name="connsiteY31" fmla="*/ 160993 h 673014"/>
                    <a:gd name="connsiteX32" fmla="*/ 240050 w 575317"/>
                    <a:gd name="connsiteY32" fmla="*/ 198873 h 673014"/>
                    <a:gd name="connsiteX33" fmla="*/ 238359 w 575317"/>
                    <a:gd name="connsiteY33" fmla="*/ 182883 h 673014"/>
                    <a:gd name="connsiteX34" fmla="*/ 278547 w 575317"/>
                    <a:gd name="connsiteY34" fmla="*/ 86986 h 673014"/>
                    <a:gd name="connsiteX35" fmla="*/ 382704 w 575317"/>
                    <a:gd name="connsiteY35" fmla="*/ 49807 h 673014"/>
                    <a:gd name="connsiteX36" fmla="*/ 395591 w 575317"/>
                    <a:gd name="connsiteY36" fmla="*/ 51848 h 673014"/>
                    <a:gd name="connsiteX37" fmla="*/ 389290 w 575317"/>
                    <a:gd name="connsiteY37" fmla="*/ 0 h 673014"/>
                    <a:gd name="connsiteX38" fmla="*/ 423307 w 575317"/>
                    <a:gd name="connsiteY38" fmla="*/ 34449 h 673014"/>
                    <a:gd name="connsiteX39" fmla="*/ 453503 w 575317"/>
                    <a:gd name="connsiteY39" fmla="*/ 7934 h 673014"/>
                    <a:gd name="connsiteX40" fmla="*/ 478427 w 575317"/>
                    <a:gd name="connsiteY40" fmla="*/ 68314 h 673014"/>
                    <a:gd name="connsiteX41" fmla="*/ 530866 w 575317"/>
                    <a:gd name="connsiteY41" fmla="*/ 63702 h 673014"/>
                    <a:gd name="connsiteX42" fmla="*/ 513967 w 575317"/>
                    <a:gd name="connsiteY42" fmla="*/ 132355 h 673014"/>
                    <a:gd name="connsiteX43" fmla="*/ 522908 w 575317"/>
                    <a:gd name="connsiteY43" fmla="*/ 148409 h 673014"/>
                    <a:gd name="connsiteX44" fmla="*/ 497215 w 575317"/>
                    <a:gd name="connsiteY44" fmla="*/ 311928 h 673014"/>
                    <a:gd name="connsiteX45" fmla="*/ 285868 w 575317"/>
                    <a:gd name="connsiteY45" fmla="*/ 298626 h 673014"/>
                    <a:gd name="connsiteX46" fmla="*/ 257942 w 575317"/>
                    <a:gd name="connsiteY46" fmla="*/ 260722 h 673014"/>
                    <a:gd name="connsiteX47" fmla="*/ 243355 w 575317"/>
                    <a:gd name="connsiteY47" fmla="*/ 221981 h 673014"/>
                    <a:gd name="connsiteX48" fmla="*/ 241042 w 575317"/>
                    <a:gd name="connsiteY48" fmla="*/ 247179 h 673014"/>
                    <a:gd name="connsiteX49" fmla="*/ 228151 w 575317"/>
                    <a:gd name="connsiteY49" fmla="*/ 280770 h 673014"/>
                    <a:gd name="connsiteX50" fmla="*/ 198183 w 575317"/>
                    <a:gd name="connsiteY50" fmla="*/ 317539 h 673014"/>
                    <a:gd name="connsiteX51" fmla="*/ 185347 w 575317"/>
                    <a:gd name="connsiteY51" fmla="*/ 324875 h 673014"/>
                    <a:gd name="connsiteX52" fmla="*/ 206425 w 575317"/>
                    <a:gd name="connsiteY52" fmla="*/ 319008 h 673014"/>
                    <a:gd name="connsiteX53" fmla="*/ 369641 w 575317"/>
                    <a:gd name="connsiteY53" fmla="*/ 389197 h 673014"/>
                    <a:gd name="connsiteX54" fmla="*/ 382040 w 575317"/>
                    <a:gd name="connsiteY54" fmla="*/ 422725 h 673014"/>
                    <a:gd name="connsiteX55" fmla="*/ 384504 w 575317"/>
                    <a:gd name="connsiteY55" fmla="*/ 412288 h 673014"/>
                    <a:gd name="connsiteX56" fmla="*/ 464260 w 575317"/>
                    <a:gd name="connsiteY56" fmla="*/ 359990 h 673014"/>
                    <a:gd name="connsiteX57" fmla="*/ 538975 w 575317"/>
                    <a:gd name="connsiteY57" fmla="*/ 422210 h 673014"/>
                    <a:gd name="connsiteX58" fmla="*/ 541251 w 575317"/>
                    <a:gd name="connsiteY58" fmla="*/ 432762 h 673014"/>
                    <a:gd name="connsiteX59" fmla="*/ 575317 w 575317"/>
                    <a:gd name="connsiteY59" fmla="*/ 456516 h 673014"/>
                    <a:gd name="connsiteX60" fmla="*/ 550383 w 575317"/>
                    <a:gd name="connsiteY60" fmla="*/ 474803 h 673014"/>
                    <a:gd name="connsiteX61" fmla="*/ 562783 w 575317"/>
                    <a:gd name="connsiteY61" fmla="*/ 511114 h 673014"/>
                    <a:gd name="connsiteX62" fmla="*/ 539178 w 575317"/>
                    <a:gd name="connsiteY62" fmla="*/ 511114 h 6730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</a:cxnLst>
                  <a:rect l="l" t="t" r="r" b="b"/>
                  <a:pathLst>
                    <a:path w="575317" h="673014">
                      <a:moveTo>
                        <a:pt x="537514" y="539503"/>
                      </a:moveTo>
                      <a:lnTo>
                        <a:pt x="520201" y="514175"/>
                      </a:lnTo>
                      <a:lnTo>
                        <a:pt x="515304" y="520071"/>
                      </a:lnTo>
                      <a:cubicBezTo>
                        <a:pt x="499355" y="535957"/>
                        <a:pt x="477966" y="545197"/>
                        <a:pt x="454919" y="544028"/>
                      </a:cubicBezTo>
                      <a:cubicBezTo>
                        <a:pt x="426110" y="542566"/>
                        <a:pt x="401526" y="525183"/>
                        <a:pt x="387769" y="499945"/>
                      </a:cubicBezTo>
                      <a:lnTo>
                        <a:pt x="386956" y="496300"/>
                      </a:lnTo>
                      <a:lnTo>
                        <a:pt x="372789" y="533728"/>
                      </a:lnTo>
                      <a:cubicBezTo>
                        <a:pt x="357717" y="560211"/>
                        <a:pt x="334355" y="582592"/>
                        <a:pt x="305467" y="597583"/>
                      </a:cubicBezTo>
                      <a:lnTo>
                        <a:pt x="287623" y="605092"/>
                      </a:lnTo>
                      <a:lnTo>
                        <a:pt x="257045" y="673014"/>
                      </a:lnTo>
                      <a:lnTo>
                        <a:pt x="216545" y="635127"/>
                      </a:lnTo>
                      <a:lnTo>
                        <a:pt x="156651" y="669020"/>
                      </a:lnTo>
                      <a:lnTo>
                        <a:pt x="148826" y="627412"/>
                      </a:lnTo>
                      <a:lnTo>
                        <a:pt x="98234" y="633891"/>
                      </a:lnTo>
                      <a:lnTo>
                        <a:pt x="137139" y="594978"/>
                      </a:lnTo>
                      <a:lnTo>
                        <a:pt x="125123" y="588299"/>
                      </a:lnTo>
                      <a:cubicBezTo>
                        <a:pt x="91835" y="565452"/>
                        <a:pt x="68456" y="530815"/>
                        <a:pt x="62878" y="489802"/>
                      </a:cubicBezTo>
                      <a:cubicBezTo>
                        <a:pt x="55905" y="438535"/>
                        <a:pt x="78395" y="389441"/>
                        <a:pt x="118322" y="356825"/>
                      </a:cubicBezTo>
                      <a:lnTo>
                        <a:pt x="142714" y="341993"/>
                      </a:lnTo>
                      <a:lnTo>
                        <a:pt x="116747" y="345560"/>
                      </a:lnTo>
                      <a:cubicBezTo>
                        <a:pt x="102426" y="344608"/>
                        <a:pt x="88278" y="340657"/>
                        <a:pt x="75124" y="333424"/>
                      </a:cubicBezTo>
                      <a:cubicBezTo>
                        <a:pt x="34839" y="311273"/>
                        <a:pt x="15551" y="264767"/>
                        <a:pt x="23038" y="218149"/>
                      </a:cubicBezTo>
                      <a:lnTo>
                        <a:pt x="26371" y="204507"/>
                      </a:lnTo>
                      <a:lnTo>
                        <a:pt x="0" y="157349"/>
                      </a:lnTo>
                      <a:lnTo>
                        <a:pt x="39573" y="150115"/>
                      </a:lnTo>
                      <a:lnTo>
                        <a:pt x="45694" y="100572"/>
                      </a:lnTo>
                      <a:lnTo>
                        <a:pt x="73320" y="113986"/>
                      </a:lnTo>
                      <a:lnTo>
                        <a:pt x="91400" y="81707"/>
                      </a:lnTo>
                      <a:lnTo>
                        <a:pt x="97268" y="121187"/>
                      </a:lnTo>
                      <a:lnTo>
                        <a:pt x="106351" y="117070"/>
                      </a:lnTo>
                      <a:cubicBezTo>
                        <a:pt x="134043" y="107541"/>
                        <a:pt x="164326" y="108880"/>
                        <a:pt x="190634" y="123346"/>
                      </a:cubicBezTo>
                      <a:cubicBezTo>
                        <a:pt x="207077" y="132388"/>
                        <a:pt x="220021" y="145485"/>
                        <a:pt x="229075" y="160993"/>
                      </a:cubicBezTo>
                      <a:lnTo>
                        <a:pt x="240050" y="198873"/>
                      </a:lnTo>
                      <a:lnTo>
                        <a:pt x="238359" y="182883"/>
                      </a:lnTo>
                      <a:cubicBezTo>
                        <a:pt x="238828" y="147118"/>
                        <a:pt x="252137" y="112659"/>
                        <a:pt x="278547" y="86986"/>
                      </a:cubicBezTo>
                      <a:cubicBezTo>
                        <a:pt x="306717" y="59603"/>
                        <a:pt x="344458" y="47399"/>
                        <a:pt x="382704" y="49807"/>
                      </a:cubicBezTo>
                      <a:lnTo>
                        <a:pt x="395591" y="51848"/>
                      </a:lnTo>
                      <a:lnTo>
                        <a:pt x="389290" y="0"/>
                      </a:lnTo>
                      <a:lnTo>
                        <a:pt x="423307" y="34449"/>
                      </a:lnTo>
                      <a:lnTo>
                        <a:pt x="453503" y="7934"/>
                      </a:lnTo>
                      <a:lnTo>
                        <a:pt x="478427" y="68314"/>
                      </a:lnTo>
                      <a:lnTo>
                        <a:pt x="530866" y="63702"/>
                      </a:lnTo>
                      <a:lnTo>
                        <a:pt x="513967" y="132355"/>
                      </a:lnTo>
                      <a:lnTo>
                        <a:pt x="522908" y="148409"/>
                      </a:lnTo>
                      <a:cubicBezTo>
                        <a:pt x="548539" y="204625"/>
                        <a:pt x="540350" y="269997"/>
                        <a:pt x="497215" y="311928"/>
                      </a:cubicBezTo>
                      <a:cubicBezTo>
                        <a:pt x="440875" y="366697"/>
                        <a:pt x="346252" y="360742"/>
                        <a:pt x="285868" y="298626"/>
                      </a:cubicBezTo>
                      <a:cubicBezTo>
                        <a:pt x="274546" y="286979"/>
                        <a:pt x="265232" y="274185"/>
                        <a:pt x="257942" y="260722"/>
                      </a:cubicBezTo>
                      <a:lnTo>
                        <a:pt x="243355" y="221981"/>
                      </a:lnTo>
                      <a:lnTo>
                        <a:pt x="241042" y="247179"/>
                      </a:lnTo>
                      <a:cubicBezTo>
                        <a:pt x="238401" y="258577"/>
                        <a:pt x="234132" y="269892"/>
                        <a:pt x="228151" y="280770"/>
                      </a:cubicBezTo>
                      <a:cubicBezTo>
                        <a:pt x="220176" y="295272"/>
                        <a:pt x="209914" y="307623"/>
                        <a:pt x="198183" y="317539"/>
                      </a:cubicBezTo>
                      <a:lnTo>
                        <a:pt x="185347" y="324875"/>
                      </a:lnTo>
                      <a:lnTo>
                        <a:pt x="206425" y="319008"/>
                      </a:lnTo>
                      <a:cubicBezTo>
                        <a:pt x="274251" y="309783"/>
                        <a:pt x="337533" y="339272"/>
                        <a:pt x="369641" y="389197"/>
                      </a:cubicBezTo>
                      <a:lnTo>
                        <a:pt x="382040" y="422725"/>
                      </a:lnTo>
                      <a:lnTo>
                        <a:pt x="384504" y="412288"/>
                      </a:lnTo>
                      <a:cubicBezTo>
                        <a:pt x="398850" y="379904"/>
                        <a:pt x="429688" y="358236"/>
                        <a:pt x="464260" y="359990"/>
                      </a:cubicBezTo>
                      <a:cubicBezTo>
                        <a:pt x="499551" y="361781"/>
                        <a:pt x="528501" y="387462"/>
                        <a:pt x="538975" y="422210"/>
                      </a:cubicBezTo>
                      <a:lnTo>
                        <a:pt x="541251" y="432762"/>
                      </a:lnTo>
                      <a:lnTo>
                        <a:pt x="575317" y="456516"/>
                      </a:lnTo>
                      <a:lnTo>
                        <a:pt x="550383" y="474803"/>
                      </a:lnTo>
                      <a:lnTo>
                        <a:pt x="562783" y="511114"/>
                      </a:lnTo>
                      <a:lnTo>
                        <a:pt x="539178" y="511114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64BB376F-E692-4D42-B88B-F95D4CD66789}"/>
                    </a:ext>
                  </a:extLst>
                </p:cNvPr>
                <p:cNvSpPr/>
                <p:nvPr/>
              </p:nvSpPr>
              <p:spPr>
                <a:xfrm rot="2700000">
                  <a:off x="4871589" y="46987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81" name="Subtitle 2">
                <a:extLst>
                  <a:ext uri="{FF2B5EF4-FFF2-40B4-BE49-F238E27FC236}">
                    <a16:creationId xmlns:a16="http://schemas.microsoft.com/office/drawing/2014/main" id="{DC96E029-AD6C-4AF2-82D7-458B72B891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55174" y="901082"/>
                <a:ext cx="13535882" cy="188890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 symmetric group.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an asymmetric group. All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groups are different, even under symmetries.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(if paths were drawn).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another.</a:t>
                </a:r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624E544-2DE3-4244-A496-5B5FB2A8EC0F}"/>
              </a:ext>
            </a:extLst>
          </p:cNvPr>
          <p:cNvGrpSpPr/>
          <p:nvPr/>
        </p:nvGrpSpPr>
        <p:grpSpPr>
          <a:xfrm>
            <a:off x="6230596" y="3396865"/>
            <a:ext cx="6474021" cy="6530127"/>
            <a:chOff x="2086432" y="398257"/>
            <a:chExt cx="6474021" cy="6530127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D0829875-9054-4502-8319-D5578D7A604E}"/>
                </a:ext>
              </a:extLst>
            </p:cNvPr>
            <p:cNvGrpSpPr/>
            <p:nvPr/>
          </p:nvGrpSpPr>
          <p:grpSpPr>
            <a:xfrm>
              <a:off x="2370891" y="851382"/>
              <a:ext cx="5857490" cy="5839737"/>
              <a:chOff x="2370891" y="851382"/>
              <a:chExt cx="5857490" cy="5839737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20DCA4DF-1C8C-4846-8265-AD7C6F767B92}"/>
                  </a:ext>
                </a:extLst>
              </p:cNvPr>
              <p:cNvSpPr/>
              <p:nvPr/>
            </p:nvSpPr>
            <p:spPr>
              <a:xfrm>
                <a:off x="529394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CD9DB727-C3A9-4023-A5A4-BA81E3D099A4}"/>
                  </a:ext>
                </a:extLst>
              </p:cNvPr>
              <p:cNvSpPr/>
              <p:nvPr/>
            </p:nvSpPr>
            <p:spPr>
              <a:xfrm>
                <a:off x="529394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275A4DED-7A30-43CC-9156-04E329B0090F}"/>
                  </a:ext>
                </a:extLst>
              </p:cNvPr>
              <p:cNvSpPr/>
              <p:nvPr/>
            </p:nvSpPr>
            <p:spPr>
              <a:xfrm>
                <a:off x="6272093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0F351EC-25D8-41C6-9DEC-4CD86ADD41BC}"/>
                  </a:ext>
                </a:extLst>
              </p:cNvPr>
              <p:cNvSpPr/>
              <p:nvPr/>
            </p:nvSpPr>
            <p:spPr>
              <a:xfrm>
                <a:off x="7250237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4E37132B-558E-421F-952C-7D5B325C49FC}"/>
                  </a:ext>
                </a:extLst>
              </p:cNvPr>
              <p:cNvSpPr/>
              <p:nvPr/>
            </p:nvSpPr>
            <p:spPr>
              <a:xfrm>
                <a:off x="6272093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B9858987-8AB2-4258-BA6F-29CD273323AE}"/>
                  </a:ext>
                </a:extLst>
              </p:cNvPr>
              <p:cNvSpPr/>
              <p:nvPr/>
            </p:nvSpPr>
            <p:spPr>
              <a:xfrm>
                <a:off x="7250237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E718F00-39E8-474D-92E8-A1E2A434D626}"/>
                  </a:ext>
                </a:extLst>
              </p:cNvPr>
              <p:cNvSpPr/>
              <p:nvPr/>
            </p:nvSpPr>
            <p:spPr>
              <a:xfrm>
                <a:off x="529394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D0782A70-84CF-4C11-A757-DD0A272B4958}"/>
                  </a:ext>
                </a:extLst>
              </p:cNvPr>
              <p:cNvSpPr/>
              <p:nvPr/>
            </p:nvSpPr>
            <p:spPr>
              <a:xfrm>
                <a:off x="529394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37C00C2D-7960-4E25-968A-8B1AF8752545}"/>
                  </a:ext>
                </a:extLst>
              </p:cNvPr>
              <p:cNvSpPr/>
              <p:nvPr/>
            </p:nvSpPr>
            <p:spPr>
              <a:xfrm>
                <a:off x="529394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0987B2-D9B7-42FE-A95F-D219463A5513}"/>
                  </a:ext>
                </a:extLst>
              </p:cNvPr>
              <p:cNvSpPr/>
              <p:nvPr/>
            </p:nvSpPr>
            <p:spPr>
              <a:xfrm>
                <a:off x="6272093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3B8ED827-00D2-4C25-9E77-513E8A414D20}"/>
                  </a:ext>
                </a:extLst>
              </p:cNvPr>
              <p:cNvSpPr/>
              <p:nvPr/>
            </p:nvSpPr>
            <p:spPr>
              <a:xfrm>
                <a:off x="7250237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6AEACA34-351A-4BE1-BDDD-45E9E7BD0F9C}"/>
                  </a:ext>
                </a:extLst>
              </p:cNvPr>
              <p:cNvSpPr/>
              <p:nvPr/>
            </p:nvSpPr>
            <p:spPr>
              <a:xfrm>
                <a:off x="6272093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B4A8D582-F40C-4F69-83D9-60EFCFAC88FB}"/>
                  </a:ext>
                </a:extLst>
              </p:cNvPr>
              <p:cNvSpPr/>
              <p:nvPr/>
            </p:nvSpPr>
            <p:spPr>
              <a:xfrm>
                <a:off x="7250237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09DB77F2-4975-4770-8878-1D385A401743}"/>
                  </a:ext>
                </a:extLst>
              </p:cNvPr>
              <p:cNvSpPr/>
              <p:nvPr/>
            </p:nvSpPr>
            <p:spPr>
              <a:xfrm>
                <a:off x="6272093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D5AA81BC-7B70-4CC6-A418-57AB70DCEBFC}"/>
                  </a:ext>
                </a:extLst>
              </p:cNvPr>
              <p:cNvSpPr/>
              <p:nvPr/>
            </p:nvSpPr>
            <p:spPr>
              <a:xfrm>
                <a:off x="7250237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B3174C68-87E1-45D2-8841-BA9A18BAA29A}"/>
                  </a:ext>
                </a:extLst>
              </p:cNvPr>
              <p:cNvSpPr/>
              <p:nvPr/>
            </p:nvSpPr>
            <p:spPr>
              <a:xfrm>
                <a:off x="529394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17BF08D2-F5C7-45D7-BC4A-335BAD27ACC4}"/>
                  </a:ext>
                </a:extLst>
              </p:cNvPr>
              <p:cNvSpPr/>
              <p:nvPr/>
            </p:nvSpPr>
            <p:spPr>
              <a:xfrm>
                <a:off x="6272093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3F8AC0C1-0D98-432A-98E1-05711D6E51CB}"/>
                  </a:ext>
                </a:extLst>
              </p:cNvPr>
              <p:cNvSpPr/>
              <p:nvPr/>
            </p:nvSpPr>
            <p:spPr>
              <a:xfrm>
                <a:off x="7250237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05F83083-C5E1-4134-B667-5BF5EFCBF49C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636B308C-A361-4A4B-9D6C-B33B95943D00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1989E05-6199-42A2-9F96-629866D0C3BC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DAC6AE34-14CA-443C-89E9-BB98D674CE46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4D0FD4D-89FB-41BE-B842-31210ADD4CC5}"/>
                  </a:ext>
                </a:extLst>
              </p:cNvPr>
              <p:cNvSpPr/>
              <p:nvPr/>
            </p:nvSpPr>
            <p:spPr>
              <a:xfrm>
                <a:off x="432717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9B09E28C-EFC2-4CB9-BF6C-FCA05A361C86}"/>
                  </a:ext>
                </a:extLst>
              </p:cNvPr>
              <p:cNvSpPr/>
              <p:nvPr/>
            </p:nvSpPr>
            <p:spPr>
              <a:xfrm>
                <a:off x="432717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3E44B662-0C61-4B25-940E-838D87D67C7B}"/>
                  </a:ext>
                </a:extLst>
              </p:cNvPr>
              <p:cNvSpPr/>
              <p:nvPr/>
            </p:nvSpPr>
            <p:spPr>
              <a:xfrm>
                <a:off x="2370891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0BFCF649-427D-4AA8-8D7A-0A78C396E8EF}"/>
                  </a:ext>
                </a:extLst>
              </p:cNvPr>
              <p:cNvSpPr/>
              <p:nvPr/>
            </p:nvSpPr>
            <p:spPr>
              <a:xfrm>
                <a:off x="3349035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F7F3423B-0E0C-4B79-B3B5-EE1C2CDBA8F7}"/>
                  </a:ext>
                </a:extLst>
              </p:cNvPr>
              <p:cNvSpPr/>
              <p:nvPr/>
            </p:nvSpPr>
            <p:spPr>
              <a:xfrm>
                <a:off x="2370891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6F668B71-48D3-4A13-9EDF-07A802CCF56F}"/>
                  </a:ext>
                </a:extLst>
              </p:cNvPr>
              <p:cNvSpPr/>
              <p:nvPr/>
            </p:nvSpPr>
            <p:spPr>
              <a:xfrm>
                <a:off x="3349035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0FFAFD0-CB1C-44A6-83B0-4FF8EBFEEFA7}"/>
                  </a:ext>
                </a:extLst>
              </p:cNvPr>
              <p:cNvSpPr/>
              <p:nvPr/>
            </p:nvSpPr>
            <p:spPr>
              <a:xfrm>
                <a:off x="432717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3D5E3D2D-90BF-439A-9D93-513855EC094C}"/>
                  </a:ext>
                </a:extLst>
              </p:cNvPr>
              <p:cNvSpPr/>
              <p:nvPr/>
            </p:nvSpPr>
            <p:spPr>
              <a:xfrm>
                <a:off x="432717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594A326F-F2CA-4633-A168-0C8C79A12320}"/>
                  </a:ext>
                </a:extLst>
              </p:cNvPr>
              <p:cNvSpPr/>
              <p:nvPr/>
            </p:nvSpPr>
            <p:spPr>
              <a:xfrm>
                <a:off x="2370891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DEFCFCF7-06F7-4491-8201-C86DA5D16957}"/>
                  </a:ext>
                </a:extLst>
              </p:cNvPr>
              <p:cNvSpPr/>
              <p:nvPr/>
            </p:nvSpPr>
            <p:spPr>
              <a:xfrm>
                <a:off x="3349035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2BB54D1F-F92D-4402-8E4A-2290D8D42A2D}"/>
                  </a:ext>
                </a:extLst>
              </p:cNvPr>
              <p:cNvSpPr/>
              <p:nvPr/>
            </p:nvSpPr>
            <p:spPr>
              <a:xfrm>
                <a:off x="432717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16C1CC44-8B57-4D17-AE2A-B89F04268C6F}"/>
                  </a:ext>
                </a:extLst>
              </p:cNvPr>
              <p:cNvSpPr/>
              <p:nvPr/>
            </p:nvSpPr>
            <p:spPr>
              <a:xfrm>
                <a:off x="2370891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27F29316-C537-4459-9A01-D03559FFDC29}"/>
                  </a:ext>
                </a:extLst>
              </p:cNvPr>
              <p:cNvSpPr/>
              <p:nvPr/>
            </p:nvSpPr>
            <p:spPr>
              <a:xfrm>
                <a:off x="3349035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53CE5AF4-D81F-411A-BB68-92FB3B5C881A}"/>
                  </a:ext>
                </a:extLst>
              </p:cNvPr>
              <p:cNvSpPr/>
              <p:nvPr/>
            </p:nvSpPr>
            <p:spPr>
              <a:xfrm>
                <a:off x="432717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20B59C05-202D-47F7-96DD-928D886399B2}"/>
                </a:ext>
              </a:extLst>
            </p:cNvPr>
            <p:cNvSpPr/>
            <p:nvPr/>
          </p:nvSpPr>
          <p:spPr>
            <a:xfrm rot="20876803">
              <a:off x="2175016" y="244141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F32DEA0-FA01-47C7-970E-683B6715BD0B}"/>
                </a:ext>
              </a:extLst>
            </p:cNvPr>
            <p:cNvSpPr/>
            <p:nvPr/>
          </p:nvSpPr>
          <p:spPr>
            <a:xfrm rot="2700000">
              <a:off x="2116276" y="161100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73DCB246-039B-4C9D-923A-C9F2EFE74C2E}"/>
                </a:ext>
              </a:extLst>
            </p:cNvPr>
            <p:cNvSpPr/>
            <p:nvPr/>
          </p:nvSpPr>
          <p:spPr>
            <a:xfrm rot="20876803">
              <a:off x="2175016" y="541540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D034481-B0A9-4870-872C-FBE62837FD83}"/>
                </a:ext>
              </a:extLst>
            </p:cNvPr>
            <p:cNvSpPr/>
            <p:nvPr/>
          </p:nvSpPr>
          <p:spPr>
            <a:xfrm rot="20876803">
              <a:off x="7990145" y="236396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24DED7D8-5C88-406B-AA20-C229D4436603}"/>
                </a:ext>
              </a:extLst>
            </p:cNvPr>
            <p:cNvSpPr/>
            <p:nvPr/>
          </p:nvSpPr>
          <p:spPr>
            <a:xfrm rot="20876803">
              <a:off x="7990143" y="398257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B0D8B560-B25A-400F-96D2-C474FBF54447}"/>
                </a:ext>
              </a:extLst>
            </p:cNvPr>
            <p:cNvSpPr/>
            <p:nvPr/>
          </p:nvSpPr>
          <p:spPr>
            <a:xfrm rot="2700000">
              <a:off x="7959407" y="150355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7CD22028-0E82-49E8-B70E-61A7A98B517A}"/>
                </a:ext>
              </a:extLst>
            </p:cNvPr>
            <p:cNvSpPr/>
            <p:nvPr/>
          </p:nvSpPr>
          <p:spPr>
            <a:xfrm rot="20876803">
              <a:off x="7058138" y="1273711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7E59189F-6517-4CBA-9CB6-D68CB2005FEC}"/>
                </a:ext>
              </a:extLst>
            </p:cNvPr>
            <p:cNvSpPr/>
            <p:nvPr/>
          </p:nvSpPr>
          <p:spPr>
            <a:xfrm rot="20876803">
              <a:off x="4054182" y="1273712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7D0F5F3D-D99E-47E2-9077-CF3E8FE10190}"/>
                </a:ext>
              </a:extLst>
            </p:cNvPr>
            <p:cNvSpPr/>
            <p:nvPr/>
          </p:nvSpPr>
          <p:spPr>
            <a:xfrm rot="2607834" flipH="1">
              <a:off x="4079096" y="342952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229DA2D4-6DE7-46F0-A5E9-A81F742A2B27}"/>
                </a:ext>
              </a:extLst>
            </p:cNvPr>
            <p:cNvSpPr/>
            <p:nvPr/>
          </p:nvSpPr>
          <p:spPr>
            <a:xfrm rot="2607834" flipH="1">
              <a:off x="6093867" y="344447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93C388DA-7E79-43F4-8521-E76217578070}"/>
                </a:ext>
              </a:extLst>
            </p:cNvPr>
            <p:cNvSpPr/>
            <p:nvPr/>
          </p:nvSpPr>
          <p:spPr>
            <a:xfrm rot="2607834" flipH="1">
              <a:off x="7996925" y="630225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34DD48CC-D255-4D84-8194-8941E949CD58}"/>
                </a:ext>
              </a:extLst>
            </p:cNvPr>
            <p:cNvSpPr/>
            <p:nvPr/>
          </p:nvSpPr>
          <p:spPr>
            <a:xfrm rot="2607834" flipH="1">
              <a:off x="2153793" y="630396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B45772E-580F-44F4-A4CC-5D0F89AF723B}"/>
                </a:ext>
              </a:extLst>
            </p:cNvPr>
            <p:cNvSpPr/>
            <p:nvPr/>
          </p:nvSpPr>
          <p:spPr>
            <a:xfrm>
              <a:off x="5970987" y="539471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606E5B5-A28A-49E9-ACDA-8476683A61A4}"/>
                </a:ext>
              </a:extLst>
            </p:cNvPr>
            <p:cNvSpPr/>
            <p:nvPr/>
          </p:nvSpPr>
          <p:spPr>
            <a:xfrm>
              <a:off x="4025555" y="5442272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A329D93B-3779-4CBD-94B6-39C536622E2D}"/>
                </a:ext>
              </a:extLst>
            </p:cNvPr>
            <p:cNvSpPr/>
            <p:nvPr/>
          </p:nvSpPr>
          <p:spPr>
            <a:xfrm rot="20876803">
              <a:off x="5077944" y="522254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368362A-C6C3-4242-A5EE-15B8170E525F}"/>
                </a:ext>
              </a:extLst>
            </p:cNvPr>
            <p:cNvSpPr/>
            <p:nvPr/>
          </p:nvSpPr>
          <p:spPr>
            <a:xfrm rot="2607834" flipH="1">
              <a:off x="8004030" y="540354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81F95851-3F39-45B6-9E9D-637F90F72594}"/>
                </a:ext>
              </a:extLst>
            </p:cNvPr>
            <p:cNvSpPr/>
            <p:nvPr/>
          </p:nvSpPr>
          <p:spPr>
            <a:xfrm rot="2700000">
              <a:off x="5019203" y="47055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ED89DBD4-2FB2-4C9E-9376-9BB1B33D5E97}"/>
                </a:ext>
              </a:extLst>
            </p:cNvPr>
            <p:cNvSpPr/>
            <p:nvPr/>
          </p:nvSpPr>
          <p:spPr>
            <a:xfrm rot="2700000">
              <a:off x="5986492" y="239716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0BF2125A-D196-426D-AA75-518CD8F23B46}"/>
                </a:ext>
              </a:extLst>
            </p:cNvPr>
            <p:cNvSpPr/>
            <p:nvPr/>
          </p:nvSpPr>
          <p:spPr>
            <a:xfrm rot="2700000">
              <a:off x="4037820" y="443380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E3B3F0C-3055-4691-8705-F2BB6BAFB5B2}"/>
                </a:ext>
              </a:extLst>
            </p:cNvPr>
            <p:cNvSpPr/>
            <p:nvPr/>
          </p:nvSpPr>
          <p:spPr>
            <a:xfrm rot="20876803">
              <a:off x="4054182" y="406931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5B1D66DE-A126-4AB0-BAA0-703DE218D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43783" y="2023425"/>
            <a:ext cx="5016758" cy="49532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F57282-4401-4D3A-B73C-05C808042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633731" y="-1631303"/>
            <a:ext cx="3981655" cy="36450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64A546-B90E-4F36-8822-E00ED830BD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033401" y="7733439"/>
            <a:ext cx="5054860" cy="48770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4E9557-2274-403C-8591-B56E9A4628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381060" y="-2069445"/>
            <a:ext cx="3975304" cy="381019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3093BD4-01A2-4A79-AE1F-466A845CDC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1548048" y="6135163"/>
            <a:ext cx="3886400" cy="373399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D7AB19F-0F3A-4C80-B77D-AED99FF400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104234" y="1601974"/>
            <a:ext cx="4343623" cy="449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777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1" y="-1595918"/>
            <a:ext cx="21689979" cy="11926692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82375" y="991499"/>
              <a:ext cx="1484079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13987032" y="9310834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#31 by Pedro PSI – 28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04B28EE-A0E6-4380-A624-6CFB51D9F02B}"/>
              </a:ext>
            </a:extLst>
          </p:cNvPr>
          <p:cNvGrpSpPr/>
          <p:nvPr/>
        </p:nvGrpSpPr>
        <p:grpSpPr>
          <a:xfrm>
            <a:off x="-203203" y="-1363031"/>
            <a:ext cx="20712447" cy="4313136"/>
            <a:chOff x="-203203" y="-1363031"/>
            <a:chExt cx="20712447" cy="4313136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63E1A7-1A09-4CB2-83AE-9343BCB257B1}"/>
                </a:ext>
              </a:extLst>
            </p:cNvPr>
            <p:cNvSpPr/>
            <p:nvPr/>
          </p:nvSpPr>
          <p:spPr>
            <a:xfrm>
              <a:off x="18680922" y="-1363031"/>
              <a:ext cx="165782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 II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E3A12C6-DCE5-4567-8243-92B8045BB1E8}"/>
                </a:ext>
              </a:extLst>
            </p:cNvPr>
            <p:cNvGrpSpPr/>
            <p:nvPr/>
          </p:nvGrpSpPr>
          <p:grpSpPr>
            <a:xfrm>
              <a:off x="-203203" y="-1255309"/>
              <a:ext cx="20712447" cy="4205414"/>
              <a:chOff x="-203203" y="-1255309"/>
              <a:chExt cx="20712447" cy="4205414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AA5E4477-90E8-4CC4-8023-5CB77EFA700F}"/>
                  </a:ext>
                </a:extLst>
              </p:cNvPr>
              <p:cNvSpPr/>
              <p:nvPr/>
            </p:nvSpPr>
            <p:spPr>
              <a:xfrm>
                <a:off x="-141975" y="-44676"/>
                <a:ext cx="20651219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Draw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fruit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along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don’t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cross,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dangle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Symmetries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mirror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ADAF2A28-0B96-4E4D-A55D-3F25B5491E15}"/>
                  </a:ext>
                </a:extLst>
              </p:cNvPr>
              <p:cNvSpPr/>
              <p:nvPr/>
            </p:nvSpPr>
            <p:spPr>
              <a:xfrm>
                <a:off x="-203203" y="677124"/>
                <a:ext cx="20577997" cy="2272981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8" name="Subtitle 2">
                <a:extLst>
                  <a:ext uri="{FF2B5EF4-FFF2-40B4-BE49-F238E27FC236}">
                    <a16:creationId xmlns:a16="http://schemas.microsoft.com/office/drawing/2014/main" id="{1BFB9C30-7296-4077-B3C2-3185378D0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01600" y="857838"/>
                <a:ext cx="5593354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b="1" i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seek perfection norms, 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en-US" b="1" i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Pears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prefer unique forms.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Eat a </a:t>
                </a:r>
                <a:r>
                  <a:rPr lang="en-US" b="1" i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Blueberry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you’ll want another,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or eat an </a:t>
                </a:r>
                <a:r>
                  <a:rPr lang="en-US" b="1" i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 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 you won’t bother!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93D08BE8-12A0-418D-AC75-61C26C6248FA}"/>
                  </a:ext>
                </a:extLst>
              </p:cNvPr>
              <p:cNvSpPr/>
              <p:nvPr/>
            </p:nvSpPr>
            <p:spPr>
              <a:xfrm>
                <a:off x="-101600" y="-1255309"/>
                <a:ext cx="607730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sz="8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Kudamono</a:t>
                </a:r>
                <a:endPara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9FCDB747-C9E4-4548-945F-CEE24768A247}"/>
                  </a:ext>
                </a:extLst>
              </p:cNvPr>
              <p:cNvGrpSpPr/>
              <p:nvPr/>
            </p:nvGrpSpPr>
            <p:grpSpPr>
              <a:xfrm>
                <a:off x="5639153" y="795455"/>
                <a:ext cx="1177545" cy="1957757"/>
                <a:chOff x="4295090" y="3342064"/>
                <a:chExt cx="1177545" cy="1957757"/>
              </a:xfrm>
            </p:grpSpPr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0DCC90CF-FD8F-4983-9F3E-601B6AEC168B}"/>
                    </a:ext>
                  </a:extLst>
                </p:cNvPr>
                <p:cNvSpPr/>
                <p:nvPr/>
              </p:nvSpPr>
              <p:spPr>
                <a:xfrm rot="2607834" flipH="1">
                  <a:off x="4410700" y="334206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29F3661D-F3B8-491E-925C-30246E646050}"/>
                    </a:ext>
                  </a:extLst>
                </p:cNvPr>
                <p:cNvSpPr/>
                <p:nvPr/>
              </p:nvSpPr>
              <p:spPr>
                <a:xfrm rot="20876803">
                  <a:off x="4960778" y="3713889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057B74EF-52FF-4790-A06D-84051CACF344}"/>
                    </a:ext>
                  </a:extLst>
                </p:cNvPr>
                <p:cNvSpPr/>
                <p:nvPr/>
              </p:nvSpPr>
              <p:spPr>
                <a:xfrm>
                  <a:off x="4295090" y="4287360"/>
                  <a:ext cx="494320" cy="578263"/>
                </a:xfrm>
                <a:custGeom>
                  <a:avLst/>
                  <a:gdLst>
                    <a:gd name="connsiteX0" fmla="*/ 537514 w 575317"/>
                    <a:gd name="connsiteY0" fmla="*/ 539503 h 673014"/>
                    <a:gd name="connsiteX1" fmla="*/ 520201 w 575317"/>
                    <a:gd name="connsiteY1" fmla="*/ 514175 h 673014"/>
                    <a:gd name="connsiteX2" fmla="*/ 515304 w 575317"/>
                    <a:gd name="connsiteY2" fmla="*/ 520071 h 673014"/>
                    <a:gd name="connsiteX3" fmla="*/ 454919 w 575317"/>
                    <a:gd name="connsiteY3" fmla="*/ 544028 h 673014"/>
                    <a:gd name="connsiteX4" fmla="*/ 387769 w 575317"/>
                    <a:gd name="connsiteY4" fmla="*/ 499945 h 673014"/>
                    <a:gd name="connsiteX5" fmla="*/ 386956 w 575317"/>
                    <a:gd name="connsiteY5" fmla="*/ 496300 h 673014"/>
                    <a:gd name="connsiteX6" fmla="*/ 372789 w 575317"/>
                    <a:gd name="connsiteY6" fmla="*/ 533728 h 673014"/>
                    <a:gd name="connsiteX7" fmla="*/ 305467 w 575317"/>
                    <a:gd name="connsiteY7" fmla="*/ 597583 h 673014"/>
                    <a:gd name="connsiteX8" fmla="*/ 287623 w 575317"/>
                    <a:gd name="connsiteY8" fmla="*/ 605092 h 673014"/>
                    <a:gd name="connsiteX9" fmla="*/ 257045 w 575317"/>
                    <a:gd name="connsiteY9" fmla="*/ 673014 h 673014"/>
                    <a:gd name="connsiteX10" fmla="*/ 216545 w 575317"/>
                    <a:gd name="connsiteY10" fmla="*/ 635127 h 673014"/>
                    <a:gd name="connsiteX11" fmla="*/ 156651 w 575317"/>
                    <a:gd name="connsiteY11" fmla="*/ 669020 h 673014"/>
                    <a:gd name="connsiteX12" fmla="*/ 148826 w 575317"/>
                    <a:gd name="connsiteY12" fmla="*/ 627412 h 673014"/>
                    <a:gd name="connsiteX13" fmla="*/ 98234 w 575317"/>
                    <a:gd name="connsiteY13" fmla="*/ 633891 h 673014"/>
                    <a:gd name="connsiteX14" fmla="*/ 137139 w 575317"/>
                    <a:gd name="connsiteY14" fmla="*/ 594978 h 673014"/>
                    <a:gd name="connsiteX15" fmla="*/ 125123 w 575317"/>
                    <a:gd name="connsiteY15" fmla="*/ 588299 h 673014"/>
                    <a:gd name="connsiteX16" fmla="*/ 62878 w 575317"/>
                    <a:gd name="connsiteY16" fmla="*/ 489802 h 673014"/>
                    <a:gd name="connsiteX17" fmla="*/ 118322 w 575317"/>
                    <a:gd name="connsiteY17" fmla="*/ 356825 h 673014"/>
                    <a:gd name="connsiteX18" fmla="*/ 142714 w 575317"/>
                    <a:gd name="connsiteY18" fmla="*/ 341993 h 673014"/>
                    <a:gd name="connsiteX19" fmla="*/ 116747 w 575317"/>
                    <a:gd name="connsiteY19" fmla="*/ 345560 h 673014"/>
                    <a:gd name="connsiteX20" fmla="*/ 75124 w 575317"/>
                    <a:gd name="connsiteY20" fmla="*/ 333424 h 673014"/>
                    <a:gd name="connsiteX21" fmla="*/ 23038 w 575317"/>
                    <a:gd name="connsiteY21" fmla="*/ 218149 h 673014"/>
                    <a:gd name="connsiteX22" fmla="*/ 26371 w 575317"/>
                    <a:gd name="connsiteY22" fmla="*/ 204507 h 673014"/>
                    <a:gd name="connsiteX23" fmla="*/ 0 w 575317"/>
                    <a:gd name="connsiteY23" fmla="*/ 157349 h 673014"/>
                    <a:gd name="connsiteX24" fmla="*/ 39573 w 575317"/>
                    <a:gd name="connsiteY24" fmla="*/ 150115 h 673014"/>
                    <a:gd name="connsiteX25" fmla="*/ 45694 w 575317"/>
                    <a:gd name="connsiteY25" fmla="*/ 100572 h 673014"/>
                    <a:gd name="connsiteX26" fmla="*/ 73320 w 575317"/>
                    <a:gd name="connsiteY26" fmla="*/ 113986 h 673014"/>
                    <a:gd name="connsiteX27" fmla="*/ 91400 w 575317"/>
                    <a:gd name="connsiteY27" fmla="*/ 81707 h 673014"/>
                    <a:gd name="connsiteX28" fmla="*/ 97268 w 575317"/>
                    <a:gd name="connsiteY28" fmla="*/ 121187 h 673014"/>
                    <a:gd name="connsiteX29" fmla="*/ 106351 w 575317"/>
                    <a:gd name="connsiteY29" fmla="*/ 117070 h 673014"/>
                    <a:gd name="connsiteX30" fmla="*/ 190634 w 575317"/>
                    <a:gd name="connsiteY30" fmla="*/ 123346 h 673014"/>
                    <a:gd name="connsiteX31" fmla="*/ 229075 w 575317"/>
                    <a:gd name="connsiteY31" fmla="*/ 160993 h 673014"/>
                    <a:gd name="connsiteX32" fmla="*/ 240050 w 575317"/>
                    <a:gd name="connsiteY32" fmla="*/ 198873 h 673014"/>
                    <a:gd name="connsiteX33" fmla="*/ 238359 w 575317"/>
                    <a:gd name="connsiteY33" fmla="*/ 182883 h 673014"/>
                    <a:gd name="connsiteX34" fmla="*/ 278547 w 575317"/>
                    <a:gd name="connsiteY34" fmla="*/ 86986 h 673014"/>
                    <a:gd name="connsiteX35" fmla="*/ 382704 w 575317"/>
                    <a:gd name="connsiteY35" fmla="*/ 49807 h 673014"/>
                    <a:gd name="connsiteX36" fmla="*/ 395591 w 575317"/>
                    <a:gd name="connsiteY36" fmla="*/ 51848 h 673014"/>
                    <a:gd name="connsiteX37" fmla="*/ 389290 w 575317"/>
                    <a:gd name="connsiteY37" fmla="*/ 0 h 673014"/>
                    <a:gd name="connsiteX38" fmla="*/ 423307 w 575317"/>
                    <a:gd name="connsiteY38" fmla="*/ 34449 h 673014"/>
                    <a:gd name="connsiteX39" fmla="*/ 453503 w 575317"/>
                    <a:gd name="connsiteY39" fmla="*/ 7934 h 673014"/>
                    <a:gd name="connsiteX40" fmla="*/ 478427 w 575317"/>
                    <a:gd name="connsiteY40" fmla="*/ 68314 h 673014"/>
                    <a:gd name="connsiteX41" fmla="*/ 530866 w 575317"/>
                    <a:gd name="connsiteY41" fmla="*/ 63702 h 673014"/>
                    <a:gd name="connsiteX42" fmla="*/ 513967 w 575317"/>
                    <a:gd name="connsiteY42" fmla="*/ 132355 h 673014"/>
                    <a:gd name="connsiteX43" fmla="*/ 522908 w 575317"/>
                    <a:gd name="connsiteY43" fmla="*/ 148409 h 673014"/>
                    <a:gd name="connsiteX44" fmla="*/ 497215 w 575317"/>
                    <a:gd name="connsiteY44" fmla="*/ 311928 h 673014"/>
                    <a:gd name="connsiteX45" fmla="*/ 285868 w 575317"/>
                    <a:gd name="connsiteY45" fmla="*/ 298626 h 673014"/>
                    <a:gd name="connsiteX46" fmla="*/ 257942 w 575317"/>
                    <a:gd name="connsiteY46" fmla="*/ 260722 h 673014"/>
                    <a:gd name="connsiteX47" fmla="*/ 243355 w 575317"/>
                    <a:gd name="connsiteY47" fmla="*/ 221981 h 673014"/>
                    <a:gd name="connsiteX48" fmla="*/ 241042 w 575317"/>
                    <a:gd name="connsiteY48" fmla="*/ 247179 h 673014"/>
                    <a:gd name="connsiteX49" fmla="*/ 228151 w 575317"/>
                    <a:gd name="connsiteY49" fmla="*/ 280770 h 673014"/>
                    <a:gd name="connsiteX50" fmla="*/ 198183 w 575317"/>
                    <a:gd name="connsiteY50" fmla="*/ 317539 h 673014"/>
                    <a:gd name="connsiteX51" fmla="*/ 185347 w 575317"/>
                    <a:gd name="connsiteY51" fmla="*/ 324875 h 673014"/>
                    <a:gd name="connsiteX52" fmla="*/ 206425 w 575317"/>
                    <a:gd name="connsiteY52" fmla="*/ 319008 h 673014"/>
                    <a:gd name="connsiteX53" fmla="*/ 369641 w 575317"/>
                    <a:gd name="connsiteY53" fmla="*/ 389197 h 673014"/>
                    <a:gd name="connsiteX54" fmla="*/ 382040 w 575317"/>
                    <a:gd name="connsiteY54" fmla="*/ 422725 h 673014"/>
                    <a:gd name="connsiteX55" fmla="*/ 384504 w 575317"/>
                    <a:gd name="connsiteY55" fmla="*/ 412288 h 673014"/>
                    <a:gd name="connsiteX56" fmla="*/ 464260 w 575317"/>
                    <a:gd name="connsiteY56" fmla="*/ 359990 h 673014"/>
                    <a:gd name="connsiteX57" fmla="*/ 538975 w 575317"/>
                    <a:gd name="connsiteY57" fmla="*/ 422210 h 673014"/>
                    <a:gd name="connsiteX58" fmla="*/ 541251 w 575317"/>
                    <a:gd name="connsiteY58" fmla="*/ 432762 h 673014"/>
                    <a:gd name="connsiteX59" fmla="*/ 575317 w 575317"/>
                    <a:gd name="connsiteY59" fmla="*/ 456516 h 673014"/>
                    <a:gd name="connsiteX60" fmla="*/ 550383 w 575317"/>
                    <a:gd name="connsiteY60" fmla="*/ 474803 h 673014"/>
                    <a:gd name="connsiteX61" fmla="*/ 562783 w 575317"/>
                    <a:gd name="connsiteY61" fmla="*/ 511114 h 673014"/>
                    <a:gd name="connsiteX62" fmla="*/ 539178 w 575317"/>
                    <a:gd name="connsiteY62" fmla="*/ 511114 h 6730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</a:cxnLst>
                  <a:rect l="l" t="t" r="r" b="b"/>
                  <a:pathLst>
                    <a:path w="575317" h="673014">
                      <a:moveTo>
                        <a:pt x="537514" y="539503"/>
                      </a:moveTo>
                      <a:lnTo>
                        <a:pt x="520201" y="514175"/>
                      </a:lnTo>
                      <a:lnTo>
                        <a:pt x="515304" y="520071"/>
                      </a:lnTo>
                      <a:cubicBezTo>
                        <a:pt x="499355" y="535957"/>
                        <a:pt x="477966" y="545197"/>
                        <a:pt x="454919" y="544028"/>
                      </a:cubicBezTo>
                      <a:cubicBezTo>
                        <a:pt x="426110" y="542566"/>
                        <a:pt x="401526" y="525183"/>
                        <a:pt x="387769" y="499945"/>
                      </a:cubicBezTo>
                      <a:lnTo>
                        <a:pt x="386956" y="496300"/>
                      </a:lnTo>
                      <a:lnTo>
                        <a:pt x="372789" y="533728"/>
                      </a:lnTo>
                      <a:cubicBezTo>
                        <a:pt x="357717" y="560211"/>
                        <a:pt x="334355" y="582592"/>
                        <a:pt x="305467" y="597583"/>
                      </a:cubicBezTo>
                      <a:lnTo>
                        <a:pt x="287623" y="605092"/>
                      </a:lnTo>
                      <a:lnTo>
                        <a:pt x="257045" y="673014"/>
                      </a:lnTo>
                      <a:lnTo>
                        <a:pt x="216545" y="635127"/>
                      </a:lnTo>
                      <a:lnTo>
                        <a:pt x="156651" y="669020"/>
                      </a:lnTo>
                      <a:lnTo>
                        <a:pt x="148826" y="627412"/>
                      </a:lnTo>
                      <a:lnTo>
                        <a:pt x="98234" y="633891"/>
                      </a:lnTo>
                      <a:lnTo>
                        <a:pt x="137139" y="594978"/>
                      </a:lnTo>
                      <a:lnTo>
                        <a:pt x="125123" y="588299"/>
                      </a:lnTo>
                      <a:cubicBezTo>
                        <a:pt x="91835" y="565452"/>
                        <a:pt x="68456" y="530815"/>
                        <a:pt x="62878" y="489802"/>
                      </a:cubicBezTo>
                      <a:cubicBezTo>
                        <a:pt x="55905" y="438535"/>
                        <a:pt x="78395" y="389441"/>
                        <a:pt x="118322" y="356825"/>
                      </a:cubicBezTo>
                      <a:lnTo>
                        <a:pt x="142714" y="341993"/>
                      </a:lnTo>
                      <a:lnTo>
                        <a:pt x="116747" y="345560"/>
                      </a:lnTo>
                      <a:cubicBezTo>
                        <a:pt x="102426" y="344608"/>
                        <a:pt x="88278" y="340657"/>
                        <a:pt x="75124" y="333424"/>
                      </a:cubicBezTo>
                      <a:cubicBezTo>
                        <a:pt x="34839" y="311273"/>
                        <a:pt x="15551" y="264767"/>
                        <a:pt x="23038" y="218149"/>
                      </a:cubicBezTo>
                      <a:lnTo>
                        <a:pt x="26371" y="204507"/>
                      </a:lnTo>
                      <a:lnTo>
                        <a:pt x="0" y="157349"/>
                      </a:lnTo>
                      <a:lnTo>
                        <a:pt x="39573" y="150115"/>
                      </a:lnTo>
                      <a:lnTo>
                        <a:pt x="45694" y="100572"/>
                      </a:lnTo>
                      <a:lnTo>
                        <a:pt x="73320" y="113986"/>
                      </a:lnTo>
                      <a:lnTo>
                        <a:pt x="91400" y="81707"/>
                      </a:lnTo>
                      <a:lnTo>
                        <a:pt x="97268" y="121187"/>
                      </a:lnTo>
                      <a:lnTo>
                        <a:pt x="106351" y="117070"/>
                      </a:lnTo>
                      <a:cubicBezTo>
                        <a:pt x="134043" y="107541"/>
                        <a:pt x="164326" y="108880"/>
                        <a:pt x="190634" y="123346"/>
                      </a:cubicBezTo>
                      <a:cubicBezTo>
                        <a:pt x="207077" y="132388"/>
                        <a:pt x="220021" y="145485"/>
                        <a:pt x="229075" y="160993"/>
                      </a:cubicBezTo>
                      <a:lnTo>
                        <a:pt x="240050" y="198873"/>
                      </a:lnTo>
                      <a:lnTo>
                        <a:pt x="238359" y="182883"/>
                      </a:lnTo>
                      <a:cubicBezTo>
                        <a:pt x="238828" y="147118"/>
                        <a:pt x="252137" y="112659"/>
                        <a:pt x="278547" y="86986"/>
                      </a:cubicBezTo>
                      <a:cubicBezTo>
                        <a:pt x="306717" y="59603"/>
                        <a:pt x="344458" y="47399"/>
                        <a:pt x="382704" y="49807"/>
                      </a:cubicBezTo>
                      <a:lnTo>
                        <a:pt x="395591" y="51848"/>
                      </a:lnTo>
                      <a:lnTo>
                        <a:pt x="389290" y="0"/>
                      </a:lnTo>
                      <a:lnTo>
                        <a:pt x="423307" y="34449"/>
                      </a:lnTo>
                      <a:lnTo>
                        <a:pt x="453503" y="7934"/>
                      </a:lnTo>
                      <a:lnTo>
                        <a:pt x="478427" y="68314"/>
                      </a:lnTo>
                      <a:lnTo>
                        <a:pt x="530866" y="63702"/>
                      </a:lnTo>
                      <a:lnTo>
                        <a:pt x="513967" y="132355"/>
                      </a:lnTo>
                      <a:lnTo>
                        <a:pt x="522908" y="148409"/>
                      </a:lnTo>
                      <a:cubicBezTo>
                        <a:pt x="548539" y="204625"/>
                        <a:pt x="540350" y="269997"/>
                        <a:pt x="497215" y="311928"/>
                      </a:cubicBezTo>
                      <a:cubicBezTo>
                        <a:pt x="440875" y="366697"/>
                        <a:pt x="346252" y="360742"/>
                        <a:pt x="285868" y="298626"/>
                      </a:cubicBezTo>
                      <a:cubicBezTo>
                        <a:pt x="274546" y="286979"/>
                        <a:pt x="265232" y="274185"/>
                        <a:pt x="257942" y="260722"/>
                      </a:cubicBezTo>
                      <a:lnTo>
                        <a:pt x="243355" y="221981"/>
                      </a:lnTo>
                      <a:lnTo>
                        <a:pt x="241042" y="247179"/>
                      </a:lnTo>
                      <a:cubicBezTo>
                        <a:pt x="238401" y="258577"/>
                        <a:pt x="234132" y="269892"/>
                        <a:pt x="228151" y="280770"/>
                      </a:cubicBezTo>
                      <a:cubicBezTo>
                        <a:pt x="220176" y="295272"/>
                        <a:pt x="209914" y="307623"/>
                        <a:pt x="198183" y="317539"/>
                      </a:cubicBezTo>
                      <a:lnTo>
                        <a:pt x="185347" y="324875"/>
                      </a:lnTo>
                      <a:lnTo>
                        <a:pt x="206425" y="319008"/>
                      </a:lnTo>
                      <a:cubicBezTo>
                        <a:pt x="274251" y="309783"/>
                        <a:pt x="337533" y="339272"/>
                        <a:pt x="369641" y="389197"/>
                      </a:cubicBezTo>
                      <a:lnTo>
                        <a:pt x="382040" y="422725"/>
                      </a:lnTo>
                      <a:lnTo>
                        <a:pt x="384504" y="412288"/>
                      </a:lnTo>
                      <a:cubicBezTo>
                        <a:pt x="398850" y="379904"/>
                        <a:pt x="429688" y="358236"/>
                        <a:pt x="464260" y="359990"/>
                      </a:cubicBezTo>
                      <a:cubicBezTo>
                        <a:pt x="499551" y="361781"/>
                        <a:pt x="528501" y="387462"/>
                        <a:pt x="538975" y="422210"/>
                      </a:cubicBezTo>
                      <a:lnTo>
                        <a:pt x="541251" y="432762"/>
                      </a:lnTo>
                      <a:lnTo>
                        <a:pt x="575317" y="456516"/>
                      </a:lnTo>
                      <a:lnTo>
                        <a:pt x="550383" y="474803"/>
                      </a:lnTo>
                      <a:lnTo>
                        <a:pt x="562783" y="511114"/>
                      </a:lnTo>
                      <a:lnTo>
                        <a:pt x="539178" y="511114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64BB376F-E692-4D42-B88B-F95D4CD66789}"/>
                    </a:ext>
                  </a:extLst>
                </p:cNvPr>
                <p:cNvSpPr/>
                <p:nvPr/>
              </p:nvSpPr>
              <p:spPr>
                <a:xfrm rot="2700000">
                  <a:off x="4871589" y="46987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81" name="Subtitle 2">
                <a:extLst>
                  <a:ext uri="{FF2B5EF4-FFF2-40B4-BE49-F238E27FC236}">
                    <a16:creationId xmlns:a16="http://schemas.microsoft.com/office/drawing/2014/main" id="{DC96E029-AD6C-4AF2-82D7-458B72B891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55174" y="901082"/>
                <a:ext cx="13535882" cy="188890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 symmetric group.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an asymmetric group. All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groups are different, even under symmetries.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(if paths were drawn).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another.</a:t>
                </a:r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8C96904-557F-4D0E-BBDA-D68D01708BBC}"/>
              </a:ext>
            </a:extLst>
          </p:cNvPr>
          <p:cNvGrpSpPr/>
          <p:nvPr/>
        </p:nvGrpSpPr>
        <p:grpSpPr>
          <a:xfrm>
            <a:off x="6675582" y="3192147"/>
            <a:ext cx="6383151" cy="6574112"/>
            <a:chOff x="6675582" y="3192147"/>
            <a:chExt cx="6383151" cy="6574112"/>
          </a:xfrm>
        </p:grpSpPr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3CB82E68-79B6-48EE-B3A6-7542389BA0A4}"/>
                </a:ext>
              </a:extLst>
            </p:cNvPr>
            <p:cNvGrpSpPr/>
            <p:nvPr/>
          </p:nvGrpSpPr>
          <p:grpSpPr>
            <a:xfrm rot="5400000">
              <a:off x="6935579" y="3647817"/>
              <a:ext cx="5857490" cy="5839737"/>
              <a:chOff x="2370891" y="851382"/>
              <a:chExt cx="5857490" cy="5839737"/>
            </a:xfrm>
          </p:grpSpPr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79E47062-1FA1-418A-9800-E314FD1A82E2}"/>
                  </a:ext>
                </a:extLst>
              </p:cNvPr>
              <p:cNvSpPr/>
              <p:nvPr/>
            </p:nvSpPr>
            <p:spPr>
              <a:xfrm>
                <a:off x="529394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E7E3786C-02DB-497F-A348-00BEF7DA6352}"/>
                  </a:ext>
                </a:extLst>
              </p:cNvPr>
              <p:cNvSpPr/>
              <p:nvPr/>
            </p:nvSpPr>
            <p:spPr>
              <a:xfrm>
                <a:off x="529394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F5D041B4-6395-40C8-A8FA-DC7429F8505A}"/>
                  </a:ext>
                </a:extLst>
              </p:cNvPr>
              <p:cNvSpPr/>
              <p:nvPr/>
            </p:nvSpPr>
            <p:spPr>
              <a:xfrm>
                <a:off x="6272093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C91F8500-E4D8-4BDB-B23E-CE788A5CEAEA}"/>
                  </a:ext>
                </a:extLst>
              </p:cNvPr>
              <p:cNvSpPr/>
              <p:nvPr/>
            </p:nvSpPr>
            <p:spPr>
              <a:xfrm>
                <a:off x="7250237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6BE2007-AD5C-42A2-9E15-45134EEB9B68}"/>
                  </a:ext>
                </a:extLst>
              </p:cNvPr>
              <p:cNvSpPr/>
              <p:nvPr/>
            </p:nvSpPr>
            <p:spPr>
              <a:xfrm>
                <a:off x="6272093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E01E8AFC-FA78-450C-AD4F-88AE0DA090BB}"/>
                  </a:ext>
                </a:extLst>
              </p:cNvPr>
              <p:cNvSpPr/>
              <p:nvPr/>
            </p:nvSpPr>
            <p:spPr>
              <a:xfrm>
                <a:off x="7250237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B68559D8-2ADD-4CE1-953D-A32A0C77B922}"/>
                  </a:ext>
                </a:extLst>
              </p:cNvPr>
              <p:cNvSpPr/>
              <p:nvPr/>
            </p:nvSpPr>
            <p:spPr>
              <a:xfrm>
                <a:off x="529394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F5038920-AE89-440C-87A9-11CB0B9AB43F}"/>
                  </a:ext>
                </a:extLst>
              </p:cNvPr>
              <p:cNvSpPr/>
              <p:nvPr/>
            </p:nvSpPr>
            <p:spPr>
              <a:xfrm>
                <a:off x="529394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1B129A77-A826-46D0-91D8-024FBB078119}"/>
                  </a:ext>
                </a:extLst>
              </p:cNvPr>
              <p:cNvSpPr/>
              <p:nvPr/>
            </p:nvSpPr>
            <p:spPr>
              <a:xfrm>
                <a:off x="529394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D77D7AB7-F6E5-4C33-975A-EE56EF720A13}"/>
                  </a:ext>
                </a:extLst>
              </p:cNvPr>
              <p:cNvSpPr/>
              <p:nvPr/>
            </p:nvSpPr>
            <p:spPr>
              <a:xfrm>
                <a:off x="6272093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F1A3A0BE-04AC-45DE-B7D7-DB034C32F7AA}"/>
                  </a:ext>
                </a:extLst>
              </p:cNvPr>
              <p:cNvSpPr/>
              <p:nvPr/>
            </p:nvSpPr>
            <p:spPr>
              <a:xfrm>
                <a:off x="7250237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E65A1714-28A2-44BF-8D2F-026D42C0DE96}"/>
                  </a:ext>
                </a:extLst>
              </p:cNvPr>
              <p:cNvSpPr/>
              <p:nvPr/>
            </p:nvSpPr>
            <p:spPr>
              <a:xfrm>
                <a:off x="6272093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C4FEBF4-D416-4595-92A1-CFF007A0F2D0}"/>
                  </a:ext>
                </a:extLst>
              </p:cNvPr>
              <p:cNvSpPr/>
              <p:nvPr/>
            </p:nvSpPr>
            <p:spPr>
              <a:xfrm>
                <a:off x="7250237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91A312B-3C8E-4470-9907-BC6C6EA4761F}"/>
                  </a:ext>
                </a:extLst>
              </p:cNvPr>
              <p:cNvSpPr/>
              <p:nvPr/>
            </p:nvSpPr>
            <p:spPr>
              <a:xfrm>
                <a:off x="6272093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05A832B-A92B-4293-B1EC-56594639DC9F}"/>
                  </a:ext>
                </a:extLst>
              </p:cNvPr>
              <p:cNvSpPr/>
              <p:nvPr/>
            </p:nvSpPr>
            <p:spPr>
              <a:xfrm>
                <a:off x="7250237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ABD2294E-F869-4CDF-87E7-CB791E49A66F}"/>
                  </a:ext>
                </a:extLst>
              </p:cNvPr>
              <p:cNvSpPr/>
              <p:nvPr/>
            </p:nvSpPr>
            <p:spPr>
              <a:xfrm>
                <a:off x="529394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4BE33674-66B7-421F-98A9-B0E4DB1F9BD4}"/>
                  </a:ext>
                </a:extLst>
              </p:cNvPr>
              <p:cNvSpPr/>
              <p:nvPr/>
            </p:nvSpPr>
            <p:spPr>
              <a:xfrm>
                <a:off x="6272093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5C07D580-B7F1-4663-BCF1-ACCA3B4FD94B}"/>
                  </a:ext>
                </a:extLst>
              </p:cNvPr>
              <p:cNvSpPr/>
              <p:nvPr/>
            </p:nvSpPr>
            <p:spPr>
              <a:xfrm>
                <a:off x="7250237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BF7FB000-F025-4B76-9054-E5C4198DCCB4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0D61F4A9-E731-4233-B206-645D603BD3CC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B12E180F-F1C2-45E3-9BE3-D207AF35CC8F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CAFA2AD7-BE95-4E14-8A4E-8797740CF86B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F7C2A2B1-B44E-4FFD-B6B9-9B33B77C77BB}"/>
                  </a:ext>
                </a:extLst>
              </p:cNvPr>
              <p:cNvSpPr/>
              <p:nvPr/>
            </p:nvSpPr>
            <p:spPr>
              <a:xfrm>
                <a:off x="432717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828B9B38-417D-422D-8086-FE65003BD0B7}"/>
                  </a:ext>
                </a:extLst>
              </p:cNvPr>
              <p:cNvSpPr/>
              <p:nvPr/>
            </p:nvSpPr>
            <p:spPr>
              <a:xfrm>
                <a:off x="432717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0DC62654-83A9-4D20-87BD-ED33137E54AF}"/>
                  </a:ext>
                </a:extLst>
              </p:cNvPr>
              <p:cNvSpPr/>
              <p:nvPr/>
            </p:nvSpPr>
            <p:spPr>
              <a:xfrm>
                <a:off x="2370891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E28CA739-9477-4F53-BC42-53C8D6CBCB26}"/>
                  </a:ext>
                </a:extLst>
              </p:cNvPr>
              <p:cNvSpPr/>
              <p:nvPr/>
            </p:nvSpPr>
            <p:spPr>
              <a:xfrm>
                <a:off x="3349035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007809DF-9A4C-45F8-95DE-F8BA3E6B5421}"/>
                  </a:ext>
                </a:extLst>
              </p:cNvPr>
              <p:cNvSpPr/>
              <p:nvPr/>
            </p:nvSpPr>
            <p:spPr>
              <a:xfrm>
                <a:off x="2370891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5ABA1542-F5D6-4647-B4C3-484FE13FAFD7}"/>
                  </a:ext>
                </a:extLst>
              </p:cNvPr>
              <p:cNvSpPr/>
              <p:nvPr/>
            </p:nvSpPr>
            <p:spPr>
              <a:xfrm>
                <a:off x="3349035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F31C93C2-4FD9-4C3C-B25E-1006B88264C6}"/>
                  </a:ext>
                </a:extLst>
              </p:cNvPr>
              <p:cNvSpPr/>
              <p:nvPr/>
            </p:nvSpPr>
            <p:spPr>
              <a:xfrm>
                <a:off x="432717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5BD2089-4534-4D22-B20D-55D266428F3C}"/>
                  </a:ext>
                </a:extLst>
              </p:cNvPr>
              <p:cNvSpPr/>
              <p:nvPr/>
            </p:nvSpPr>
            <p:spPr>
              <a:xfrm>
                <a:off x="432717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25DA9E9B-9E61-4FF5-AC86-ADFA3888E970}"/>
                  </a:ext>
                </a:extLst>
              </p:cNvPr>
              <p:cNvSpPr/>
              <p:nvPr/>
            </p:nvSpPr>
            <p:spPr>
              <a:xfrm>
                <a:off x="2370891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54CB4DB-07AE-44BF-AE7C-D0AFB814EC7B}"/>
                  </a:ext>
                </a:extLst>
              </p:cNvPr>
              <p:cNvSpPr/>
              <p:nvPr/>
            </p:nvSpPr>
            <p:spPr>
              <a:xfrm>
                <a:off x="3349035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EE77C9C-D14B-4580-BF00-E382B3A0820E}"/>
                  </a:ext>
                </a:extLst>
              </p:cNvPr>
              <p:cNvSpPr/>
              <p:nvPr/>
            </p:nvSpPr>
            <p:spPr>
              <a:xfrm>
                <a:off x="432717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66F54C0F-9BF5-4B1A-8DD6-ED0FDBD772A1}"/>
                  </a:ext>
                </a:extLst>
              </p:cNvPr>
              <p:cNvSpPr/>
              <p:nvPr/>
            </p:nvSpPr>
            <p:spPr>
              <a:xfrm>
                <a:off x="2370891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3C8125F0-FA5F-476D-A923-5E3C04441440}"/>
                  </a:ext>
                </a:extLst>
              </p:cNvPr>
              <p:cNvSpPr/>
              <p:nvPr/>
            </p:nvSpPr>
            <p:spPr>
              <a:xfrm>
                <a:off x="3349035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16F28152-7759-4CD3-9E08-6B3FE580160A}"/>
                  </a:ext>
                </a:extLst>
              </p:cNvPr>
              <p:cNvSpPr/>
              <p:nvPr/>
            </p:nvSpPr>
            <p:spPr>
              <a:xfrm>
                <a:off x="432717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ABBF5EB-68B8-430C-86C2-53A56D948675}"/>
                </a:ext>
              </a:extLst>
            </p:cNvPr>
            <p:cNvGrpSpPr/>
            <p:nvPr/>
          </p:nvGrpSpPr>
          <p:grpSpPr>
            <a:xfrm>
              <a:off x="6675582" y="3192147"/>
              <a:ext cx="6383151" cy="6574112"/>
              <a:chOff x="6675582" y="3192147"/>
              <a:chExt cx="6383151" cy="6574112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794B69-16D0-4C40-ACCA-529E35218D80}"/>
                  </a:ext>
                </a:extLst>
              </p:cNvPr>
              <p:cNvSpPr/>
              <p:nvPr/>
            </p:nvSpPr>
            <p:spPr>
              <a:xfrm rot="20700000">
                <a:off x="12511982" y="3192148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43EB774E-1B4A-426E-80ED-2C9F666EC376}"/>
                  </a:ext>
                </a:extLst>
              </p:cNvPr>
              <p:cNvSpPr/>
              <p:nvPr/>
            </p:nvSpPr>
            <p:spPr>
              <a:xfrm rot="20700000">
                <a:off x="12511982" y="70689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39693246-AC50-41E8-A7FB-DA7A33B73F1E}"/>
                  </a:ext>
                </a:extLst>
              </p:cNvPr>
              <p:cNvSpPr/>
              <p:nvPr/>
            </p:nvSpPr>
            <p:spPr>
              <a:xfrm rot="20700000">
                <a:off x="12511982" y="513052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CD779115-5920-476C-B02E-7956D5E5C402}"/>
                  </a:ext>
                </a:extLst>
              </p:cNvPr>
              <p:cNvSpPr/>
              <p:nvPr/>
            </p:nvSpPr>
            <p:spPr>
              <a:xfrm rot="20700000">
                <a:off x="10702393" y="3192148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1BCB6E2A-1940-44D5-816C-DF3DA621A069}"/>
                  </a:ext>
                </a:extLst>
              </p:cNvPr>
              <p:cNvSpPr/>
              <p:nvPr/>
            </p:nvSpPr>
            <p:spPr>
              <a:xfrm rot="20700000">
                <a:off x="10702393" y="900727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BA8D1DD3-2CC7-4419-832C-2E8282DB21C0}"/>
                  </a:ext>
                </a:extLst>
              </p:cNvPr>
              <p:cNvSpPr/>
              <p:nvPr/>
            </p:nvSpPr>
            <p:spPr>
              <a:xfrm rot="20700000">
                <a:off x="10702393" y="70689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8A735B1C-5E9B-4061-ADD1-56D1B3150DD5}"/>
                  </a:ext>
                </a:extLst>
              </p:cNvPr>
              <p:cNvSpPr/>
              <p:nvPr/>
            </p:nvSpPr>
            <p:spPr>
              <a:xfrm rot="20700000">
                <a:off x="10702393" y="513052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FF59B478-E6AA-4646-8FF7-653D510F4944}"/>
                  </a:ext>
                </a:extLst>
              </p:cNvPr>
              <p:cNvSpPr/>
              <p:nvPr/>
            </p:nvSpPr>
            <p:spPr>
              <a:xfrm rot="20700000">
                <a:off x="8740028" y="3192147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AA85B00F-ECEE-4974-8EE1-90F4C0E69B6A}"/>
                  </a:ext>
                </a:extLst>
              </p:cNvPr>
              <p:cNvSpPr/>
              <p:nvPr/>
            </p:nvSpPr>
            <p:spPr>
              <a:xfrm rot="20700000">
                <a:off x="8740028" y="900727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4349E64-A7B9-4D22-B48D-3924D4489AEA}"/>
                  </a:ext>
                </a:extLst>
              </p:cNvPr>
              <p:cNvSpPr/>
              <p:nvPr/>
            </p:nvSpPr>
            <p:spPr>
              <a:xfrm rot="20700000">
                <a:off x="8740028" y="7068899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9E26F00C-06EB-481F-B06A-9AA11E66B144}"/>
                  </a:ext>
                </a:extLst>
              </p:cNvPr>
              <p:cNvSpPr/>
              <p:nvPr/>
            </p:nvSpPr>
            <p:spPr>
              <a:xfrm rot="20700000">
                <a:off x="8740028" y="513052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31F45BFB-2914-4E54-9369-AD8796509B87}"/>
                  </a:ext>
                </a:extLst>
              </p:cNvPr>
              <p:cNvSpPr/>
              <p:nvPr/>
            </p:nvSpPr>
            <p:spPr>
              <a:xfrm rot="20700000">
                <a:off x="6777663" y="900727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ACC1CE94-1634-4CD8-86FD-A7DF8C9B7E51}"/>
                  </a:ext>
                </a:extLst>
              </p:cNvPr>
              <p:cNvSpPr/>
              <p:nvPr/>
            </p:nvSpPr>
            <p:spPr>
              <a:xfrm rot="20700000">
                <a:off x="6777663" y="7068898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10B976B-6193-4190-9615-2D389F5DFFFB}"/>
                  </a:ext>
                </a:extLst>
              </p:cNvPr>
              <p:cNvSpPr/>
              <p:nvPr/>
            </p:nvSpPr>
            <p:spPr>
              <a:xfrm rot="20700000">
                <a:off x="6777663" y="513052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3574E1D-ADC8-44E4-984F-AAEDE27B082C}"/>
                  </a:ext>
                </a:extLst>
              </p:cNvPr>
              <p:cNvSpPr/>
              <p:nvPr/>
            </p:nvSpPr>
            <p:spPr>
              <a:xfrm rot="2431031" flipH="1">
                <a:off x="11565596" y="8186349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4133D8DA-7095-48BE-83E5-9CECD588B66A}"/>
                  </a:ext>
                </a:extLst>
              </p:cNvPr>
              <p:cNvSpPr/>
              <p:nvPr/>
            </p:nvSpPr>
            <p:spPr>
              <a:xfrm rot="2431031" flipH="1">
                <a:off x="9634365" y="6223009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5A1A1634-159D-4E22-8BFA-5D1B38B96463}"/>
                  </a:ext>
                </a:extLst>
              </p:cNvPr>
              <p:cNvSpPr/>
              <p:nvPr/>
            </p:nvSpPr>
            <p:spPr>
              <a:xfrm rot="2431031" flipH="1">
                <a:off x="7676073" y="4293776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C32D7089-47B4-4FCC-804F-E29B21F7A862}"/>
                  </a:ext>
                </a:extLst>
              </p:cNvPr>
              <p:cNvSpPr/>
              <p:nvPr/>
            </p:nvSpPr>
            <p:spPr>
              <a:xfrm rot="2431031" flipH="1">
                <a:off x="9641437" y="8186349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B5BE0DF-AC70-4B61-A0DF-BC8CC355B509}"/>
                  </a:ext>
                </a:extLst>
              </p:cNvPr>
              <p:cNvSpPr/>
              <p:nvPr/>
            </p:nvSpPr>
            <p:spPr>
              <a:xfrm rot="2431031" flipH="1">
                <a:off x="9641437" y="4233414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7B7369DF-F692-422D-BFE6-2CA372FBD529}"/>
                  </a:ext>
                </a:extLst>
              </p:cNvPr>
              <p:cNvSpPr/>
              <p:nvPr/>
            </p:nvSpPr>
            <p:spPr>
              <a:xfrm rot="2431031" flipH="1">
                <a:off x="11561578" y="6223009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A0EB17C3-4D58-40CD-8847-B96B6CB74D68}"/>
                  </a:ext>
                </a:extLst>
              </p:cNvPr>
              <p:cNvSpPr/>
              <p:nvPr/>
            </p:nvSpPr>
            <p:spPr>
              <a:xfrm rot="2523197">
                <a:off x="12487531" y="9108113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A94F6B4A-DBC8-46AA-8DC2-E6ADEBBB3653}"/>
                  </a:ext>
                </a:extLst>
              </p:cNvPr>
              <p:cNvSpPr/>
              <p:nvPr/>
            </p:nvSpPr>
            <p:spPr>
              <a:xfrm rot="2523197">
                <a:off x="6675582" y="3236583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7E0B427-CD8A-4BCD-B189-3DDBCDE372DB}"/>
                  </a:ext>
                </a:extLst>
              </p:cNvPr>
              <p:cNvSpPr/>
              <p:nvPr/>
            </p:nvSpPr>
            <p:spPr>
              <a:xfrm rot="2431031" flipH="1">
                <a:off x="8720172" y="6223009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84E62105-EBCD-4155-B94E-1A0FE15E7920}"/>
                  </a:ext>
                </a:extLst>
              </p:cNvPr>
              <p:cNvSpPr/>
              <p:nvPr/>
            </p:nvSpPr>
            <p:spPr>
              <a:xfrm rot="21423197">
                <a:off x="7702677" y="8158870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B52B28AC-67D2-4D1E-9611-128B0F1608FA}"/>
                  </a:ext>
                </a:extLst>
              </p:cNvPr>
              <p:cNvSpPr/>
              <p:nvPr/>
            </p:nvSpPr>
            <p:spPr>
              <a:xfrm rot="21423197">
                <a:off x="7650057" y="6250692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D3AEC5A6-04BF-41C9-B80F-E2FDF7CEC86C}"/>
                  </a:ext>
                </a:extLst>
              </p:cNvPr>
              <p:cNvSpPr/>
              <p:nvPr/>
            </p:nvSpPr>
            <p:spPr>
              <a:xfrm rot="21423197">
                <a:off x="11563681" y="4279023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DD8E3A77-528D-4E73-82BE-50FAEC9ED614}"/>
                  </a:ext>
                </a:extLst>
              </p:cNvPr>
              <p:cNvSpPr/>
              <p:nvPr/>
            </p:nvSpPr>
            <p:spPr>
              <a:xfrm rot="21423197">
                <a:off x="11538916" y="3303245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</p:grpSp>
      <p:pic>
        <p:nvPicPr>
          <p:cNvPr id="211" name="Picture 210">
            <a:extLst>
              <a:ext uri="{FF2B5EF4-FFF2-40B4-BE49-F238E27FC236}">
                <a16:creationId xmlns:a16="http://schemas.microsoft.com/office/drawing/2014/main" id="{05ECF5ED-1DAB-42BB-868A-1F4EFB6C5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588269" y="-5665665"/>
            <a:ext cx="4254719" cy="4445228"/>
          </a:xfrm>
          <a:prstGeom prst="rect">
            <a:avLst/>
          </a:prstGeom>
        </p:spPr>
      </p:pic>
      <p:pic>
        <p:nvPicPr>
          <p:cNvPr id="212" name="Picture 211">
            <a:extLst>
              <a:ext uri="{FF2B5EF4-FFF2-40B4-BE49-F238E27FC236}">
                <a16:creationId xmlns:a16="http://schemas.microsoft.com/office/drawing/2014/main" id="{10B59241-B4C2-45DA-A72D-6E38106D4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549845" y="-592994"/>
            <a:ext cx="4515082" cy="466749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7FA0D9B-DDD4-438A-83B2-586C96E2D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626828" y="4334202"/>
            <a:ext cx="3740342" cy="36768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FFE925-3E87-434D-A632-5307E94B21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276346" y="4407396"/>
            <a:ext cx="4343623" cy="44896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DB1286-A80B-48CA-9FED-AB5AC465BB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5764643" y="-222834"/>
            <a:ext cx="4267419" cy="438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694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4C039D8-7940-4903-B431-FF72EBABEA42}"/>
              </a:ext>
            </a:extLst>
          </p:cNvPr>
          <p:cNvGrpSpPr/>
          <p:nvPr/>
        </p:nvGrpSpPr>
        <p:grpSpPr>
          <a:xfrm>
            <a:off x="-6994082" y="-10996991"/>
            <a:ext cx="21499457" cy="24782548"/>
            <a:chOff x="-1376418" y="-4013200"/>
            <a:chExt cx="17768599" cy="16103604"/>
          </a:xfrm>
        </p:grpSpPr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03B78E89-0CE4-4D6C-9317-C6A492036C1D}"/>
                </a:ext>
              </a:extLst>
            </p:cNvPr>
            <p:cNvGrpSpPr/>
            <p:nvPr/>
          </p:nvGrpSpPr>
          <p:grpSpPr>
            <a:xfrm rot="5400000">
              <a:off x="-543920" y="-4845698"/>
              <a:ext cx="16103604" cy="17768599"/>
              <a:chOff x="-2620522" y="-2917017"/>
              <a:chExt cx="13847236" cy="6997914"/>
            </a:xfrm>
          </p:grpSpPr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B151E9B8-D68A-45AF-A7E7-B069EAC3D833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C832E3C3-8307-41D9-81C4-2CEE135C079D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714FF1CC-159A-4ACC-9C9D-5179C3DEFCBD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1B9A0697-05E1-429C-AE7D-4261895D048D}"/>
                  </a:ext>
                </a:extLst>
              </p:cNvPr>
              <p:cNvSpPr/>
              <p:nvPr/>
            </p:nvSpPr>
            <p:spPr>
              <a:xfrm>
                <a:off x="-2620522" y="2296795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F5AC8F00-B30C-4204-9439-26C39CD7E0AE}"/>
                </a:ext>
              </a:extLst>
            </p:cNvPr>
            <p:cNvSpPr/>
            <p:nvPr/>
          </p:nvSpPr>
          <p:spPr>
            <a:xfrm>
              <a:off x="-1258963" y="-3891064"/>
              <a:ext cx="17514963" cy="1586635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3028" name="Rectangle 3027">
            <a:extLst>
              <a:ext uri="{FF2B5EF4-FFF2-40B4-BE49-F238E27FC236}">
                <a16:creationId xmlns:a16="http://schemas.microsoft.com/office/drawing/2014/main" id="{18E00AC3-5E49-473E-9326-C8AC2674C69F}"/>
              </a:ext>
            </a:extLst>
          </p:cNvPr>
          <p:cNvSpPr/>
          <p:nvPr/>
        </p:nvSpPr>
        <p:spPr>
          <a:xfrm>
            <a:off x="6323377" y="5816782"/>
            <a:ext cx="6870186" cy="76061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029" name="Rectangle 3028">
            <a:extLst>
              <a:ext uri="{FF2B5EF4-FFF2-40B4-BE49-F238E27FC236}">
                <a16:creationId xmlns:a16="http://schemas.microsoft.com/office/drawing/2014/main" id="{6AE7C546-6B89-4448-A5C5-0ED5E6A5F84E}"/>
              </a:ext>
            </a:extLst>
          </p:cNvPr>
          <p:cNvSpPr/>
          <p:nvPr/>
        </p:nvSpPr>
        <p:spPr>
          <a:xfrm>
            <a:off x="7893633" y="12628877"/>
            <a:ext cx="506506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#28 by Pedro PSI – 27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</a:t>
            </a: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936C729D-F85A-4957-B42D-DC8EDB6EE94E}"/>
              </a:ext>
            </a:extLst>
          </p:cNvPr>
          <p:cNvSpPr/>
          <p:nvPr/>
        </p:nvSpPr>
        <p:spPr>
          <a:xfrm>
            <a:off x="-5687255" y="-10022204"/>
            <a:ext cx="14547572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issue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endParaRPr lang="pt-PT" sz="8800" i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56" name="Rectangle 1655">
            <a:extLst>
              <a:ext uri="{FF2B5EF4-FFF2-40B4-BE49-F238E27FC236}">
                <a16:creationId xmlns:a16="http://schemas.microsoft.com/office/drawing/2014/main" id="{D053816B-0A8A-4528-A72E-D217087EBFD9}"/>
              </a:ext>
            </a:extLst>
          </p:cNvPr>
          <p:cNvSpPr/>
          <p:nvPr/>
        </p:nvSpPr>
        <p:spPr>
          <a:xfrm>
            <a:off x="12230378" y="-10500593"/>
            <a:ext cx="1657826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48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II</a:t>
            </a:r>
          </a:p>
        </p:txBody>
      </p:sp>
      <p:grpSp>
        <p:nvGrpSpPr>
          <p:cNvPr id="3486" name="Group 3485">
            <a:extLst>
              <a:ext uri="{FF2B5EF4-FFF2-40B4-BE49-F238E27FC236}">
                <a16:creationId xmlns:a16="http://schemas.microsoft.com/office/drawing/2014/main" id="{A5083E08-4BD8-49F9-8094-E0C7B5AFED0C}"/>
              </a:ext>
            </a:extLst>
          </p:cNvPr>
          <p:cNvGrpSpPr/>
          <p:nvPr/>
        </p:nvGrpSpPr>
        <p:grpSpPr>
          <a:xfrm>
            <a:off x="-5917837" y="-8246657"/>
            <a:ext cx="19472369" cy="20889341"/>
            <a:chOff x="-5917837" y="-8246657"/>
            <a:chExt cx="19472369" cy="20889341"/>
          </a:xfrm>
        </p:grpSpPr>
        <p:sp>
          <p:nvSpPr>
            <p:cNvPr id="3487" name="Rectangle 3486">
              <a:extLst>
                <a:ext uri="{FF2B5EF4-FFF2-40B4-BE49-F238E27FC236}">
                  <a16:creationId xmlns:a16="http://schemas.microsoft.com/office/drawing/2014/main" id="{BE3DCF77-0F00-4D56-ADC0-D2E942CB269A}"/>
                </a:ext>
              </a:extLst>
            </p:cNvPr>
            <p:cNvSpPr/>
            <p:nvPr/>
          </p:nvSpPr>
          <p:spPr>
            <a:xfrm>
              <a:off x="6644627" y="-8188822"/>
              <a:ext cx="6909905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dirty="0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other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3488" name="Group 3487">
              <a:extLst>
                <a:ext uri="{FF2B5EF4-FFF2-40B4-BE49-F238E27FC236}">
                  <a16:creationId xmlns:a16="http://schemas.microsoft.com/office/drawing/2014/main" id="{CEDE4A43-4CA4-4929-A6BD-8850B034BE94}"/>
                </a:ext>
              </a:extLst>
            </p:cNvPr>
            <p:cNvGrpSpPr/>
            <p:nvPr/>
          </p:nvGrpSpPr>
          <p:grpSpPr>
            <a:xfrm>
              <a:off x="655761" y="-6900804"/>
              <a:ext cx="5089991" cy="5060443"/>
              <a:chOff x="-4879250" y="177991"/>
              <a:chExt cx="5089991" cy="5060443"/>
            </a:xfrm>
          </p:grpSpPr>
          <p:sp>
            <p:nvSpPr>
              <p:cNvPr id="4141" name="Rectangle 4140">
                <a:extLst>
                  <a:ext uri="{FF2B5EF4-FFF2-40B4-BE49-F238E27FC236}">
                    <a16:creationId xmlns:a16="http://schemas.microsoft.com/office/drawing/2014/main" id="{59F01D6D-B8CC-4DAB-9211-A3B6B201FFDD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2" name="Rectangle 4141">
                <a:extLst>
                  <a:ext uri="{FF2B5EF4-FFF2-40B4-BE49-F238E27FC236}">
                    <a16:creationId xmlns:a16="http://schemas.microsoft.com/office/drawing/2014/main" id="{41D7EEBE-7629-4208-94B0-EF7453F06164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3" name="Rectangle 4142">
                <a:extLst>
                  <a:ext uri="{FF2B5EF4-FFF2-40B4-BE49-F238E27FC236}">
                    <a16:creationId xmlns:a16="http://schemas.microsoft.com/office/drawing/2014/main" id="{7731DAF2-4656-4B94-83AF-105380B63A43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4" name="Rectangle 4143">
                <a:extLst>
                  <a:ext uri="{FF2B5EF4-FFF2-40B4-BE49-F238E27FC236}">
                    <a16:creationId xmlns:a16="http://schemas.microsoft.com/office/drawing/2014/main" id="{3E38E246-61A0-4E71-AEB5-2C440C2A9B2F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5" name="Rectangle 4144">
                <a:extLst>
                  <a:ext uri="{FF2B5EF4-FFF2-40B4-BE49-F238E27FC236}">
                    <a16:creationId xmlns:a16="http://schemas.microsoft.com/office/drawing/2014/main" id="{6EB5987D-AAC7-47D3-85AC-70B0AAE5D0B7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6" name="Rectangle 4145">
                <a:extLst>
                  <a:ext uri="{FF2B5EF4-FFF2-40B4-BE49-F238E27FC236}">
                    <a16:creationId xmlns:a16="http://schemas.microsoft.com/office/drawing/2014/main" id="{F6AB3712-4356-480B-8BCD-BA7D807EA578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7" name="Rectangle 4146">
                <a:extLst>
                  <a:ext uri="{FF2B5EF4-FFF2-40B4-BE49-F238E27FC236}">
                    <a16:creationId xmlns:a16="http://schemas.microsoft.com/office/drawing/2014/main" id="{481C4A81-50D6-457A-AD2F-89362F2EDCE6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8" name="Rectangle 4147">
                <a:extLst>
                  <a:ext uri="{FF2B5EF4-FFF2-40B4-BE49-F238E27FC236}">
                    <a16:creationId xmlns:a16="http://schemas.microsoft.com/office/drawing/2014/main" id="{1B45D3EC-97D5-4353-A875-0472ECE83333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9" name="Rectangle 4148">
                <a:extLst>
                  <a:ext uri="{FF2B5EF4-FFF2-40B4-BE49-F238E27FC236}">
                    <a16:creationId xmlns:a16="http://schemas.microsoft.com/office/drawing/2014/main" id="{EF0F3EE5-34BC-4985-A599-46D8FDD637C6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0" name="Rectangle 4149">
                <a:extLst>
                  <a:ext uri="{FF2B5EF4-FFF2-40B4-BE49-F238E27FC236}">
                    <a16:creationId xmlns:a16="http://schemas.microsoft.com/office/drawing/2014/main" id="{C7EC8DA2-074B-4776-80EC-F8DA07C1792B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1" name="Rectangle 4150">
                <a:extLst>
                  <a:ext uri="{FF2B5EF4-FFF2-40B4-BE49-F238E27FC236}">
                    <a16:creationId xmlns:a16="http://schemas.microsoft.com/office/drawing/2014/main" id="{FBB936FB-CF69-46B2-B2F6-577A19C2A472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2" name="Rectangle 4151">
                <a:extLst>
                  <a:ext uri="{FF2B5EF4-FFF2-40B4-BE49-F238E27FC236}">
                    <a16:creationId xmlns:a16="http://schemas.microsoft.com/office/drawing/2014/main" id="{5EB33FAD-C39A-462C-9EF8-74D2847955C3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3" name="Rectangle 4152">
                <a:extLst>
                  <a:ext uri="{FF2B5EF4-FFF2-40B4-BE49-F238E27FC236}">
                    <a16:creationId xmlns:a16="http://schemas.microsoft.com/office/drawing/2014/main" id="{64E383D6-5287-4DD1-A113-0D9A593E38FD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4" name="Rectangle 4153">
                <a:extLst>
                  <a:ext uri="{FF2B5EF4-FFF2-40B4-BE49-F238E27FC236}">
                    <a16:creationId xmlns:a16="http://schemas.microsoft.com/office/drawing/2014/main" id="{07824D45-DFCD-490F-ACA5-1AC33766CE90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5" name="Rectangle 4154">
                <a:extLst>
                  <a:ext uri="{FF2B5EF4-FFF2-40B4-BE49-F238E27FC236}">
                    <a16:creationId xmlns:a16="http://schemas.microsoft.com/office/drawing/2014/main" id="{2B58BDB6-2802-4810-B53F-F215CFA54E26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156" name="Rectangle 4155">
                <a:extLst>
                  <a:ext uri="{FF2B5EF4-FFF2-40B4-BE49-F238E27FC236}">
                    <a16:creationId xmlns:a16="http://schemas.microsoft.com/office/drawing/2014/main" id="{AE7E20F4-9C0C-49B6-B892-7242C87FC525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157" name="Rectangle 4156">
                <a:extLst>
                  <a:ext uri="{FF2B5EF4-FFF2-40B4-BE49-F238E27FC236}">
                    <a16:creationId xmlns:a16="http://schemas.microsoft.com/office/drawing/2014/main" id="{0862EA85-34A8-44A1-9318-D8C380EA2C98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8" name="Rectangle 4157">
                <a:extLst>
                  <a:ext uri="{FF2B5EF4-FFF2-40B4-BE49-F238E27FC236}">
                    <a16:creationId xmlns:a16="http://schemas.microsoft.com/office/drawing/2014/main" id="{034A5FE2-5408-47CD-9592-5CDE7CAAF8A4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9" name="Rectangle 4158">
                <a:extLst>
                  <a:ext uri="{FF2B5EF4-FFF2-40B4-BE49-F238E27FC236}">
                    <a16:creationId xmlns:a16="http://schemas.microsoft.com/office/drawing/2014/main" id="{80720E7C-9B9E-45FD-9D47-5C170115F286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0" name="Rectangle 4159">
                <a:extLst>
                  <a:ext uri="{FF2B5EF4-FFF2-40B4-BE49-F238E27FC236}">
                    <a16:creationId xmlns:a16="http://schemas.microsoft.com/office/drawing/2014/main" id="{6E5DDBBC-A790-48A1-A549-B66E86C8BBAE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1" name="Rectangle 4160">
                <a:extLst>
                  <a:ext uri="{FF2B5EF4-FFF2-40B4-BE49-F238E27FC236}">
                    <a16:creationId xmlns:a16="http://schemas.microsoft.com/office/drawing/2014/main" id="{844294D5-15E8-4689-8AD4-CA61C94D5123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2" name="Rectangle 4161">
                <a:extLst>
                  <a:ext uri="{FF2B5EF4-FFF2-40B4-BE49-F238E27FC236}">
                    <a16:creationId xmlns:a16="http://schemas.microsoft.com/office/drawing/2014/main" id="{0F1369F4-F8CF-4606-AA8B-FA64ED4F0883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3" name="Rectangle 4162">
                <a:extLst>
                  <a:ext uri="{FF2B5EF4-FFF2-40B4-BE49-F238E27FC236}">
                    <a16:creationId xmlns:a16="http://schemas.microsoft.com/office/drawing/2014/main" id="{13C59F42-3EB6-41C5-B3CB-F51F26C50F15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4" name="Rectangle 4163">
                <a:extLst>
                  <a:ext uri="{FF2B5EF4-FFF2-40B4-BE49-F238E27FC236}">
                    <a16:creationId xmlns:a16="http://schemas.microsoft.com/office/drawing/2014/main" id="{446AD346-7367-42DC-8BAE-34AE469E0D62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5" name="Rectangle 4164">
                <a:extLst>
                  <a:ext uri="{FF2B5EF4-FFF2-40B4-BE49-F238E27FC236}">
                    <a16:creationId xmlns:a16="http://schemas.microsoft.com/office/drawing/2014/main" id="{1B550601-6712-4EC1-AA69-4B377423B885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6" name="Rectangle 4165">
                <a:extLst>
                  <a:ext uri="{FF2B5EF4-FFF2-40B4-BE49-F238E27FC236}">
                    <a16:creationId xmlns:a16="http://schemas.microsoft.com/office/drawing/2014/main" id="{D89604BD-6B04-4506-85F6-C84DE1856450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7" name="Rectangle 4166">
                <a:extLst>
                  <a:ext uri="{FF2B5EF4-FFF2-40B4-BE49-F238E27FC236}">
                    <a16:creationId xmlns:a16="http://schemas.microsoft.com/office/drawing/2014/main" id="{660EFE18-A8EE-47C1-A1D9-62D4ED45CBBD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8" name="Rectangle 4167">
                <a:extLst>
                  <a:ext uri="{FF2B5EF4-FFF2-40B4-BE49-F238E27FC236}">
                    <a16:creationId xmlns:a16="http://schemas.microsoft.com/office/drawing/2014/main" id="{EBC93414-658C-4C4E-AA57-F487BB1EEE42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9" name="Rectangle 4168">
                <a:extLst>
                  <a:ext uri="{FF2B5EF4-FFF2-40B4-BE49-F238E27FC236}">
                    <a16:creationId xmlns:a16="http://schemas.microsoft.com/office/drawing/2014/main" id="{152A1AFB-0B8F-4B73-B43F-1BB880128ECA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0" name="Rectangle 4169">
                <a:extLst>
                  <a:ext uri="{FF2B5EF4-FFF2-40B4-BE49-F238E27FC236}">
                    <a16:creationId xmlns:a16="http://schemas.microsoft.com/office/drawing/2014/main" id="{B680A642-0411-435A-BC02-7D493A6CE299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1" name="Rectangle 4170">
                <a:extLst>
                  <a:ext uri="{FF2B5EF4-FFF2-40B4-BE49-F238E27FC236}">
                    <a16:creationId xmlns:a16="http://schemas.microsoft.com/office/drawing/2014/main" id="{70EB1D19-7F0B-4567-89FC-EF86F3B7E99E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2" name="Rectangle 4171">
                <a:extLst>
                  <a:ext uri="{FF2B5EF4-FFF2-40B4-BE49-F238E27FC236}">
                    <a16:creationId xmlns:a16="http://schemas.microsoft.com/office/drawing/2014/main" id="{73461F26-9941-43F1-B8FF-A11C6912B4F6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3" name="Rectangle 4172">
                <a:extLst>
                  <a:ext uri="{FF2B5EF4-FFF2-40B4-BE49-F238E27FC236}">
                    <a16:creationId xmlns:a16="http://schemas.microsoft.com/office/drawing/2014/main" id="{34AD0ADA-798A-48EE-B31E-655C29DDEF5B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4" name="Rectangle 4173">
                <a:extLst>
                  <a:ext uri="{FF2B5EF4-FFF2-40B4-BE49-F238E27FC236}">
                    <a16:creationId xmlns:a16="http://schemas.microsoft.com/office/drawing/2014/main" id="{82B1DB23-B4EB-440C-9B1D-6AC5416EB635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5" name="Rectangle 4174">
                <a:extLst>
                  <a:ext uri="{FF2B5EF4-FFF2-40B4-BE49-F238E27FC236}">
                    <a16:creationId xmlns:a16="http://schemas.microsoft.com/office/drawing/2014/main" id="{838682C0-DC8D-49BD-BD2C-CCB39972A5F3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6" name="Rectangle 4175">
                <a:extLst>
                  <a:ext uri="{FF2B5EF4-FFF2-40B4-BE49-F238E27FC236}">
                    <a16:creationId xmlns:a16="http://schemas.microsoft.com/office/drawing/2014/main" id="{5E468EF3-AA0E-4994-B823-ABE1C15D06B9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489" name="Rectangle 3488">
              <a:extLst>
                <a:ext uri="{FF2B5EF4-FFF2-40B4-BE49-F238E27FC236}">
                  <a16:creationId xmlns:a16="http://schemas.microsoft.com/office/drawing/2014/main" id="{3B408938-C451-438B-A878-E626AA7987E2}"/>
                </a:ext>
              </a:extLst>
            </p:cNvPr>
            <p:cNvSpPr/>
            <p:nvPr/>
          </p:nvSpPr>
          <p:spPr>
            <a:xfrm>
              <a:off x="407141" y="-8224591"/>
              <a:ext cx="569098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>
                  <a:solidFill>
                    <a:srgbClr val="99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symmetries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any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mirroring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rotation</a:t>
              </a:r>
              <a:endParaRPr lang="pt-PT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490" name="Group 3489">
              <a:extLst>
                <a:ext uri="{FF2B5EF4-FFF2-40B4-BE49-F238E27FC236}">
                  <a16:creationId xmlns:a16="http://schemas.microsoft.com/office/drawing/2014/main" id="{118DA50A-1544-4C8A-AF07-8FFBEFA2F00E}"/>
                </a:ext>
              </a:extLst>
            </p:cNvPr>
            <p:cNvGrpSpPr/>
            <p:nvPr/>
          </p:nvGrpSpPr>
          <p:grpSpPr>
            <a:xfrm>
              <a:off x="-5550813" y="-6922870"/>
              <a:ext cx="5089991" cy="5060443"/>
              <a:chOff x="-4879250" y="177991"/>
              <a:chExt cx="5089991" cy="5060443"/>
            </a:xfrm>
          </p:grpSpPr>
          <p:sp>
            <p:nvSpPr>
              <p:cNvPr id="4105" name="Rectangle 4104">
                <a:extLst>
                  <a:ext uri="{FF2B5EF4-FFF2-40B4-BE49-F238E27FC236}">
                    <a16:creationId xmlns:a16="http://schemas.microsoft.com/office/drawing/2014/main" id="{A9CD4C2B-1E98-45E8-84C8-41876A049219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6" name="Rectangle 4105">
                <a:extLst>
                  <a:ext uri="{FF2B5EF4-FFF2-40B4-BE49-F238E27FC236}">
                    <a16:creationId xmlns:a16="http://schemas.microsoft.com/office/drawing/2014/main" id="{38C642A7-C981-41CF-BE6D-AECC40562A68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7" name="Rectangle 4106">
                <a:extLst>
                  <a:ext uri="{FF2B5EF4-FFF2-40B4-BE49-F238E27FC236}">
                    <a16:creationId xmlns:a16="http://schemas.microsoft.com/office/drawing/2014/main" id="{B4654417-6EDE-4337-BC57-63696E6A87E4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8" name="Rectangle 4107">
                <a:extLst>
                  <a:ext uri="{FF2B5EF4-FFF2-40B4-BE49-F238E27FC236}">
                    <a16:creationId xmlns:a16="http://schemas.microsoft.com/office/drawing/2014/main" id="{AB6C0B63-27E3-410F-81F6-94CD2B44FB6D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9" name="Rectangle 4108">
                <a:extLst>
                  <a:ext uri="{FF2B5EF4-FFF2-40B4-BE49-F238E27FC236}">
                    <a16:creationId xmlns:a16="http://schemas.microsoft.com/office/drawing/2014/main" id="{DB625EB1-FE9A-4A44-A89F-667179451F71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0" name="Rectangle 4109">
                <a:extLst>
                  <a:ext uri="{FF2B5EF4-FFF2-40B4-BE49-F238E27FC236}">
                    <a16:creationId xmlns:a16="http://schemas.microsoft.com/office/drawing/2014/main" id="{34101215-615C-4A44-93D5-37A8CFF734BB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1" name="Rectangle 4110">
                <a:extLst>
                  <a:ext uri="{FF2B5EF4-FFF2-40B4-BE49-F238E27FC236}">
                    <a16:creationId xmlns:a16="http://schemas.microsoft.com/office/drawing/2014/main" id="{066B3875-E98D-4D45-8CD3-E607B74AC21D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2" name="Rectangle 4111">
                <a:extLst>
                  <a:ext uri="{FF2B5EF4-FFF2-40B4-BE49-F238E27FC236}">
                    <a16:creationId xmlns:a16="http://schemas.microsoft.com/office/drawing/2014/main" id="{283B5438-E7DB-4DB7-8710-F49FEDC24019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3" name="Rectangle 4112">
                <a:extLst>
                  <a:ext uri="{FF2B5EF4-FFF2-40B4-BE49-F238E27FC236}">
                    <a16:creationId xmlns:a16="http://schemas.microsoft.com/office/drawing/2014/main" id="{D310ABBE-3678-4B0F-973C-79C1FE8B63BF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4" name="Rectangle 4113">
                <a:extLst>
                  <a:ext uri="{FF2B5EF4-FFF2-40B4-BE49-F238E27FC236}">
                    <a16:creationId xmlns:a16="http://schemas.microsoft.com/office/drawing/2014/main" id="{CF9FC043-0D65-49CC-B538-285BBACE7DE6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5" name="Rectangle 4114">
                <a:extLst>
                  <a:ext uri="{FF2B5EF4-FFF2-40B4-BE49-F238E27FC236}">
                    <a16:creationId xmlns:a16="http://schemas.microsoft.com/office/drawing/2014/main" id="{96734206-06DB-49BF-B54D-0D784E008261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6" name="Rectangle 4115">
                <a:extLst>
                  <a:ext uri="{FF2B5EF4-FFF2-40B4-BE49-F238E27FC236}">
                    <a16:creationId xmlns:a16="http://schemas.microsoft.com/office/drawing/2014/main" id="{1CE5FF97-B34C-46A1-BAAD-45B82076C442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7" name="Rectangle 4116">
                <a:extLst>
                  <a:ext uri="{FF2B5EF4-FFF2-40B4-BE49-F238E27FC236}">
                    <a16:creationId xmlns:a16="http://schemas.microsoft.com/office/drawing/2014/main" id="{5AEC37B0-A0D0-43C4-8607-305F619B37FD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8" name="Rectangle 4117">
                <a:extLst>
                  <a:ext uri="{FF2B5EF4-FFF2-40B4-BE49-F238E27FC236}">
                    <a16:creationId xmlns:a16="http://schemas.microsoft.com/office/drawing/2014/main" id="{05BF3945-2AC9-45DF-B47B-ED46DBD66FEA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9" name="Rectangle 4118">
                <a:extLst>
                  <a:ext uri="{FF2B5EF4-FFF2-40B4-BE49-F238E27FC236}">
                    <a16:creationId xmlns:a16="http://schemas.microsoft.com/office/drawing/2014/main" id="{1D81A1B9-D826-4BA2-9B7B-3FB7831CF876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120" name="Rectangle 4119">
                <a:extLst>
                  <a:ext uri="{FF2B5EF4-FFF2-40B4-BE49-F238E27FC236}">
                    <a16:creationId xmlns:a16="http://schemas.microsoft.com/office/drawing/2014/main" id="{5B77B1B0-CC8B-45CC-AB22-96CE5DBFB215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121" name="Rectangle 4120">
                <a:extLst>
                  <a:ext uri="{FF2B5EF4-FFF2-40B4-BE49-F238E27FC236}">
                    <a16:creationId xmlns:a16="http://schemas.microsoft.com/office/drawing/2014/main" id="{5DFD227C-E20C-4662-8130-46E3B8B9B6F1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2" name="Rectangle 4121">
                <a:extLst>
                  <a:ext uri="{FF2B5EF4-FFF2-40B4-BE49-F238E27FC236}">
                    <a16:creationId xmlns:a16="http://schemas.microsoft.com/office/drawing/2014/main" id="{9295DF9B-CCA9-4573-8F6C-74A3A969DB01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3" name="Rectangle 4122">
                <a:extLst>
                  <a:ext uri="{FF2B5EF4-FFF2-40B4-BE49-F238E27FC236}">
                    <a16:creationId xmlns:a16="http://schemas.microsoft.com/office/drawing/2014/main" id="{2C1CBFEA-ED35-4126-B836-B80D305D0FA7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4" name="Rectangle 4123">
                <a:extLst>
                  <a:ext uri="{FF2B5EF4-FFF2-40B4-BE49-F238E27FC236}">
                    <a16:creationId xmlns:a16="http://schemas.microsoft.com/office/drawing/2014/main" id="{349AABC2-444E-4EFD-AD3E-5A93827F2558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5" name="Rectangle 4124">
                <a:extLst>
                  <a:ext uri="{FF2B5EF4-FFF2-40B4-BE49-F238E27FC236}">
                    <a16:creationId xmlns:a16="http://schemas.microsoft.com/office/drawing/2014/main" id="{DF79B17C-BD92-4F08-80C3-5BE4F458F7E0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6" name="Rectangle 4125">
                <a:extLst>
                  <a:ext uri="{FF2B5EF4-FFF2-40B4-BE49-F238E27FC236}">
                    <a16:creationId xmlns:a16="http://schemas.microsoft.com/office/drawing/2014/main" id="{28E8F443-DF2A-4780-B02F-82707853DB57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7" name="Rectangle 4126">
                <a:extLst>
                  <a:ext uri="{FF2B5EF4-FFF2-40B4-BE49-F238E27FC236}">
                    <a16:creationId xmlns:a16="http://schemas.microsoft.com/office/drawing/2014/main" id="{105935D9-B176-4337-B28D-866560ACD093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8" name="Rectangle 4127">
                <a:extLst>
                  <a:ext uri="{FF2B5EF4-FFF2-40B4-BE49-F238E27FC236}">
                    <a16:creationId xmlns:a16="http://schemas.microsoft.com/office/drawing/2014/main" id="{A8FA38CE-E41F-4CD2-A80C-56CEEAEC0780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9" name="Rectangle 4128">
                <a:extLst>
                  <a:ext uri="{FF2B5EF4-FFF2-40B4-BE49-F238E27FC236}">
                    <a16:creationId xmlns:a16="http://schemas.microsoft.com/office/drawing/2014/main" id="{F07500B4-DC8C-469B-B586-2B48D8F4C402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0" name="Rectangle 4129">
                <a:extLst>
                  <a:ext uri="{FF2B5EF4-FFF2-40B4-BE49-F238E27FC236}">
                    <a16:creationId xmlns:a16="http://schemas.microsoft.com/office/drawing/2014/main" id="{41D2CE24-7178-45CA-8DFA-ADA815611720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1" name="Rectangle 4130">
                <a:extLst>
                  <a:ext uri="{FF2B5EF4-FFF2-40B4-BE49-F238E27FC236}">
                    <a16:creationId xmlns:a16="http://schemas.microsoft.com/office/drawing/2014/main" id="{6173A9D8-BCA3-4546-AF42-EF54A075EC85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2" name="Rectangle 4131">
                <a:extLst>
                  <a:ext uri="{FF2B5EF4-FFF2-40B4-BE49-F238E27FC236}">
                    <a16:creationId xmlns:a16="http://schemas.microsoft.com/office/drawing/2014/main" id="{61967A9E-F3DE-4369-900C-53BAC9193EED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3" name="Rectangle 4132">
                <a:extLst>
                  <a:ext uri="{FF2B5EF4-FFF2-40B4-BE49-F238E27FC236}">
                    <a16:creationId xmlns:a16="http://schemas.microsoft.com/office/drawing/2014/main" id="{DC43AC96-6D5F-4BE9-A113-D0E5E19F688A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4" name="Rectangle 4133">
                <a:extLst>
                  <a:ext uri="{FF2B5EF4-FFF2-40B4-BE49-F238E27FC236}">
                    <a16:creationId xmlns:a16="http://schemas.microsoft.com/office/drawing/2014/main" id="{181B72A6-EAA8-46A8-880F-43500A440CEC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5" name="Rectangle 4134">
                <a:extLst>
                  <a:ext uri="{FF2B5EF4-FFF2-40B4-BE49-F238E27FC236}">
                    <a16:creationId xmlns:a16="http://schemas.microsoft.com/office/drawing/2014/main" id="{24ACB9BA-FBF4-4C3E-B4C7-22A3DACA565C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6" name="Rectangle 4135">
                <a:extLst>
                  <a:ext uri="{FF2B5EF4-FFF2-40B4-BE49-F238E27FC236}">
                    <a16:creationId xmlns:a16="http://schemas.microsoft.com/office/drawing/2014/main" id="{99519247-BCA1-4554-ACFE-C89ADD315690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7" name="Rectangle 4136">
                <a:extLst>
                  <a:ext uri="{FF2B5EF4-FFF2-40B4-BE49-F238E27FC236}">
                    <a16:creationId xmlns:a16="http://schemas.microsoft.com/office/drawing/2014/main" id="{030167CB-278C-4E39-977D-AE639BE03B9B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8" name="Rectangle 4137">
                <a:extLst>
                  <a:ext uri="{FF2B5EF4-FFF2-40B4-BE49-F238E27FC236}">
                    <a16:creationId xmlns:a16="http://schemas.microsoft.com/office/drawing/2014/main" id="{043CCC05-FF09-40CA-A97D-CE9FBB4908A5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9" name="Rectangle 4138">
                <a:extLst>
                  <a:ext uri="{FF2B5EF4-FFF2-40B4-BE49-F238E27FC236}">
                    <a16:creationId xmlns:a16="http://schemas.microsoft.com/office/drawing/2014/main" id="{705C2CD2-EB3B-4FD1-817B-99E3B82C4AFA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0" name="Rectangle 4139">
                <a:extLst>
                  <a:ext uri="{FF2B5EF4-FFF2-40B4-BE49-F238E27FC236}">
                    <a16:creationId xmlns:a16="http://schemas.microsoft.com/office/drawing/2014/main" id="{9BF7B666-B85E-4A3B-8346-FCD11FFD4D23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491" name="Rectangle 3490">
              <a:extLst>
                <a:ext uri="{FF2B5EF4-FFF2-40B4-BE49-F238E27FC236}">
                  <a16:creationId xmlns:a16="http://schemas.microsoft.com/office/drawing/2014/main" id="{A8621060-7A1C-470A-8223-6548129ECBB3}"/>
                </a:ext>
              </a:extLst>
            </p:cNvPr>
            <p:cNvSpPr/>
            <p:nvPr/>
          </p:nvSpPr>
          <p:spPr>
            <a:xfrm>
              <a:off x="-5589771" y="-8246657"/>
              <a:ext cx="350288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>
                  <a:solidFill>
                    <a:srgbClr val="99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lacks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lacks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3492" name="Freeform: Shape 3491">
              <a:extLst>
                <a:ext uri="{FF2B5EF4-FFF2-40B4-BE49-F238E27FC236}">
                  <a16:creationId xmlns:a16="http://schemas.microsoft.com/office/drawing/2014/main" id="{6C2095C8-2589-4176-9F37-D8FBDCD48385}"/>
                </a:ext>
              </a:extLst>
            </p:cNvPr>
            <p:cNvSpPr/>
            <p:nvPr/>
          </p:nvSpPr>
          <p:spPr>
            <a:xfrm rot="2607834" flipH="1">
              <a:off x="5550492" y="-63136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3" name="Freeform: Shape 3492">
              <a:extLst>
                <a:ext uri="{FF2B5EF4-FFF2-40B4-BE49-F238E27FC236}">
                  <a16:creationId xmlns:a16="http://schemas.microsoft.com/office/drawing/2014/main" id="{72D7725B-0780-4E06-8734-A5038C0507CE}"/>
                </a:ext>
              </a:extLst>
            </p:cNvPr>
            <p:cNvSpPr/>
            <p:nvPr/>
          </p:nvSpPr>
          <p:spPr>
            <a:xfrm rot="2607834" flipH="1">
              <a:off x="3951892" y="-728292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4" name="Freeform: Shape 3493">
              <a:extLst>
                <a:ext uri="{FF2B5EF4-FFF2-40B4-BE49-F238E27FC236}">
                  <a16:creationId xmlns:a16="http://schemas.microsoft.com/office/drawing/2014/main" id="{D3C8A0C2-2697-4A43-8B20-BB61B4EA8435}"/>
                </a:ext>
              </a:extLst>
            </p:cNvPr>
            <p:cNvSpPr/>
            <p:nvPr/>
          </p:nvSpPr>
          <p:spPr>
            <a:xfrm rot="2607834" flipH="1">
              <a:off x="5558092" y="-544751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5" name="Freeform: Shape 3494">
              <a:extLst>
                <a:ext uri="{FF2B5EF4-FFF2-40B4-BE49-F238E27FC236}">
                  <a16:creationId xmlns:a16="http://schemas.microsoft.com/office/drawing/2014/main" id="{5BE69AC3-0C86-427E-8B9E-260EA7B272B8}"/>
                </a:ext>
              </a:extLst>
            </p:cNvPr>
            <p:cNvSpPr/>
            <p:nvPr/>
          </p:nvSpPr>
          <p:spPr>
            <a:xfrm rot="2607834" flipH="1">
              <a:off x="4685950" y="-382403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6" name="Freeform: Shape 3495">
              <a:extLst>
                <a:ext uri="{FF2B5EF4-FFF2-40B4-BE49-F238E27FC236}">
                  <a16:creationId xmlns:a16="http://schemas.microsoft.com/office/drawing/2014/main" id="{59FFAFF8-5E64-469A-91FB-8E14649BA1E2}"/>
                </a:ext>
              </a:extLst>
            </p:cNvPr>
            <p:cNvSpPr/>
            <p:nvPr/>
          </p:nvSpPr>
          <p:spPr>
            <a:xfrm rot="2700000">
              <a:off x="4559621" y="-643385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7" name="Freeform: Shape 3496">
              <a:extLst>
                <a:ext uri="{FF2B5EF4-FFF2-40B4-BE49-F238E27FC236}">
                  <a16:creationId xmlns:a16="http://schemas.microsoft.com/office/drawing/2014/main" id="{59CE4C7E-2F6A-4A68-AB98-13DC84C0066A}"/>
                </a:ext>
              </a:extLst>
            </p:cNvPr>
            <p:cNvSpPr/>
            <p:nvPr/>
          </p:nvSpPr>
          <p:spPr>
            <a:xfrm>
              <a:off x="3810869" y="-464793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98" name="Freeform: Shape 3497">
              <a:extLst>
                <a:ext uri="{FF2B5EF4-FFF2-40B4-BE49-F238E27FC236}">
                  <a16:creationId xmlns:a16="http://schemas.microsoft.com/office/drawing/2014/main" id="{BE24AC89-4517-4F49-AF14-09DF4616CC64}"/>
                </a:ext>
              </a:extLst>
            </p:cNvPr>
            <p:cNvSpPr/>
            <p:nvPr/>
          </p:nvSpPr>
          <p:spPr>
            <a:xfrm rot="2700000">
              <a:off x="476452" y="-642747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9" name="Freeform: Shape 3498">
              <a:extLst>
                <a:ext uri="{FF2B5EF4-FFF2-40B4-BE49-F238E27FC236}">
                  <a16:creationId xmlns:a16="http://schemas.microsoft.com/office/drawing/2014/main" id="{1B327976-5E9E-4797-AF35-7C449711A241}"/>
                </a:ext>
              </a:extLst>
            </p:cNvPr>
            <p:cNvSpPr/>
            <p:nvPr/>
          </p:nvSpPr>
          <p:spPr>
            <a:xfrm>
              <a:off x="3034351" y="-4607587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0" name="Freeform: Shape 3499">
              <a:extLst>
                <a:ext uri="{FF2B5EF4-FFF2-40B4-BE49-F238E27FC236}">
                  <a16:creationId xmlns:a16="http://schemas.microsoft.com/office/drawing/2014/main" id="{8B3061F3-035B-4135-94EE-6DD5C908A88D}"/>
                </a:ext>
              </a:extLst>
            </p:cNvPr>
            <p:cNvSpPr/>
            <p:nvPr/>
          </p:nvSpPr>
          <p:spPr>
            <a:xfrm>
              <a:off x="1292436" y="-464793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503" name="Straight Connector 3502">
              <a:extLst>
                <a:ext uri="{FF2B5EF4-FFF2-40B4-BE49-F238E27FC236}">
                  <a16:creationId xmlns:a16="http://schemas.microsoft.com/office/drawing/2014/main" id="{EAF7A971-D11E-405C-80B8-CC80CD8F4BB3}"/>
                </a:ext>
              </a:extLst>
            </p:cNvPr>
            <p:cNvCxnSpPr>
              <a:cxnSpLocks/>
            </p:cNvCxnSpPr>
            <p:nvPr/>
          </p:nvCxnSpPr>
          <p:spPr>
            <a:xfrm>
              <a:off x="5779339" y="-6052390"/>
              <a:ext cx="0" cy="2586506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4" name="Straight Connector 3503">
              <a:extLst>
                <a:ext uri="{FF2B5EF4-FFF2-40B4-BE49-F238E27FC236}">
                  <a16:creationId xmlns:a16="http://schemas.microsoft.com/office/drawing/2014/main" id="{79208C6F-1FDD-46CC-BE29-F6E20BAB1E93}"/>
                </a:ext>
              </a:extLst>
            </p:cNvPr>
            <p:cNvCxnSpPr>
              <a:cxnSpLocks/>
            </p:cNvCxnSpPr>
            <p:nvPr/>
          </p:nvCxnSpPr>
          <p:spPr>
            <a:xfrm>
              <a:off x="2331740" y="-687517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05" name="Multiplication Sign 3504">
              <a:extLst>
                <a:ext uri="{FF2B5EF4-FFF2-40B4-BE49-F238E27FC236}">
                  <a16:creationId xmlns:a16="http://schemas.microsoft.com/office/drawing/2014/main" id="{5B31318B-63F8-494C-8B18-2408E7387B7C}"/>
                </a:ext>
              </a:extLst>
            </p:cNvPr>
            <p:cNvSpPr/>
            <p:nvPr/>
          </p:nvSpPr>
          <p:spPr>
            <a:xfrm>
              <a:off x="2867027" y="-59051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6" name="Freeform: Shape 3505">
              <a:extLst>
                <a:ext uri="{FF2B5EF4-FFF2-40B4-BE49-F238E27FC236}">
                  <a16:creationId xmlns:a16="http://schemas.microsoft.com/office/drawing/2014/main" id="{70140612-E162-435A-8D03-86FB31F728FF}"/>
                </a:ext>
              </a:extLst>
            </p:cNvPr>
            <p:cNvSpPr/>
            <p:nvPr/>
          </p:nvSpPr>
          <p:spPr>
            <a:xfrm rot="2607834" flipH="1">
              <a:off x="1350860" y="-635933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07" name="Freeform: Shape 3506">
              <a:extLst>
                <a:ext uri="{FF2B5EF4-FFF2-40B4-BE49-F238E27FC236}">
                  <a16:creationId xmlns:a16="http://schemas.microsoft.com/office/drawing/2014/main" id="{A7BD41F2-C098-4267-B095-6AA4F2972D6A}"/>
                </a:ext>
              </a:extLst>
            </p:cNvPr>
            <p:cNvSpPr/>
            <p:nvPr/>
          </p:nvSpPr>
          <p:spPr>
            <a:xfrm rot="2607834" flipH="1">
              <a:off x="2154004" y="-728292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08" name="Freeform: Shape 3507">
              <a:extLst>
                <a:ext uri="{FF2B5EF4-FFF2-40B4-BE49-F238E27FC236}">
                  <a16:creationId xmlns:a16="http://schemas.microsoft.com/office/drawing/2014/main" id="{9081B9E7-2B61-4654-8D3A-7C51BB7927C8}"/>
                </a:ext>
              </a:extLst>
            </p:cNvPr>
            <p:cNvSpPr/>
            <p:nvPr/>
          </p:nvSpPr>
          <p:spPr>
            <a:xfrm rot="2607834" flipH="1">
              <a:off x="-737562" y="-63356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09" name="Freeform: Shape 3508">
              <a:extLst>
                <a:ext uri="{FF2B5EF4-FFF2-40B4-BE49-F238E27FC236}">
                  <a16:creationId xmlns:a16="http://schemas.microsoft.com/office/drawing/2014/main" id="{FD288CFC-E106-449A-BBF8-FD56D28F704E}"/>
                </a:ext>
              </a:extLst>
            </p:cNvPr>
            <p:cNvSpPr/>
            <p:nvPr/>
          </p:nvSpPr>
          <p:spPr>
            <a:xfrm rot="2607834" flipH="1">
              <a:off x="-687187" y="-546958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10" name="Freeform: Shape 3509">
              <a:extLst>
                <a:ext uri="{FF2B5EF4-FFF2-40B4-BE49-F238E27FC236}">
                  <a16:creationId xmlns:a16="http://schemas.microsoft.com/office/drawing/2014/main" id="{265ADB3B-B99C-4ADC-89FA-5E5CF83E1A82}"/>
                </a:ext>
              </a:extLst>
            </p:cNvPr>
            <p:cNvSpPr/>
            <p:nvPr/>
          </p:nvSpPr>
          <p:spPr>
            <a:xfrm rot="2607834" flipH="1">
              <a:off x="-1549962" y="-38461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11" name="Freeform: Shape 3510">
              <a:extLst>
                <a:ext uri="{FF2B5EF4-FFF2-40B4-BE49-F238E27FC236}">
                  <a16:creationId xmlns:a16="http://schemas.microsoft.com/office/drawing/2014/main" id="{89C82249-0E0F-48DF-A1D7-E398CB404655}"/>
                </a:ext>
              </a:extLst>
            </p:cNvPr>
            <p:cNvSpPr/>
            <p:nvPr/>
          </p:nvSpPr>
          <p:spPr>
            <a:xfrm rot="2700000">
              <a:off x="-1592384" y="-632405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12" name="Freeform: Shape 3511">
              <a:extLst>
                <a:ext uri="{FF2B5EF4-FFF2-40B4-BE49-F238E27FC236}">
                  <a16:creationId xmlns:a16="http://schemas.microsoft.com/office/drawing/2014/main" id="{1AB6C0D9-B585-4305-B493-A30E7DFC7A74}"/>
                </a:ext>
              </a:extLst>
            </p:cNvPr>
            <p:cNvSpPr/>
            <p:nvPr/>
          </p:nvSpPr>
          <p:spPr>
            <a:xfrm>
              <a:off x="-2395705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3" name="Freeform: Shape 3512">
              <a:extLst>
                <a:ext uri="{FF2B5EF4-FFF2-40B4-BE49-F238E27FC236}">
                  <a16:creationId xmlns:a16="http://schemas.microsoft.com/office/drawing/2014/main" id="{33858DE1-FEAA-4CE3-8106-BC5CE9197B23}"/>
                </a:ext>
              </a:extLst>
            </p:cNvPr>
            <p:cNvSpPr/>
            <p:nvPr/>
          </p:nvSpPr>
          <p:spPr>
            <a:xfrm rot="2700000">
              <a:off x="-5730122" y="-644954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14" name="Freeform: Shape 3513">
              <a:extLst>
                <a:ext uri="{FF2B5EF4-FFF2-40B4-BE49-F238E27FC236}">
                  <a16:creationId xmlns:a16="http://schemas.microsoft.com/office/drawing/2014/main" id="{B8D2C823-C61D-4F34-B959-970FA9E88341}"/>
                </a:ext>
              </a:extLst>
            </p:cNvPr>
            <p:cNvSpPr/>
            <p:nvPr/>
          </p:nvSpPr>
          <p:spPr>
            <a:xfrm>
              <a:off x="-3172223" y="-462965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5" name="Freeform: Shape 3514">
              <a:extLst>
                <a:ext uri="{FF2B5EF4-FFF2-40B4-BE49-F238E27FC236}">
                  <a16:creationId xmlns:a16="http://schemas.microsoft.com/office/drawing/2014/main" id="{EA5299E7-344D-4E32-8AE3-E7D6D2162121}"/>
                </a:ext>
              </a:extLst>
            </p:cNvPr>
            <p:cNvSpPr/>
            <p:nvPr/>
          </p:nvSpPr>
          <p:spPr>
            <a:xfrm>
              <a:off x="-4914138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6" name="Freeform: Shape 3515">
              <a:extLst>
                <a:ext uri="{FF2B5EF4-FFF2-40B4-BE49-F238E27FC236}">
                  <a16:creationId xmlns:a16="http://schemas.microsoft.com/office/drawing/2014/main" id="{C4CDDD85-8459-4AD5-826A-23CA685886EC}"/>
                </a:ext>
              </a:extLst>
            </p:cNvPr>
            <p:cNvSpPr/>
            <p:nvPr/>
          </p:nvSpPr>
          <p:spPr>
            <a:xfrm rot="2607834" flipH="1">
              <a:off x="-2446746" y="-730498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17" name="Multiplication Sign 3516">
              <a:extLst>
                <a:ext uri="{FF2B5EF4-FFF2-40B4-BE49-F238E27FC236}">
                  <a16:creationId xmlns:a16="http://schemas.microsoft.com/office/drawing/2014/main" id="{35E9F9C8-5D8E-492B-A3C4-AA6414FDA2BB}"/>
                </a:ext>
              </a:extLst>
            </p:cNvPr>
            <p:cNvSpPr/>
            <p:nvPr/>
          </p:nvSpPr>
          <p:spPr>
            <a:xfrm>
              <a:off x="-1618138" y="-4413386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8" name="Freeform: Shape 3517">
              <a:extLst>
                <a:ext uri="{FF2B5EF4-FFF2-40B4-BE49-F238E27FC236}">
                  <a16:creationId xmlns:a16="http://schemas.microsoft.com/office/drawing/2014/main" id="{850286FA-15F9-486B-A87D-B82E0C269414}"/>
                </a:ext>
              </a:extLst>
            </p:cNvPr>
            <p:cNvSpPr/>
            <p:nvPr/>
          </p:nvSpPr>
          <p:spPr>
            <a:xfrm>
              <a:off x="-4010931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9" name="Freeform: Shape 3518">
              <a:extLst>
                <a:ext uri="{FF2B5EF4-FFF2-40B4-BE49-F238E27FC236}">
                  <a16:creationId xmlns:a16="http://schemas.microsoft.com/office/drawing/2014/main" id="{030DF881-52E8-4ACD-9D30-FF8922CFD553}"/>
                </a:ext>
              </a:extLst>
            </p:cNvPr>
            <p:cNvSpPr/>
            <p:nvPr/>
          </p:nvSpPr>
          <p:spPr>
            <a:xfrm>
              <a:off x="2031975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0" name="Freeform: Shape 3519">
              <a:extLst>
                <a:ext uri="{FF2B5EF4-FFF2-40B4-BE49-F238E27FC236}">
                  <a16:creationId xmlns:a16="http://schemas.microsoft.com/office/drawing/2014/main" id="{1CDA30BE-CFCB-4989-AA20-9A40C791E083}"/>
                </a:ext>
              </a:extLst>
            </p:cNvPr>
            <p:cNvSpPr/>
            <p:nvPr/>
          </p:nvSpPr>
          <p:spPr>
            <a:xfrm rot="2607834" flipH="1">
              <a:off x="-4868042" y="-640821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21" name="Freeform: Shape 3520">
              <a:extLst>
                <a:ext uri="{FF2B5EF4-FFF2-40B4-BE49-F238E27FC236}">
                  <a16:creationId xmlns:a16="http://schemas.microsoft.com/office/drawing/2014/main" id="{0CE9DB32-F9DA-41E4-98BE-26285E28B562}"/>
                </a:ext>
              </a:extLst>
            </p:cNvPr>
            <p:cNvSpPr/>
            <p:nvPr/>
          </p:nvSpPr>
          <p:spPr>
            <a:xfrm rot="2607834" flipH="1">
              <a:off x="-4064898" y="-730315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3523" name="Group 3522">
              <a:extLst>
                <a:ext uri="{FF2B5EF4-FFF2-40B4-BE49-F238E27FC236}">
                  <a16:creationId xmlns:a16="http://schemas.microsoft.com/office/drawing/2014/main" id="{4F46BCCF-6995-4AA6-ACB0-820505242B05}"/>
                </a:ext>
              </a:extLst>
            </p:cNvPr>
            <p:cNvGrpSpPr/>
            <p:nvPr/>
          </p:nvGrpSpPr>
          <p:grpSpPr>
            <a:xfrm>
              <a:off x="618219" y="100049"/>
              <a:ext cx="5089991" cy="5060443"/>
              <a:chOff x="-4879250" y="177991"/>
              <a:chExt cx="5089991" cy="5060443"/>
            </a:xfrm>
          </p:grpSpPr>
          <p:sp>
            <p:nvSpPr>
              <p:cNvPr id="4069" name="Rectangle 4068">
                <a:extLst>
                  <a:ext uri="{FF2B5EF4-FFF2-40B4-BE49-F238E27FC236}">
                    <a16:creationId xmlns:a16="http://schemas.microsoft.com/office/drawing/2014/main" id="{8D936AA9-697D-4867-9A4A-678BC01E5C3D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0" name="Rectangle 4069">
                <a:extLst>
                  <a:ext uri="{FF2B5EF4-FFF2-40B4-BE49-F238E27FC236}">
                    <a16:creationId xmlns:a16="http://schemas.microsoft.com/office/drawing/2014/main" id="{EE5B33EE-EACA-4738-82D7-8D215A40A207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1" name="Rectangle 4070">
                <a:extLst>
                  <a:ext uri="{FF2B5EF4-FFF2-40B4-BE49-F238E27FC236}">
                    <a16:creationId xmlns:a16="http://schemas.microsoft.com/office/drawing/2014/main" id="{422854E2-992E-4991-8614-6EE7FE30EFC7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2" name="Rectangle 4071">
                <a:extLst>
                  <a:ext uri="{FF2B5EF4-FFF2-40B4-BE49-F238E27FC236}">
                    <a16:creationId xmlns:a16="http://schemas.microsoft.com/office/drawing/2014/main" id="{B4FFB473-1019-45F7-AA84-E33D3A177CEE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3" name="Rectangle 4072">
                <a:extLst>
                  <a:ext uri="{FF2B5EF4-FFF2-40B4-BE49-F238E27FC236}">
                    <a16:creationId xmlns:a16="http://schemas.microsoft.com/office/drawing/2014/main" id="{2A29748E-5630-4579-9C65-9C3435F809A6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4" name="Rectangle 4073">
                <a:extLst>
                  <a:ext uri="{FF2B5EF4-FFF2-40B4-BE49-F238E27FC236}">
                    <a16:creationId xmlns:a16="http://schemas.microsoft.com/office/drawing/2014/main" id="{2ABF65E0-159F-49D0-AA23-59986C44CC63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5" name="Rectangle 4074">
                <a:extLst>
                  <a:ext uri="{FF2B5EF4-FFF2-40B4-BE49-F238E27FC236}">
                    <a16:creationId xmlns:a16="http://schemas.microsoft.com/office/drawing/2014/main" id="{A6131B16-EE00-4110-9793-E2C46480AB08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6" name="Rectangle 4075">
                <a:extLst>
                  <a:ext uri="{FF2B5EF4-FFF2-40B4-BE49-F238E27FC236}">
                    <a16:creationId xmlns:a16="http://schemas.microsoft.com/office/drawing/2014/main" id="{A165E943-60BB-4F1B-8048-DD292477DE6D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7" name="Rectangle 4076">
                <a:extLst>
                  <a:ext uri="{FF2B5EF4-FFF2-40B4-BE49-F238E27FC236}">
                    <a16:creationId xmlns:a16="http://schemas.microsoft.com/office/drawing/2014/main" id="{2CD25FDC-BA69-4303-93C7-D92500E4F162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8" name="Rectangle 4077">
                <a:extLst>
                  <a:ext uri="{FF2B5EF4-FFF2-40B4-BE49-F238E27FC236}">
                    <a16:creationId xmlns:a16="http://schemas.microsoft.com/office/drawing/2014/main" id="{FE8B441D-02C7-4C5D-A795-96940CD80A13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9" name="Rectangle 4078">
                <a:extLst>
                  <a:ext uri="{FF2B5EF4-FFF2-40B4-BE49-F238E27FC236}">
                    <a16:creationId xmlns:a16="http://schemas.microsoft.com/office/drawing/2014/main" id="{2EE907C6-C350-466E-AFB0-BF37C75408CE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0" name="Rectangle 4079">
                <a:extLst>
                  <a:ext uri="{FF2B5EF4-FFF2-40B4-BE49-F238E27FC236}">
                    <a16:creationId xmlns:a16="http://schemas.microsoft.com/office/drawing/2014/main" id="{A904ACF8-1EA2-43A5-A5A0-CA180C9992C6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1" name="Rectangle 4080">
                <a:extLst>
                  <a:ext uri="{FF2B5EF4-FFF2-40B4-BE49-F238E27FC236}">
                    <a16:creationId xmlns:a16="http://schemas.microsoft.com/office/drawing/2014/main" id="{A647C53C-ABC1-49F6-A76E-61173C174E73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2" name="Rectangle 4081">
                <a:extLst>
                  <a:ext uri="{FF2B5EF4-FFF2-40B4-BE49-F238E27FC236}">
                    <a16:creationId xmlns:a16="http://schemas.microsoft.com/office/drawing/2014/main" id="{AC9DA5E6-36EE-44F0-A9FF-4B8039B80B11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3" name="Rectangle 4082">
                <a:extLst>
                  <a:ext uri="{FF2B5EF4-FFF2-40B4-BE49-F238E27FC236}">
                    <a16:creationId xmlns:a16="http://schemas.microsoft.com/office/drawing/2014/main" id="{89CB7E92-F120-4EA2-BD19-1BC841845F99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84" name="Rectangle 4083">
                <a:extLst>
                  <a:ext uri="{FF2B5EF4-FFF2-40B4-BE49-F238E27FC236}">
                    <a16:creationId xmlns:a16="http://schemas.microsoft.com/office/drawing/2014/main" id="{CB4A26E2-10CD-4100-8488-DDAE04701A7B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85" name="Rectangle 4084">
                <a:extLst>
                  <a:ext uri="{FF2B5EF4-FFF2-40B4-BE49-F238E27FC236}">
                    <a16:creationId xmlns:a16="http://schemas.microsoft.com/office/drawing/2014/main" id="{F8F720FB-17E1-45A0-BB88-BA31F7369F18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6" name="Rectangle 4085">
                <a:extLst>
                  <a:ext uri="{FF2B5EF4-FFF2-40B4-BE49-F238E27FC236}">
                    <a16:creationId xmlns:a16="http://schemas.microsoft.com/office/drawing/2014/main" id="{A2F423E0-5580-431E-BFBC-320B4F4218BB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7" name="Rectangle 4086">
                <a:extLst>
                  <a:ext uri="{FF2B5EF4-FFF2-40B4-BE49-F238E27FC236}">
                    <a16:creationId xmlns:a16="http://schemas.microsoft.com/office/drawing/2014/main" id="{F4AFA2AA-0AE4-4980-82C0-234139CA2EBC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8" name="Rectangle 4087">
                <a:extLst>
                  <a:ext uri="{FF2B5EF4-FFF2-40B4-BE49-F238E27FC236}">
                    <a16:creationId xmlns:a16="http://schemas.microsoft.com/office/drawing/2014/main" id="{5C71A09F-DBD0-4D9A-BAA5-1AFBB73DF247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9" name="Rectangle 4088">
                <a:extLst>
                  <a:ext uri="{FF2B5EF4-FFF2-40B4-BE49-F238E27FC236}">
                    <a16:creationId xmlns:a16="http://schemas.microsoft.com/office/drawing/2014/main" id="{F9F7F704-C9AE-42A7-963D-854268AD8852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0" name="Rectangle 4089">
                <a:extLst>
                  <a:ext uri="{FF2B5EF4-FFF2-40B4-BE49-F238E27FC236}">
                    <a16:creationId xmlns:a16="http://schemas.microsoft.com/office/drawing/2014/main" id="{8583A6F9-BA4E-49C7-A69E-AC5F3022707A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1" name="Rectangle 4090">
                <a:extLst>
                  <a:ext uri="{FF2B5EF4-FFF2-40B4-BE49-F238E27FC236}">
                    <a16:creationId xmlns:a16="http://schemas.microsoft.com/office/drawing/2014/main" id="{E496492F-89DA-4511-89D9-2489BBC7B6F9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2" name="Rectangle 4091">
                <a:extLst>
                  <a:ext uri="{FF2B5EF4-FFF2-40B4-BE49-F238E27FC236}">
                    <a16:creationId xmlns:a16="http://schemas.microsoft.com/office/drawing/2014/main" id="{9571838C-E4ED-4BFC-B3B1-41C7DDF85A52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3" name="Rectangle 4092">
                <a:extLst>
                  <a:ext uri="{FF2B5EF4-FFF2-40B4-BE49-F238E27FC236}">
                    <a16:creationId xmlns:a16="http://schemas.microsoft.com/office/drawing/2014/main" id="{2EF200BE-ADA2-44B8-82A3-35A7C9C49142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4" name="Rectangle 4093">
                <a:extLst>
                  <a:ext uri="{FF2B5EF4-FFF2-40B4-BE49-F238E27FC236}">
                    <a16:creationId xmlns:a16="http://schemas.microsoft.com/office/drawing/2014/main" id="{568E2AF0-20F2-4E7A-A811-481C03641EE2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5" name="Rectangle 4094">
                <a:extLst>
                  <a:ext uri="{FF2B5EF4-FFF2-40B4-BE49-F238E27FC236}">
                    <a16:creationId xmlns:a16="http://schemas.microsoft.com/office/drawing/2014/main" id="{C9F491EE-5CD1-4239-8D6E-56359D321C50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6" name="Rectangle 4095">
                <a:extLst>
                  <a:ext uri="{FF2B5EF4-FFF2-40B4-BE49-F238E27FC236}">
                    <a16:creationId xmlns:a16="http://schemas.microsoft.com/office/drawing/2014/main" id="{64B8A9EC-A504-4DAA-B116-3DBBB285C370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7" name="Rectangle 4096">
                <a:extLst>
                  <a:ext uri="{FF2B5EF4-FFF2-40B4-BE49-F238E27FC236}">
                    <a16:creationId xmlns:a16="http://schemas.microsoft.com/office/drawing/2014/main" id="{D1586176-C9AB-44C6-9586-09F18CEA9312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8" name="Rectangle 4097">
                <a:extLst>
                  <a:ext uri="{FF2B5EF4-FFF2-40B4-BE49-F238E27FC236}">
                    <a16:creationId xmlns:a16="http://schemas.microsoft.com/office/drawing/2014/main" id="{626D2342-DC1C-4898-809B-D5CA00E214DC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9" name="Rectangle 4098">
                <a:extLst>
                  <a:ext uri="{FF2B5EF4-FFF2-40B4-BE49-F238E27FC236}">
                    <a16:creationId xmlns:a16="http://schemas.microsoft.com/office/drawing/2014/main" id="{29AF56F0-7C11-4B34-A931-641DD7B9CD68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0" name="Rectangle 4099">
                <a:extLst>
                  <a:ext uri="{FF2B5EF4-FFF2-40B4-BE49-F238E27FC236}">
                    <a16:creationId xmlns:a16="http://schemas.microsoft.com/office/drawing/2014/main" id="{3DAA9857-1258-40F7-B941-E7995AAA31F2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1" name="Rectangle 4100">
                <a:extLst>
                  <a:ext uri="{FF2B5EF4-FFF2-40B4-BE49-F238E27FC236}">
                    <a16:creationId xmlns:a16="http://schemas.microsoft.com/office/drawing/2014/main" id="{69C86AF1-9FB7-4A25-AC2E-6129D6875473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2" name="Rectangle 4101">
                <a:extLst>
                  <a:ext uri="{FF2B5EF4-FFF2-40B4-BE49-F238E27FC236}">
                    <a16:creationId xmlns:a16="http://schemas.microsoft.com/office/drawing/2014/main" id="{EA4EC7EC-E682-4A57-B8F1-2A0718800EEA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3" name="Rectangle 4102">
                <a:extLst>
                  <a:ext uri="{FF2B5EF4-FFF2-40B4-BE49-F238E27FC236}">
                    <a16:creationId xmlns:a16="http://schemas.microsoft.com/office/drawing/2014/main" id="{CDFE3CE4-5BF9-4779-A6BE-B13614F85CC3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4" name="Rectangle 4103">
                <a:extLst>
                  <a:ext uri="{FF2B5EF4-FFF2-40B4-BE49-F238E27FC236}">
                    <a16:creationId xmlns:a16="http://schemas.microsoft.com/office/drawing/2014/main" id="{DC7DABA7-3A16-412E-8E08-49C32C1E95ED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524" name="Rectangle 3523">
              <a:extLst>
                <a:ext uri="{FF2B5EF4-FFF2-40B4-BE49-F238E27FC236}">
                  <a16:creationId xmlns:a16="http://schemas.microsoft.com/office/drawing/2014/main" id="{4DA69A8B-EAF4-4E0E-893F-4D78E3A32CBD}"/>
                </a:ext>
              </a:extLst>
            </p:cNvPr>
            <p:cNvSpPr/>
            <p:nvPr/>
          </p:nvSpPr>
          <p:spPr>
            <a:xfrm>
              <a:off x="430385" y="-1146417"/>
              <a:ext cx="564449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00009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Blueberries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connectable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3525" name="Group 3524">
              <a:extLst>
                <a:ext uri="{FF2B5EF4-FFF2-40B4-BE49-F238E27FC236}">
                  <a16:creationId xmlns:a16="http://schemas.microsoft.com/office/drawing/2014/main" id="{BEEFB679-54CE-4E04-9394-68A33D3210FE}"/>
                </a:ext>
              </a:extLst>
            </p:cNvPr>
            <p:cNvGrpSpPr/>
            <p:nvPr/>
          </p:nvGrpSpPr>
          <p:grpSpPr>
            <a:xfrm>
              <a:off x="6909435" y="100049"/>
              <a:ext cx="5089991" cy="5060443"/>
              <a:chOff x="-4879250" y="177991"/>
              <a:chExt cx="5089991" cy="5060443"/>
            </a:xfrm>
          </p:grpSpPr>
          <p:sp>
            <p:nvSpPr>
              <p:cNvPr id="4033" name="Rectangle 4032">
                <a:extLst>
                  <a:ext uri="{FF2B5EF4-FFF2-40B4-BE49-F238E27FC236}">
                    <a16:creationId xmlns:a16="http://schemas.microsoft.com/office/drawing/2014/main" id="{54F2AA3A-6E96-4E6C-A913-CB007F633678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4" name="Rectangle 4033">
                <a:extLst>
                  <a:ext uri="{FF2B5EF4-FFF2-40B4-BE49-F238E27FC236}">
                    <a16:creationId xmlns:a16="http://schemas.microsoft.com/office/drawing/2014/main" id="{4A1C0535-5292-4D0B-8CC6-056F6C91C6F2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5" name="Rectangle 4034">
                <a:extLst>
                  <a:ext uri="{FF2B5EF4-FFF2-40B4-BE49-F238E27FC236}">
                    <a16:creationId xmlns:a16="http://schemas.microsoft.com/office/drawing/2014/main" id="{9F2B3C8A-F33A-48C1-BFD4-157F225067E0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6" name="Rectangle 4035">
                <a:extLst>
                  <a:ext uri="{FF2B5EF4-FFF2-40B4-BE49-F238E27FC236}">
                    <a16:creationId xmlns:a16="http://schemas.microsoft.com/office/drawing/2014/main" id="{FC601AC2-409B-4FB0-B142-EAE9A5DAD15E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7" name="Rectangle 4036">
                <a:extLst>
                  <a:ext uri="{FF2B5EF4-FFF2-40B4-BE49-F238E27FC236}">
                    <a16:creationId xmlns:a16="http://schemas.microsoft.com/office/drawing/2014/main" id="{36E3C7CD-53D8-410D-8A91-C316A4AC5E40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8" name="Rectangle 4037">
                <a:extLst>
                  <a:ext uri="{FF2B5EF4-FFF2-40B4-BE49-F238E27FC236}">
                    <a16:creationId xmlns:a16="http://schemas.microsoft.com/office/drawing/2014/main" id="{2E569134-498F-4339-947D-96FC60402A4B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9" name="Rectangle 4038">
                <a:extLst>
                  <a:ext uri="{FF2B5EF4-FFF2-40B4-BE49-F238E27FC236}">
                    <a16:creationId xmlns:a16="http://schemas.microsoft.com/office/drawing/2014/main" id="{86CD58D4-4FC8-4409-8E6D-E3A075FB9BB0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0" name="Rectangle 4039">
                <a:extLst>
                  <a:ext uri="{FF2B5EF4-FFF2-40B4-BE49-F238E27FC236}">
                    <a16:creationId xmlns:a16="http://schemas.microsoft.com/office/drawing/2014/main" id="{D46B855B-7803-4D38-B6B1-8917CD488728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1" name="Rectangle 4040">
                <a:extLst>
                  <a:ext uri="{FF2B5EF4-FFF2-40B4-BE49-F238E27FC236}">
                    <a16:creationId xmlns:a16="http://schemas.microsoft.com/office/drawing/2014/main" id="{8DC52757-4E4B-483A-9169-A18BC929CD34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2" name="Rectangle 4041">
                <a:extLst>
                  <a:ext uri="{FF2B5EF4-FFF2-40B4-BE49-F238E27FC236}">
                    <a16:creationId xmlns:a16="http://schemas.microsoft.com/office/drawing/2014/main" id="{0A93036E-955C-402B-A283-EFFFDED6A3AA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3" name="Rectangle 4042">
                <a:extLst>
                  <a:ext uri="{FF2B5EF4-FFF2-40B4-BE49-F238E27FC236}">
                    <a16:creationId xmlns:a16="http://schemas.microsoft.com/office/drawing/2014/main" id="{B75A6CEE-E9DB-4B08-985B-AA4AF24A9E65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4" name="Rectangle 4043">
                <a:extLst>
                  <a:ext uri="{FF2B5EF4-FFF2-40B4-BE49-F238E27FC236}">
                    <a16:creationId xmlns:a16="http://schemas.microsoft.com/office/drawing/2014/main" id="{840D90DD-9AE2-4549-856D-A15232CDD956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5" name="Rectangle 4044">
                <a:extLst>
                  <a:ext uri="{FF2B5EF4-FFF2-40B4-BE49-F238E27FC236}">
                    <a16:creationId xmlns:a16="http://schemas.microsoft.com/office/drawing/2014/main" id="{DBA14C61-70E3-441F-B08D-EB9B77A9E573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6" name="Rectangle 4045">
                <a:extLst>
                  <a:ext uri="{FF2B5EF4-FFF2-40B4-BE49-F238E27FC236}">
                    <a16:creationId xmlns:a16="http://schemas.microsoft.com/office/drawing/2014/main" id="{F50D140B-9C94-4160-8761-6ECF4B0EE9C9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7" name="Rectangle 4046">
                <a:extLst>
                  <a:ext uri="{FF2B5EF4-FFF2-40B4-BE49-F238E27FC236}">
                    <a16:creationId xmlns:a16="http://schemas.microsoft.com/office/drawing/2014/main" id="{0169C57B-3B66-4665-8386-225E6A9FD7FE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48" name="Rectangle 4047">
                <a:extLst>
                  <a:ext uri="{FF2B5EF4-FFF2-40B4-BE49-F238E27FC236}">
                    <a16:creationId xmlns:a16="http://schemas.microsoft.com/office/drawing/2014/main" id="{A538CBBC-8E41-463D-8CCE-55149459EB1F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49" name="Rectangle 4048">
                <a:extLst>
                  <a:ext uri="{FF2B5EF4-FFF2-40B4-BE49-F238E27FC236}">
                    <a16:creationId xmlns:a16="http://schemas.microsoft.com/office/drawing/2014/main" id="{F8044437-C779-4805-BD15-5A194EB49999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0" name="Rectangle 4049">
                <a:extLst>
                  <a:ext uri="{FF2B5EF4-FFF2-40B4-BE49-F238E27FC236}">
                    <a16:creationId xmlns:a16="http://schemas.microsoft.com/office/drawing/2014/main" id="{C5F72149-C7D5-4E0E-9BEA-FBF2178DF336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1" name="Rectangle 4050">
                <a:extLst>
                  <a:ext uri="{FF2B5EF4-FFF2-40B4-BE49-F238E27FC236}">
                    <a16:creationId xmlns:a16="http://schemas.microsoft.com/office/drawing/2014/main" id="{2EA09FA3-E1DD-44FD-A4DE-10010DD0FF52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2" name="Rectangle 4051">
                <a:extLst>
                  <a:ext uri="{FF2B5EF4-FFF2-40B4-BE49-F238E27FC236}">
                    <a16:creationId xmlns:a16="http://schemas.microsoft.com/office/drawing/2014/main" id="{FC3B1080-8C1E-4028-9865-F7C211A172E7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3" name="Rectangle 4052">
                <a:extLst>
                  <a:ext uri="{FF2B5EF4-FFF2-40B4-BE49-F238E27FC236}">
                    <a16:creationId xmlns:a16="http://schemas.microsoft.com/office/drawing/2014/main" id="{25ACD1C1-38F0-4B02-B744-B268EF839451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4" name="Rectangle 4053">
                <a:extLst>
                  <a:ext uri="{FF2B5EF4-FFF2-40B4-BE49-F238E27FC236}">
                    <a16:creationId xmlns:a16="http://schemas.microsoft.com/office/drawing/2014/main" id="{487F7192-0AB3-46A3-8D4E-04D873417EDA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55" name="Rectangle 4054">
                <a:extLst>
                  <a:ext uri="{FF2B5EF4-FFF2-40B4-BE49-F238E27FC236}">
                    <a16:creationId xmlns:a16="http://schemas.microsoft.com/office/drawing/2014/main" id="{462A183F-C4DD-4049-920E-A488A6F60509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6" name="Rectangle 4055">
                <a:extLst>
                  <a:ext uri="{FF2B5EF4-FFF2-40B4-BE49-F238E27FC236}">
                    <a16:creationId xmlns:a16="http://schemas.microsoft.com/office/drawing/2014/main" id="{E3736A56-BEF4-4695-9024-D2DB3A83AB14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7" name="Rectangle 4056">
                <a:extLst>
                  <a:ext uri="{FF2B5EF4-FFF2-40B4-BE49-F238E27FC236}">
                    <a16:creationId xmlns:a16="http://schemas.microsoft.com/office/drawing/2014/main" id="{21CC965E-FEE4-41FE-8768-3AAEE81101F8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8" name="Rectangle 4057">
                <a:extLst>
                  <a:ext uri="{FF2B5EF4-FFF2-40B4-BE49-F238E27FC236}">
                    <a16:creationId xmlns:a16="http://schemas.microsoft.com/office/drawing/2014/main" id="{52FF8705-780C-4556-95C7-E2CBE8B304A5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9" name="Rectangle 4058">
                <a:extLst>
                  <a:ext uri="{FF2B5EF4-FFF2-40B4-BE49-F238E27FC236}">
                    <a16:creationId xmlns:a16="http://schemas.microsoft.com/office/drawing/2014/main" id="{58A97A35-A59D-4604-A768-2027D3BC2D16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0" name="Rectangle 4059">
                <a:extLst>
                  <a:ext uri="{FF2B5EF4-FFF2-40B4-BE49-F238E27FC236}">
                    <a16:creationId xmlns:a16="http://schemas.microsoft.com/office/drawing/2014/main" id="{C78B8CA9-5C81-4F51-AA56-23C61E625F29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1" name="Rectangle 4060">
                <a:extLst>
                  <a:ext uri="{FF2B5EF4-FFF2-40B4-BE49-F238E27FC236}">
                    <a16:creationId xmlns:a16="http://schemas.microsoft.com/office/drawing/2014/main" id="{D2F4673A-3BA5-4B8D-8D26-36CCDA7DA5E5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2" name="Rectangle 4061">
                <a:extLst>
                  <a:ext uri="{FF2B5EF4-FFF2-40B4-BE49-F238E27FC236}">
                    <a16:creationId xmlns:a16="http://schemas.microsoft.com/office/drawing/2014/main" id="{A23C44BA-26FF-4542-9CED-995117A9FA34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3" name="Rectangle 4062">
                <a:extLst>
                  <a:ext uri="{FF2B5EF4-FFF2-40B4-BE49-F238E27FC236}">
                    <a16:creationId xmlns:a16="http://schemas.microsoft.com/office/drawing/2014/main" id="{4B0F29B1-A103-4D2D-BEF9-7DA0B08755A0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4" name="Rectangle 4063">
                <a:extLst>
                  <a:ext uri="{FF2B5EF4-FFF2-40B4-BE49-F238E27FC236}">
                    <a16:creationId xmlns:a16="http://schemas.microsoft.com/office/drawing/2014/main" id="{84425FA3-299A-483D-9539-0EAA24E65B60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5" name="Rectangle 4064">
                <a:extLst>
                  <a:ext uri="{FF2B5EF4-FFF2-40B4-BE49-F238E27FC236}">
                    <a16:creationId xmlns:a16="http://schemas.microsoft.com/office/drawing/2014/main" id="{B32608FA-06D4-453C-AB67-FB3875C53320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6" name="Rectangle 4065">
                <a:extLst>
                  <a:ext uri="{FF2B5EF4-FFF2-40B4-BE49-F238E27FC236}">
                    <a16:creationId xmlns:a16="http://schemas.microsoft.com/office/drawing/2014/main" id="{82ACA636-0C1F-409D-9A8D-23FE4C0589C6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7" name="Rectangle 4066">
                <a:extLst>
                  <a:ext uri="{FF2B5EF4-FFF2-40B4-BE49-F238E27FC236}">
                    <a16:creationId xmlns:a16="http://schemas.microsoft.com/office/drawing/2014/main" id="{BB2942DA-7C9B-494B-A131-EBDAEF54CF0A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8" name="Rectangle 4067">
                <a:extLst>
                  <a:ext uri="{FF2B5EF4-FFF2-40B4-BE49-F238E27FC236}">
                    <a16:creationId xmlns:a16="http://schemas.microsoft.com/office/drawing/2014/main" id="{A3B96C94-F8E4-436C-B6C0-BC97550C09C8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526" name="Freeform: Shape 3525">
              <a:extLst>
                <a:ext uri="{FF2B5EF4-FFF2-40B4-BE49-F238E27FC236}">
                  <a16:creationId xmlns:a16="http://schemas.microsoft.com/office/drawing/2014/main" id="{314552D3-2CF2-4F17-BE90-0C4840E3D3F1}"/>
                </a:ext>
              </a:extLst>
            </p:cNvPr>
            <p:cNvSpPr/>
            <p:nvPr/>
          </p:nvSpPr>
          <p:spPr>
            <a:xfrm rot="2700000">
              <a:off x="10889813" y="60107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27" name="Freeform: Shape 3526">
              <a:extLst>
                <a:ext uri="{FF2B5EF4-FFF2-40B4-BE49-F238E27FC236}">
                  <a16:creationId xmlns:a16="http://schemas.microsoft.com/office/drawing/2014/main" id="{643EEFC5-956A-4E05-A2FF-EBA617F80515}"/>
                </a:ext>
              </a:extLst>
            </p:cNvPr>
            <p:cNvSpPr/>
            <p:nvPr/>
          </p:nvSpPr>
          <p:spPr>
            <a:xfrm>
              <a:off x="10064543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8" name="Freeform: Shape 3527">
              <a:extLst>
                <a:ext uri="{FF2B5EF4-FFF2-40B4-BE49-F238E27FC236}">
                  <a16:creationId xmlns:a16="http://schemas.microsoft.com/office/drawing/2014/main" id="{75F8FD66-9FC1-4863-9FFB-4BC09E809F5A}"/>
                </a:ext>
              </a:extLst>
            </p:cNvPr>
            <p:cNvSpPr/>
            <p:nvPr/>
          </p:nvSpPr>
          <p:spPr>
            <a:xfrm>
              <a:off x="9288025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9" name="Freeform: Shape 3528">
              <a:extLst>
                <a:ext uri="{FF2B5EF4-FFF2-40B4-BE49-F238E27FC236}">
                  <a16:creationId xmlns:a16="http://schemas.microsoft.com/office/drawing/2014/main" id="{9FEEF310-AEBE-4E3D-9C17-50199E790857}"/>
                </a:ext>
              </a:extLst>
            </p:cNvPr>
            <p:cNvSpPr/>
            <p:nvPr/>
          </p:nvSpPr>
          <p:spPr>
            <a:xfrm>
              <a:off x="7546110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530" name="Straight Connector 3529">
              <a:extLst>
                <a:ext uri="{FF2B5EF4-FFF2-40B4-BE49-F238E27FC236}">
                  <a16:creationId xmlns:a16="http://schemas.microsoft.com/office/drawing/2014/main" id="{436B4F54-7EDA-4DC1-97F9-B274CBE6BB44}"/>
                </a:ext>
              </a:extLst>
            </p:cNvPr>
            <p:cNvCxnSpPr>
              <a:cxnSpLocks/>
            </p:cNvCxnSpPr>
            <p:nvPr/>
          </p:nvCxnSpPr>
          <p:spPr>
            <a:xfrm>
              <a:off x="6950108" y="936933"/>
              <a:ext cx="1" cy="806820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1" name="Straight Connector 3530">
              <a:extLst>
                <a:ext uri="{FF2B5EF4-FFF2-40B4-BE49-F238E27FC236}">
                  <a16:creationId xmlns:a16="http://schemas.microsoft.com/office/drawing/2014/main" id="{13107C64-AD97-4555-9BAE-B0FC1E710A9F}"/>
                </a:ext>
              </a:extLst>
            </p:cNvPr>
            <p:cNvCxnSpPr>
              <a:cxnSpLocks/>
              <a:endCxn id="4050" idx="2"/>
            </p:cNvCxnSpPr>
            <p:nvPr/>
          </p:nvCxnSpPr>
          <p:spPr>
            <a:xfrm>
              <a:off x="7040860" y="1777582"/>
              <a:ext cx="3686438" cy="19295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32" name="Freeform: Shape 3531">
              <a:extLst>
                <a:ext uri="{FF2B5EF4-FFF2-40B4-BE49-F238E27FC236}">
                  <a16:creationId xmlns:a16="http://schemas.microsoft.com/office/drawing/2014/main" id="{4246CFD6-49BC-4F5C-BD47-4D0B60576FC6}"/>
                </a:ext>
              </a:extLst>
            </p:cNvPr>
            <p:cNvSpPr/>
            <p:nvPr/>
          </p:nvSpPr>
          <p:spPr>
            <a:xfrm rot="2700000">
              <a:off x="4626505" y="57606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33" name="Freeform: Shape 3532">
              <a:extLst>
                <a:ext uri="{FF2B5EF4-FFF2-40B4-BE49-F238E27FC236}">
                  <a16:creationId xmlns:a16="http://schemas.microsoft.com/office/drawing/2014/main" id="{03099793-A51B-4721-A3F4-1CEA2C844B22}"/>
                </a:ext>
              </a:extLst>
            </p:cNvPr>
            <p:cNvSpPr/>
            <p:nvPr/>
          </p:nvSpPr>
          <p:spPr>
            <a:xfrm>
              <a:off x="3773327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34" name="Freeform: Shape 3533">
              <a:extLst>
                <a:ext uri="{FF2B5EF4-FFF2-40B4-BE49-F238E27FC236}">
                  <a16:creationId xmlns:a16="http://schemas.microsoft.com/office/drawing/2014/main" id="{E78CF22A-41F1-4E3C-BA86-E9AA2A1E658F}"/>
                </a:ext>
              </a:extLst>
            </p:cNvPr>
            <p:cNvSpPr/>
            <p:nvPr/>
          </p:nvSpPr>
          <p:spPr>
            <a:xfrm rot="2700000">
              <a:off x="438910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35" name="Freeform: Shape 3534">
              <a:extLst>
                <a:ext uri="{FF2B5EF4-FFF2-40B4-BE49-F238E27FC236}">
                  <a16:creationId xmlns:a16="http://schemas.microsoft.com/office/drawing/2014/main" id="{EA6677D1-69D4-4605-B05D-2CCCEA4BB8E3}"/>
                </a:ext>
              </a:extLst>
            </p:cNvPr>
            <p:cNvSpPr/>
            <p:nvPr/>
          </p:nvSpPr>
          <p:spPr>
            <a:xfrm>
              <a:off x="2996809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36" name="Freeform: Shape 3535">
              <a:extLst>
                <a:ext uri="{FF2B5EF4-FFF2-40B4-BE49-F238E27FC236}">
                  <a16:creationId xmlns:a16="http://schemas.microsoft.com/office/drawing/2014/main" id="{0D714DF5-63A7-4CC3-BBC3-7B127A16C6FC}"/>
                </a:ext>
              </a:extLst>
            </p:cNvPr>
            <p:cNvSpPr/>
            <p:nvPr/>
          </p:nvSpPr>
          <p:spPr>
            <a:xfrm>
              <a:off x="1254894" y="243372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537" name="Straight Connector 3536">
              <a:extLst>
                <a:ext uri="{FF2B5EF4-FFF2-40B4-BE49-F238E27FC236}">
                  <a16:creationId xmlns:a16="http://schemas.microsoft.com/office/drawing/2014/main" id="{A9AF93AF-F6E3-4705-89B7-7668DFC1FD9A}"/>
                </a:ext>
              </a:extLst>
            </p:cNvPr>
            <p:cNvCxnSpPr>
              <a:cxnSpLocks/>
            </p:cNvCxnSpPr>
            <p:nvPr/>
          </p:nvCxnSpPr>
          <p:spPr>
            <a:xfrm>
              <a:off x="1474312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38" name="Multiplication Sign 3537">
              <a:extLst>
                <a:ext uri="{FF2B5EF4-FFF2-40B4-BE49-F238E27FC236}">
                  <a16:creationId xmlns:a16="http://schemas.microsoft.com/office/drawing/2014/main" id="{17501522-3769-448C-A34F-0BB3D9E6093E}"/>
                </a:ext>
              </a:extLst>
            </p:cNvPr>
            <p:cNvSpPr/>
            <p:nvPr/>
          </p:nvSpPr>
          <p:spPr>
            <a:xfrm>
              <a:off x="1630998" y="2338536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39" name="Multiplication Sign 3538">
              <a:extLst>
                <a:ext uri="{FF2B5EF4-FFF2-40B4-BE49-F238E27FC236}">
                  <a16:creationId xmlns:a16="http://schemas.microsoft.com/office/drawing/2014/main" id="{536F0548-4F41-4DCD-9A8D-F2460DDC0337}"/>
                </a:ext>
              </a:extLst>
            </p:cNvPr>
            <p:cNvSpPr/>
            <p:nvPr/>
          </p:nvSpPr>
          <p:spPr>
            <a:xfrm>
              <a:off x="2377938" y="2336239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40" name="Freeform: Shape 3539">
              <a:extLst>
                <a:ext uri="{FF2B5EF4-FFF2-40B4-BE49-F238E27FC236}">
                  <a16:creationId xmlns:a16="http://schemas.microsoft.com/office/drawing/2014/main" id="{A14302C1-FF35-4B41-A8B1-9E0EE7A5CF71}"/>
                </a:ext>
              </a:extLst>
            </p:cNvPr>
            <p:cNvSpPr/>
            <p:nvPr/>
          </p:nvSpPr>
          <p:spPr>
            <a:xfrm>
              <a:off x="2158101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41" name="Freeform: Shape 3540">
              <a:extLst>
                <a:ext uri="{FF2B5EF4-FFF2-40B4-BE49-F238E27FC236}">
                  <a16:creationId xmlns:a16="http://schemas.microsoft.com/office/drawing/2014/main" id="{E48DCBE1-BBFC-4FC6-B38C-231575D44AFF}"/>
                </a:ext>
              </a:extLst>
            </p:cNvPr>
            <p:cNvSpPr/>
            <p:nvPr/>
          </p:nvSpPr>
          <p:spPr>
            <a:xfrm>
              <a:off x="8384762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42" name="Rectangle 3541">
              <a:extLst>
                <a:ext uri="{FF2B5EF4-FFF2-40B4-BE49-F238E27FC236}">
                  <a16:creationId xmlns:a16="http://schemas.microsoft.com/office/drawing/2014/main" id="{F9FE5107-1D19-4D9F-BFC0-49463CACB171}"/>
                </a:ext>
              </a:extLst>
            </p:cNvPr>
            <p:cNvSpPr/>
            <p:nvPr/>
          </p:nvSpPr>
          <p:spPr>
            <a:xfrm>
              <a:off x="6738878" y="-1223738"/>
              <a:ext cx="4818948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ED7D3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Oranges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connectable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3543" name="Group 3542">
              <a:extLst>
                <a:ext uri="{FF2B5EF4-FFF2-40B4-BE49-F238E27FC236}">
                  <a16:creationId xmlns:a16="http://schemas.microsoft.com/office/drawing/2014/main" id="{60BD105C-EB5D-47F6-B31D-467D140F7D47}"/>
                </a:ext>
              </a:extLst>
            </p:cNvPr>
            <p:cNvGrpSpPr/>
            <p:nvPr/>
          </p:nvGrpSpPr>
          <p:grpSpPr>
            <a:xfrm>
              <a:off x="-5527899" y="100049"/>
              <a:ext cx="5089991" cy="5060443"/>
              <a:chOff x="-4879250" y="177991"/>
              <a:chExt cx="5089991" cy="5060443"/>
            </a:xfrm>
          </p:grpSpPr>
          <p:sp>
            <p:nvSpPr>
              <p:cNvPr id="3997" name="Rectangle 3996">
                <a:extLst>
                  <a:ext uri="{FF2B5EF4-FFF2-40B4-BE49-F238E27FC236}">
                    <a16:creationId xmlns:a16="http://schemas.microsoft.com/office/drawing/2014/main" id="{A4A24114-FE3A-4677-9276-80C8F668F9FE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8" name="Rectangle 3997">
                <a:extLst>
                  <a:ext uri="{FF2B5EF4-FFF2-40B4-BE49-F238E27FC236}">
                    <a16:creationId xmlns:a16="http://schemas.microsoft.com/office/drawing/2014/main" id="{2EC6FEA9-3B67-409D-929B-5866D22AA06D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9" name="Rectangle 3998">
                <a:extLst>
                  <a:ext uri="{FF2B5EF4-FFF2-40B4-BE49-F238E27FC236}">
                    <a16:creationId xmlns:a16="http://schemas.microsoft.com/office/drawing/2014/main" id="{071C984E-0BF2-44AB-9C7B-02081276F77C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0" name="Rectangle 3999">
                <a:extLst>
                  <a:ext uri="{FF2B5EF4-FFF2-40B4-BE49-F238E27FC236}">
                    <a16:creationId xmlns:a16="http://schemas.microsoft.com/office/drawing/2014/main" id="{253D57FB-2D12-4ECB-AEAD-7D36847FED29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1" name="Rectangle 4000">
                <a:extLst>
                  <a:ext uri="{FF2B5EF4-FFF2-40B4-BE49-F238E27FC236}">
                    <a16:creationId xmlns:a16="http://schemas.microsoft.com/office/drawing/2014/main" id="{43B35BD0-EDAC-4287-A9E3-F788CD82E249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2" name="Rectangle 4001">
                <a:extLst>
                  <a:ext uri="{FF2B5EF4-FFF2-40B4-BE49-F238E27FC236}">
                    <a16:creationId xmlns:a16="http://schemas.microsoft.com/office/drawing/2014/main" id="{75E7BBE1-E697-420C-A0CC-8DC32ED2057D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3" name="Rectangle 4002">
                <a:extLst>
                  <a:ext uri="{FF2B5EF4-FFF2-40B4-BE49-F238E27FC236}">
                    <a16:creationId xmlns:a16="http://schemas.microsoft.com/office/drawing/2014/main" id="{28C36513-1753-44A3-9817-4BE61B64CB44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4" name="Rectangle 4003">
                <a:extLst>
                  <a:ext uri="{FF2B5EF4-FFF2-40B4-BE49-F238E27FC236}">
                    <a16:creationId xmlns:a16="http://schemas.microsoft.com/office/drawing/2014/main" id="{8DF17EA5-2053-4CFB-8664-E2630B11E3D2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5" name="Rectangle 4004">
                <a:extLst>
                  <a:ext uri="{FF2B5EF4-FFF2-40B4-BE49-F238E27FC236}">
                    <a16:creationId xmlns:a16="http://schemas.microsoft.com/office/drawing/2014/main" id="{B46916AE-2907-4CBA-9D6B-C715ED4A0AF8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6" name="Rectangle 4005">
                <a:extLst>
                  <a:ext uri="{FF2B5EF4-FFF2-40B4-BE49-F238E27FC236}">
                    <a16:creationId xmlns:a16="http://schemas.microsoft.com/office/drawing/2014/main" id="{D488F5C5-028E-480D-9F3A-FF862D1CE1BA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7" name="Rectangle 4006">
                <a:extLst>
                  <a:ext uri="{FF2B5EF4-FFF2-40B4-BE49-F238E27FC236}">
                    <a16:creationId xmlns:a16="http://schemas.microsoft.com/office/drawing/2014/main" id="{6F063271-D456-45BD-A705-C3FE72ED53DD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8" name="Rectangle 4007">
                <a:extLst>
                  <a:ext uri="{FF2B5EF4-FFF2-40B4-BE49-F238E27FC236}">
                    <a16:creationId xmlns:a16="http://schemas.microsoft.com/office/drawing/2014/main" id="{B60E652A-709C-4642-85D1-B858E3490924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9" name="Rectangle 4008">
                <a:extLst>
                  <a:ext uri="{FF2B5EF4-FFF2-40B4-BE49-F238E27FC236}">
                    <a16:creationId xmlns:a16="http://schemas.microsoft.com/office/drawing/2014/main" id="{D1E65757-22CC-4BD3-AC30-B6FA1856B296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0" name="Rectangle 4009">
                <a:extLst>
                  <a:ext uri="{FF2B5EF4-FFF2-40B4-BE49-F238E27FC236}">
                    <a16:creationId xmlns:a16="http://schemas.microsoft.com/office/drawing/2014/main" id="{1AFADAAF-ED6A-42F3-B584-40CAAF20F6B9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1" name="Rectangle 4010">
                <a:extLst>
                  <a:ext uri="{FF2B5EF4-FFF2-40B4-BE49-F238E27FC236}">
                    <a16:creationId xmlns:a16="http://schemas.microsoft.com/office/drawing/2014/main" id="{7F61DDA7-33A2-42FF-92F3-09C14429987E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12" name="Rectangle 4011">
                <a:extLst>
                  <a:ext uri="{FF2B5EF4-FFF2-40B4-BE49-F238E27FC236}">
                    <a16:creationId xmlns:a16="http://schemas.microsoft.com/office/drawing/2014/main" id="{70D66B27-F34A-475C-A67F-B4A27DF2A666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13" name="Rectangle 4012">
                <a:extLst>
                  <a:ext uri="{FF2B5EF4-FFF2-40B4-BE49-F238E27FC236}">
                    <a16:creationId xmlns:a16="http://schemas.microsoft.com/office/drawing/2014/main" id="{5352C547-A4E7-40E1-9C39-FDF3CF8D61F6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4" name="Rectangle 4013">
                <a:extLst>
                  <a:ext uri="{FF2B5EF4-FFF2-40B4-BE49-F238E27FC236}">
                    <a16:creationId xmlns:a16="http://schemas.microsoft.com/office/drawing/2014/main" id="{94A9C747-6E2B-4674-91B1-5EA054392F51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5" name="Rectangle 4014">
                <a:extLst>
                  <a:ext uri="{FF2B5EF4-FFF2-40B4-BE49-F238E27FC236}">
                    <a16:creationId xmlns:a16="http://schemas.microsoft.com/office/drawing/2014/main" id="{F00C70D7-1B7B-4207-BAF6-231697152705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6" name="Rectangle 4015">
                <a:extLst>
                  <a:ext uri="{FF2B5EF4-FFF2-40B4-BE49-F238E27FC236}">
                    <a16:creationId xmlns:a16="http://schemas.microsoft.com/office/drawing/2014/main" id="{8F2ED657-A87D-446E-BD1A-1B6211B7168F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7" name="Rectangle 4016">
                <a:extLst>
                  <a:ext uri="{FF2B5EF4-FFF2-40B4-BE49-F238E27FC236}">
                    <a16:creationId xmlns:a16="http://schemas.microsoft.com/office/drawing/2014/main" id="{BDCDB9FE-BFB7-429C-824E-5F3FDE8865C3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8" name="Rectangle 4017">
                <a:extLst>
                  <a:ext uri="{FF2B5EF4-FFF2-40B4-BE49-F238E27FC236}">
                    <a16:creationId xmlns:a16="http://schemas.microsoft.com/office/drawing/2014/main" id="{6F543FD5-C07B-404D-99B9-14A600C9C92B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9" name="Rectangle 4018">
                <a:extLst>
                  <a:ext uri="{FF2B5EF4-FFF2-40B4-BE49-F238E27FC236}">
                    <a16:creationId xmlns:a16="http://schemas.microsoft.com/office/drawing/2014/main" id="{E4EBA0B9-0C69-4D37-96C4-C73C1442BB22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0" name="Rectangle 4019">
                <a:extLst>
                  <a:ext uri="{FF2B5EF4-FFF2-40B4-BE49-F238E27FC236}">
                    <a16:creationId xmlns:a16="http://schemas.microsoft.com/office/drawing/2014/main" id="{36922CC1-57A1-432E-9D1B-BD0A415FD826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1" name="Rectangle 4020">
                <a:extLst>
                  <a:ext uri="{FF2B5EF4-FFF2-40B4-BE49-F238E27FC236}">
                    <a16:creationId xmlns:a16="http://schemas.microsoft.com/office/drawing/2014/main" id="{851D3641-8117-4379-8122-CD38732CD378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2" name="Rectangle 4021">
                <a:extLst>
                  <a:ext uri="{FF2B5EF4-FFF2-40B4-BE49-F238E27FC236}">
                    <a16:creationId xmlns:a16="http://schemas.microsoft.com/office/drawing/2014/main" id="{425B7230-3714-4C86-9458-E05E89CB6A71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3" name="Rectangle 4022">
                <a:extLst>
                  <a:ext uri="{FF2B5EF4-FFF2-40B4-BE49-F238E27FC236}">
                    <a16:creationId xmlns:a16="http://schemas.microsoft.com/office/drawing/2014/main" id="{1CC72819-B9CA-451D-9740-1059937AD7D6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4" name="Rectangle 4023">
                <a:extLst>
                  <a:ext uri="{FF2B5EF4-FFF2-40B4-BE49-F238E27FC236}">
                    <a16:creationId xmlns:a16="http://schemas.microsoft.com/office/drawing/2014/main" id="{EDC1EFB9-C50C-42C1-8840-AA0A15436DD9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5" name="Rectangle 4024">
                <a:extLst>
                  <a:ext uri="{FF2B5EF4-FFF2-40B4-BE49-F238E27FC236}">
                    <a16:creationId xmlns:a16="http://schemas.microsoft.com/office/drawing/2014/main" id="{93B2AFE3-0195-405F-A57C-EAD2AD75C3B9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6" name="Rectangle 4025">
                <a:extLst>
                  <a:ext uri="{FF2B5EF4-FFF2-40B4-BE49-F238E27FC236}">
                    <a16:creationId xmlns:a16="http://schemas.microsoft.com/office/drawing/2014/main" id="{77999A90-06A4-4AF0-A7FB-C9D5CF1ACAA2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7" name="Rectangle 4026">
                <a:extLst>
                  <a:ext uri="{FF2B5EF4-FFF2-40B4-BE49-F238E27FC236}">
                    <a16:creationId xmlns:a16="http://schemas.microsoft.com/office/drawing/2014/main" id="{126CFEA3-1353-4571-B783-298FDB60C1FD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8" name="Rectangle 4027">
                <a:extLst>
                  <a:ext uri="{FF2B5EF4-FFF2-40B4-BE49-F238E27FC236}">
                    <a16:creationId xmlns:a16="http://schemas.microsoft.com/office/drawing/2014/main" id="{3CB784F2-81C7-4AFB-BAC4-9E574794350C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9" name="Rectangle 4028">
                <a:extLst>
                  <a:ext uri="{FF2B5EF4-FFF2-40B4-BE49-F238E27FC236}">
                    <a16:creationId xmlns:a16="http://schemas.microsoft.com/office/drawing/2014/main" id="{2E3AD481-AB17-4316-A17D-02B2E4EC453E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0" name="Rectangle 4029">
                <a:extLst>
                  <a:ext uri="{FF2B5EF4-FFF2-40B4-BE49-F238E27FC236}">
                    <a16:creationId xmlns:a16="http://schemas.microsoft.com/office/drawing/2014/main" id="{4C38DBDA-7669-4F4C-A10C-2995EC62E630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1" name="Rectangle 4030">
                <a:extLst>
                  <a:ext uri="{FF2B5EF4-FFF2-40B4-BE49-F238E27FC236}">
                    <a16:creationId xmlns:a16="http://schemas.microsoft.com/office/drawing/2014/main" id="{22866463-8C21-45B0-BA35-D4AED12EB29D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2" name="Rectangle 4031">
                <a:extLst>
                  <a:ext uri="{FF2B5EF4-FFF2-40B4-BE49-F238E27FC236}">
                    <a16:creationId xmlns:a16="http://schemas.microsoft.com/office/drawing/2014/main" id="{072B3BFD-307E-4ECE-AC95-FAE25E6DC717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544" name="Rectangle 3543">
              <a:extLst>
                <a:ext uri="{FF2B5EF4-FFF2-40B4-BE49-F238E27FC236}">
                  <a16:creationId xmlns:a16="http://schemas.microsoft.com/office/drawing/2014/main" id="{D61270E4-E1AC-4DC3-81A3-BED609AC0B3F}"/>
                </a:ext>
              </a:extLst>
            </p:cNvPr>
            <p:cNvSpPr/>
            <p:nvPr/>
          </p:nvSpPr>
          <p:spPr>
            <a:xfrm>
              <a:off x="-5715733" y="-1146417"/>
              <a:ext cx="4324261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 err="1">
                  <a:solidFill>
                    <a:srgbClr val="00009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Blueberry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>
                  <a:solidFill>
                    <a:srgbClr val="ED7D3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Orange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3545" name="Freeform: Shape 3544">
              <a:extLst>
                <a:ext uri="{FF2B5EF4-FFF2-40B4-BE49-F238E27FC236}">
                  <a16:creationId xmlns:a16="http://schemas.microsoft.com/office/drawing/2014/main" id="{9E765B2E-225C-4644-BE9A-18DF6AD554B0}"/>
                </a:ext>
              </a:extLst>
            </p:cNvPr>
            <p:cNvSpPr/>
            <p:nvPr/>
          </p:nvSpPr>
          <p:spPr>
            <a:xfrm rot="2607834" flipH="1">
              <a:off x="1300402" y="56601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46" name="Freeform: Shape 3545">
              <a:extLst>
                <a:ext uri="{FF2B5EF4-FFF2-40B4-BE49-F238E27FC236}">
                  <a16:creationId xmlns:a16="http://schemas.microsoft.com/office/drawing/2014/main" id="{D7874881-689E-4F5C-B886-7F7A649F3F91}"/>
                </a:ext>
              </a:extLst>
            </p:cNvPr>
            <p:cNvSpPr/>
            <p:nvPr/>
          </p:nvSpPr>
          <p:spPr>
            <a:xfrm rot="2607834" flipH="1">
              <a:off x="2103546" y="-24727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47" name="Freeform: Shape 3546">
              <a:extLst>
                <a:ext uri="{FF2B5EF4-FFF2-40B4-BE49-F238E27FC236}">
                  <a16:creationId xmlns:a16="http://schemas.microsoft.com/office/drawing/2014/main" id="{A39DFBED-3096-4851-9E52-441D6090C684}"/>
                </a:ext>
              </a:extLst>
            </p:cNvPr>
            <p:cNvSpPr/>
            <p:nvPr/>
          </p:nvSpPr>
          <p:spPr>
            <a:xfrm rot="2607834" flipH="1">
              <a:off x="7654038" y="6154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48" name="Freeform: Shape 3547">
              <a:extLst>
                <a:ext uri="{FF2B5EF4-FFF2-40B4-BE49-F238E27FC236}">
                  <a16:creationId xmlns:a16="http://schemas.microsoft.com/office/drawing/2014/main" id="{504E86BB-2C18-4241-B5E7-B95E0327ADB3}"/>
                </a:ext>
              </a:extLst>
            </p:cNvPr>
            <p:cNvSpPr/>
            <p:nvPr/>
          </p:nvSpPr>
          <p:spPr>
            <a:xfrm rot="2607834" flipH="1">
              <a:off x="8457182" y="-24826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549" name="Straight Connector 3548">
              <a:extLst>
                <a:ext uri="{FF2B5EF4-FFF2-40B4-BE49-F238E27FC236}">
                  <a16:creationId xmlns:a16="http://schemas.microsoft.com/office/drawing/2014/main" id="{6A59A05C-2F02-478C-98E6-8F252B3128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391936" y="516972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50" name="Freeform: Shape 3549">
              <a:extLst>
                <a:ext uri="{FF2B5EF4-FFF2-40B4-BE49-F238E27FC236}">
                  <a16:creationId xmlns:a16="http://schemas.microsoft.com/office/drawing/2014/main" id="{B2F62123-2173-4F4D-805F-AACC4162333C}"/>
                </a:ext>
              </a:extLst>
            </p:cNvPr>
            <p:cNvSpPr/>
            <p:nvPr/>
          </p:nvSpPr>
          <p:spPr>
            <a:xfrm rot="2607834" flipH="1">
              <a:off x="-656803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1" name="Freeform: Shape 3550">
              <a:extLst>
                <a:ext uri="{FF2B5EF4-FFF2-40B4-BE49-F238E27FC236}">
                  <a16:creationId xmlns:a16="http://schemas.microsoft.com/office/drawing/2014/main" id="{99F4C61C-6CBE-4FE3-9306-9F5620A0D4AB}"/>
                </a:ext>
              </a:extLst>
            </p:cNvPr>
            <p:cNvSpPr/>
            <p:nvPr/>
          </p:nvSpPr>
          <p:spPr>
            <a:xfrm rot="2607834" flipH="1">
              <a:off x="-2338246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2" name="Freeform: Shape 3551">
              <a:extLst>
                <a:ext uri="{FF2B5EF4-FFF2-40B4-BE49-F238E27FC236}">
                  <a16:creationId xmlns:a16="http://schemas.microsoft.com/office/drawing/2014/main" id="{400173CB-A91B-43E0-99F3-4BD0EA3959C5}"/>
                </a:ext>
              </a:extLst>
            </p:cNvPr>
            <p:cNvSpPr/>
            <p:nvPr/>
          </p:nvSpPr>
          <p:spPr>
            <a:xfrm rot="2607834" flipH="1">
              <a:off x="-656804" y="155333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3" name="Freeform: Shape 3552">
              <a:extLst>
                <a:ext uri="{FF2B5EF4-FFF2-40B4-BE49-F238E27FC236}">
                  <a16:creationId xmlns:a16="http://schemas.microsoft.com/office/drawing/2014/main" id="{D640F770-FC78-474F-9B6D-FFA6A3DF87BC}"/>
                </a:ext>
              </a:extLst>
            </p:cNvPr>
            <p:cNvSpPr/>
            <p:nvPr/>
          </p:nvSpPr>
          <p:spPr>
            <a:xfrm rot="2607834" flipH="1">
              <a:off x="-1528946" y="31768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4" name="Freeform: Shape 3553">
              <a:extLst>
                <a:ext uri="{FF2B5EF4-FFF2-40B4-BE49-F238E27FC236}">
                  <a16:creationId xmlns:a16="http://schemas.microsoft.com/office/drawing/2014/main" id="{35D27545-E709-4AEF-A747-FD27BB923D45}"/>
                </a:ext>
              </a:extLst>
            </p:cNvPr>
            <p:cNvSpPr/>
            <p:nvPr/>
          </p:nvSpPr>
          <p:spPr>
            <a:xfrm rot="2700000">
              <a:off x="-1520220" y="53873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5" name="Freeform: Shape 3554">
              <a:extLst>
                <a:ext uri="{FF2B5EF4-FFF2-40B4-BE49-F238E27FC236}">
                  <a16:creationId xmlns:a16="http://schemas.microsoft.com/office/drawing/2014/main" id="{C878CF7A-7B2E-4C84-B40D-1ED8EB98A28C}"/>
                </a:ext>
              </a:extLst>
            </p:cNvPr>
            <p:cNvSpPr/>
            <p:nvPr/>
          </p:nvSpPr>
          <p:spPr>
            <a:xfrm rot="2700000">
              <a:off x="-5707208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6" name="Freeform: Shape 3555">
              <a:extLst>
                <a:ext uri="{FF2B5EF4-FFF2-40B4-BE49-F238E27FC236}">
                  <a16:creationId xmlns:a16="http://schemas.microsoft.com/office/drawing/2014/main" id="{72E87B9F-D2E5-4FD1-9740-2FE048470FDA}"/>
                </a:ext>
              </a:extLst>
            </p:cNvPr>
            <p:cNvSpPr/>
            <p:nvPr/>
          </p:nvSpPr>
          <p:spPr>
            <a:xfrm>
              <a:off x="-3149309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57" name="Freeform: Shape 3556">
              <a:extLst>
                <a:ext uri="{FF2B5EF4-FFF2-40B4-BE49-F238E27FC236}">
                  <a16:creationId xmlns:a16="http://schemas.microsoft.com/office/drawing/2014/main" id="{18CF9C40-DE56-4B6F-A784-3624822FA868}"/>
                </a:ext>
              </a:extLst>
            </p:cNvPr>
            <p:cNvSpPr/>
            <p:nvPr/>
          </p:nvSpPr>
          <p:spPr>
            <a:xfrm>
              <a:off x="-4891224" y="240152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58" name="Multiplication Sign 3557">
              <a:extLst>
                <a:ext uri="{FF2B5EF4-FFF2-40B4-BE49-F238E27FC236}">
                  <a16:creationId xmlns:a16="http://schemas.microsoft.com/office/drawing/2014/main" id="{6A536F99-235D-4020-AB1C-0B584BB91BDE}"/>
                </a:ext>
              </a:extLst>
            </p:cNvPr>
            <p:cNvSpPr/>
            <p:nvPr/>
          </p:nvSpPr>
          <p:spPr>
            <a:xfrm>
              <a:off x="-3101615" y="715572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59" name="Freeform: Shape 3558">
              <a:extLst>
                <a:ext uri="{FF2B5EF4-FFF2-40B4-BE49-F238E27FC236}">
                  <a16:creationId xmlns:a16="http://schemas.microsoft.com/office/drawing/2014/main" id="{D338417D-0744-47F3-8689-7696D8A29390}"/>
                </a:ext>
              </a:extLst>
            </p:cNvPr>
            <p:cNvSpPr/>
            <p:nvPr/>
          </p:nvSpPr>
          <p:spPr>
            <a:xfrm rot="2607834" flipH="1">
              <a:off x="-4820796" y="64346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60" name="Freeform: Shape 3559">
              <a:extLst>
                <a:ext uri="{FF2B5EF4-FFF2-40B4-BE49-F238E27FC236}">
                  <a16:creationId xmlns:a16="http://schemas.microsoft.com/office/drawing/2014/main" id="{259C6718-2111-44E2-BA5C-4CB145F1997B}"/>
                </a:ext>
              </a:extLst>
            </p:cNvPr>
            <p:cNvSpPr/>
            <p:nvPr/>
          </p:nvSpPr>
          <p:spPr>
            <a:xfrm rot="2607834" flipH="1">
              <a:off x="-4017652" y="-27291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61" name="Freeform: Shape 3560">
              <a:extLst>
                <a:ext uri="{FF2B5EF4-FFF2-40B4-BE49-F238E27FC236}">
                  <a16:creationId xmlns:a16="http://schemas.microsoft.com/office/drawing/2014/main" id="{8E2ACCD1-FFC6-4DD5-A07B-EA56614746C3}"/>
                </a:ext>
              </a:extLst>
            </p:cNvPr>
            <p:cNvSpPr/>
            <p:nvPr/>
          </p:nvSpPr>
          <p:spPr>
            <a:xfrm>
              <a:off x="-2372791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62" name="Freeform: Shape 3561">
              <a:extLst>
                <a:ext uri="{FF2B5EF4-FFF2-40B4-BE49-F238E27FC236}">
                  <a16:creationId xmlns:a16="http://schemas.microsoft.com/office/drawing/2014/main" id="{B78F4EA1-6488-42A6-8652-A7F0DE24E21A}"/>
                </a:ext>
              </a:extLst>
            </p:cNvPr>
            <p:cNvSpPr/>
            <p:nvPr/>
          </p:nvSpPr>
          <p:spPr>
            <a:xfrm>
              <a:off x="-3988017" y="701074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63" name="Rectangle 3562">
              <a:extLst>
                <a:ext uri="{FF2B5EF4-FFF2-40B4-BE49-F238E27FC236}">
                  <a16:creationId xmlns:a16="http://schemas.microsoft.com/office/drawing/2014/main" id="{9FB38A2B-17BA-4034-91D3-973305934706}"/>
                </a:ext>
              </a:extLst>
            </p:cNvPr>
            <p:cNvSpPr/>
            <p:nvPr/>
          </p:nvSpPr>
          <p:spPr>
            <a:xfrm>
              <a:off x="6792955" y="5930821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sp>
          <p:nvSpPr>
            <p:cNvPr id="3564" name="Rectangle 3563">
              <a:extLst>
                <a:ext uri="{FF2B5EF4-FFF2-40B4-BE49-F238E27FC236}">
                  <a16:creationId xmlns:a16="http://schemas.microsoft.com/office/drawing/2014/main" id="{37D81C8F-7504-4913-8555-B39ACDB7EE38}"/>
                </a:ext>
              </a:extLst>
            </p:cNvPr>
            <p:cNvSpPr/>
            <p:nvPr/>
          </p:nvSpPr>
          <p:spPr>
            <a:xfrm>
              <a:off x="-5917837" y="5924295"/>
              <a:ext cx="5589636" cy="135421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dangling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ending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565" name="Group 3564">
              <a:extLst>
                <a:ext uri="{FF2B5EF4-FFF2-40B4-BE49-F238E27FC236}">
                  <a16:creationId xmlns:a16="http://schemas.microsoft.com/office/drawing/2014/main" id="{5A6DE964-338F-4687-9BFC-1F7D7C227660}"/>
                </a:ext>
              </a:extLst>
            </p:cNvPr>
            <p:cNvGrpSpPr/>
            <p:nvPr/>
          </p:nvGrpSpPr>
          <p:grpSpPr>
            <a:xfrm>
              <a:off x="-5599125" y="7198972"/>
              <a:ext cx="5089991" cy="5060443"/>
              <a:chOff x="-4879250" y="177991"/>
              <a:chExt cx="5089991" cy="5060443"/>
            </a:xfrm>
          </p:grpSpPr>
          <p:sp>
            <p:nvSpPr>
              <p:cNvPr id="3961" name="Rectangle 3960">
                <a:extLst>
                  <a:ext uri="{FF2B5EF4-FFF2-40B4-BE49-F238E27FC236}">
                    <a16:creationId xmlns:a16="http://schemas.microsoft.com/office/drawing/2014/main" id="{9C236732-EC01-42A6-B151-47879B3BE9E7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2" name="Rectangle 3961">
                <a:extLst>
                  <a:ext uri="{FF2B5EF4-FFF2-40B4-BE49-F238E27FC236}">
                    <a16:creationId xmlns:a16="http://schemas.microsoft.com/office/drawing/2014/main" id="{14CA9781-85AE-4FEF-B3E2-971C2C6DE720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3" name="Rectangle 3962">
                <a:extLst>
                  <a:ext uri="{FF2B5EF4-FFF2-40B4-BE49-F238E27FC236}">
                    <a16:creationId xmlns:a16="http://schemas.microsoft.com/office/drawing/2014/main" id="{AD74B905-68A9-4C9D-A4DE-6556D985128C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4" name="Rectangle 3963">
                <a:extLst>
                  <a:ext uri="{FF2B5EF4-FFF2-40B4-BE49-F238E27FC236}">
                    <a16:creationId xmlns:a16="http://schemas.microsoft.com/office/drawing/2014/main" id="{2383963B-34DA-4A4A-887F-6BAE24B3EBD5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5" name="Rectangle 3964">
                <a:extLst>
                  <a:ext uri="{FF2B5EF4-FFF2-40B4-BE49-F238E27FC236}">
                    <a16:creationId xmlns:a16="http://schemas.microsoft.com/office/drawing/2014/main" id="{0E102740-B6AC-4893-9115-5C685F033F0A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6" name="Rectangle 3965">
                <a:extLst>
                  <a:ext uri="{FF2B5EF4-FFF2-40B4-BE49-F238E27FC236}">
                    <a16:creationId xmlns:a16="http://schemas.microsoft.com/office/drawing/2014/main" id="{83AF6194-5A78-4914-9542-425F79003D92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7" name="Rectangle 3966">
                <a:extLst>
                  <a:ext uri="{FF2B5EF4-FFF2-40B4-BE49-F238E27FC236}">
                    <a16:creationId xmlns:a16="http://schemas.microsoft.com/office/drawing/2014/main" id="{3B8B1AB8-B60D-4689-B4FE-A50E8B14FB8D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8" name="Rectangle 3967">
                <a:extLst>
                  <a:ext uri="{FF2B5EF4-FFF2-40B4-BE49-F238E27FC236}">
                    <a16:creationId xmlns:a16="http://schemas.microsoft.com/office/drawing/2014/main" id="{301C74DD-3C51-4D74-9B91-F762991D77F2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9" name="Rectangle 3968">
                <a:extLst>
                  <a:ext uri="{FF2B5EF4-FFF2-40B4-BE49-F238E27FC236}">
                    <a16:creationId xmlns:a16="http://schemas.microsoft.com/office/drawing/2014/main" id="{064D44FE-FD59-4305-93DC-2EB41CA4C82D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0" name="Rectangle 3969">
                <a:extLst>
                  <a:ext uri="{FF2B5EF4-FFF2-40B4-BE49-F238E27FC236}">
                    <a16:creationId xmlns:a16="http://schemas.microsoft.com/office/drawing/2014/main" id="{6F713E90-D96D-4A34-927D-007677AA13F1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1" name="Rectangle 3970">
                <a:extLst>
                  <a:ext uri="{FF2B5EF4-FFF2-40B4-BE49-F238E27FC236}">
                    <a16:creationId xmlns:a16="http://schemas.microsoft.com/office/drawing/2014/main" id="{E6BE9248-8032-450C-AD90-528694477CEF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2" name="Rectangle 3971">
                <a:extLst>
                  <a:ext uri="{FF2B5EF4-FFF2-40B4-BE49-F238E27FC236}">
                    <a16:creationId xmlns:a16="http://schemas.microsoft.com/office/drawing/2014/main" id="{11E77FB3-47EC-404F-88A8-44DAAA29245B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3" name="Rectangle 3972">
                <a:extLst>
                  <a:ext uri="{FF2B5EF4-FFF2-40B4-BE49-F238E27FC236}">
                    <a16:creationId xmlns:a16="http://schemas.microsoft.com/office/drawing/2014/main" id="{78F0D92D-B66B-4BF8-A857-F3B238007CB0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4" name="Rectangle 3973">
                <a:extLst>
                  <a:ext uri="{FF2B5EF4-FFF2-40B4-BE49-F238E27FC236}">
                    <a16:creationId xmlns:a16="http://schemas.microsoft.com/office/drawing/2014/main" id="{EB6D2708-92C3-47FE-8F20-983F432A9001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5" name="Rectangle 3974">
                <a:extLst>
                  <a:ext uri="{FF2B5EF4-FFF2-40B4-BE49-F238E27FC236}">
                    <a16:creationId xmlns:a16="http://schemas.microsoft.com/office/drawing/2014/main" id="{29D1D983-549E-4DFA-87E5-2B5E10BFB853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76" name="Rectangle 3975">
                <a:extLst>
                  <a:ext uri="{FF2B5EF4-FFF2-40B4-BE49-F238E27FC236}">
                    <a16:creationId xmlns:a16="http://schemas.microsoft.com/office/drawing/2014/main" id="{8DEED473-ED50-48C8-A392-853005354196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77" name="Rectangle 3976">
                <a:extLst>
                  <a:ext uri="{FF2B5EF4-FFF2-40B4-BE49-F238E27FC236}">
                    <a16:creationId xmlns:a16="http://schemas.microsoft.com/office/drawing/2014/main" id="{26D243E9-39D8-41DD-9854-27D76B5FE5BB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8" name="Rectangle 3977">
                <a:extLst>
                  <a:ext uri="{FF2B5EF4-FFF2-40B4-BE49-F238E27FC236}">
                    <a16:creationId xmlns:a16="http://schemas.microsoft.com/office/drawing/2014/main" id="{09F725DC-326B-4F29-814F-804B5D39A527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9" name="Rectangle 3978">
                <a:extLst>
                  <a:ext uri="{FF2B5EF4-FFF2-40B4-BE49-F238E27FC236}">
                    <a16:creationId xmlns:a16="http://schemas.microsoft.com/office/drawing/2014/main" id="{AC33D68D-92FB-4A61-90BD-6226544ADB27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0" name="Rectangle 3979">
                <a:extLst>
                  <a:ext uri="{FF2B5EF4-FFF2-40B4-BE49-F238E27FC236}">
                    <a16:creationId xmlns:a16="http://schemas.microsoft.com/office/drawing/2014/main" id="{6E5A3EB3-5A91-49AC-8E71-5DE5C69830E5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1" name="Rectangle 3980">
                <a:extLst>
                  <a:ext uri="{FF2B5EF4-FFF2-40B4-BE49-F238E27FC236}">
                    <a16:creationId xmlns:a16="http://schemas.microsoft.com/office/drawing/2014/main" id="{661D14BE-4D74-4C04-A809-65EF4BB4317A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2" name="Rectangle 3981">
                <a:extLst>
                  <a:ext uri="{FF2B5EF4-FFF2-40B4-BE49-F238E27FC236}">
                    <a16:creationId xmlns:a16="http://schemas.microsoft.com/office/drawing/2014/main" id="{B1611AC2-94CC-47D6-814E-E8EEF4581573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3" name="Rectangle 3982">
                <a:extLst>
                  <a:ext uri="{FF2B5EF4-FFF2-40B4-BE49-F238E27FC236}">
                    <a16:creationId xmlns:a16="http://schemas.microsoft.com/office/drawing/2014/main" id="{417EF91B-5A26-4C75-90E5-0FB913905655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4" name="Rectangle 3983">
                <a:extLst>
                  <a:ext uri="{FF2B5EF4-FFF2-40B4-BE49-F238E27FC236}">
                    <a16:creationId xmlns:a16="http://schemas.microsoft.com/office/drawing/2014/main" id="{0CDC8265-3AE6-459C-9848-E15BC97AA238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5" name="Rectangle 3984">
                <a:extLst>
                  <a:ext uri="{FF2B5EF4-FFF2-40B4-BE49-F238E27FC236}">
                    <a16:creationId xmlns:a16="http://schemas.microsoft.com/office/drawing/2014/main" id="{B58C742E-7332-4759-A586-9EE17AF9FCD1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6" name="Rectangle 3985">
                <a:extLst>
                  <a:ext uri="{FF2B5EF4-FFF2-40B4-BE49-F238E27FC236}">
                    <a16:creationId xmlns:a16="http://schemas.microsoft.com/office/drawing/2014/main" id="{1D9A7FB4-FA13-4271-8225-62AC1AA9098B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7" name="Rectangle 3986">
                <a:extLst>
                  <a:ext uri="{FF2B5EF4-FFF2-40B4-BE49-F238E27FC236}">
                    <a16:creationId xmlns:a16="http://schemas.microsoft.com/office/drawing/2014/main" id="{5EA46950-CD34-4F1D-AE22-F5D8CE8E44C5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8" name="Rectangle 3987">
                <a:extLst>
                  <a:ext uri="{FF2B5EF4-FFF2-40B4-BE49-F238E27FC236}">
                    <a16:creationId xmlns:a16="http://schemas.microsoft.com/office/drawing/2014/main" id="{3BC2ECC7-A5A5-4A70-9196-B8B66F0881BA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9" name="Rectangle 3988">
                <a:extLst>
                  <a:ext uri="{FF2B5EF4-FFF2-40B4-BE49-F238E27FC236}">
                    <a16:creationId xmlns:a16="http://schemas.microsoft.com/office/drawing/2014/main" id="{9C4F7349-2355-4B11-8A36-DCFAEA3BFAD6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0" name="Rectangle 3989">
                <a:extLst>
                  <a:ext uri="{FF2B5EF4-FFF2-40B4-BE49-F238E27FC236}">
                    <a16:creationId xmlns:a16="http://schemas.microsoft.com/office/drawing/2014/main" id="{855F0B0C-E42E-4CAA-B23B-79B0CEA79E6D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1" name="Rectangle 3990">
                <a:extLst>
                  <a:ext uri="{FF2B5EF4-FFF2-40B4-BE49-F238E27FC236}">
                    <a16:creationId xmlns:a16="http://schemas.microsoft.com/office/drawing/2014/main" id="{14914A1A-F904-48DF-93F0-D0EC6DBF20ED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2" name="Rectangle 3991">
                <a:extLst>
                  <a:ext uri="{FF2B5EF4-FFF2-40B4-BE49-F238E27FC236}">
                    <a16:creationId xmlns:a16="http://schemas.microsoft.com/office/drawing/2014/main" id="{0D339B67-6830-4D9E-98D5-F797BE8D506C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3" name="Rectangle 3992">
                <a:extLst>
                  <a:ext uri="{FF2B5EF4-FFF2-40B4-BE49-F238E27FC236}">
                    <a16:creationId xmlns:a16="http://schemas.microsoft.com/office/drawing/2014/main" id="{3CC3F2BE-F2E2-4AC9-B251-89A5284EE1D6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4" name="Rectangle 3993">
                <a:extLst>
                  <a:ext uri="{FF2B5EF4-FFF2-40B4-BE49-F238E27FC236}">
                    <a16:creationId xmlns:a16="http://schemas.microsoft.com/office/drawing/2014/main" id="{E0FA6096-A1A3-4909-A6E6-601095F9199D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5" name="Rectangle 3994">
                <a:extLst>
                  <a:ext uri="{FF2B5EF4-FFF2-40B4-BE49-F238E27FC236}">
                    <a16:creationId xmlns:a16="http://schemas.microsoft.com/office/drawing/2014/main" id="{4D33660B-0DF7-4EA4-A0C4-D099EB7FDB78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6" name="Rectangle 3995">
                <a:extLst>
                  <a:ext uri="{FF2B5EF4-FFF2-40B4-BE49-F238E27FC236}">
                    <a16:creationId xmlns:a16="http://schemas.microsoft.com/office/drawing/2014/main" id="{45EB2E48-306F-43D3-9F41-4F49A7A2BC47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566" name="Rectangle 3565">
              <a:extLst>
                <a:ext uri="{FF2B5EF4-FFF2-40B4-BE49-F238E27FC236}">
                  <a16:creationId xmlns:a16="http://schemas.microsoft.com/office/drawing/2014/main" id="{602C3824-07C3-47B9-9A4F-AEEBAC902D5B}"/>
                </a:ext>
              </a:extLst>
            </p:cNvPr>
            <p:cNvSpPr/>
            <p:nvPr/>
          </p:nvSpPr>
          <p:spPr>
            <a:xfrm>
              <a:off x="-93915" y="5924194"/>
              <a:ext cx="637309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Different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overlap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least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point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3567" name="Group 3566">
              <a:extLst>
                <a:ext uri="{FF2B5EF4-FFF2-40B4-BE49-F238E27FC236}">
                  <a16:creationId xmlns:a16="http://schemas.microsoft.com/office/drawing/2014/main" id="{FA12D4E3-3145-4FF8-8750-C9D54166C9FC}"/>
                </a:ext>
              </a:extLst>
            </p:cNvPr>
            <p:cNvGrpSpPr/>
            <p:nvPr/>
          </p:nvGrpSpPr>
          <p:grpSpPr>
            <a:xfrm>
              <a:off x="451341" y="7198972"/>
              <a:ext cx="5089991" cy="5060443"/>
              <a:chOff x="-4879250" y="177991"/>
              <a:chExt cx="5089991" cy="5060443"/>
            </a:xfrm>
          </p:grpSpPr>
          <p:sp>
            <p:nvSpPr>
              <p:cNvPr id="3925" name="Rectangle 3924">
                <a:extLst>
                  <a:ext uri="{FF2B5EF4-FFF2-40B4-BE49-F238E27FC236}">
                    <a16:creationId xmlns:a16="http://schemas.microsoft.com/office/drawing/2014/main" id="{A383E29A-4BE2-4779-B75B-6DA6219D4EDC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26" name="Rectangle 3925">
                <a:extLst>
                  <a:ext uri="{FF2B5EF4-FFF2-40B4-BE49-F238E27FC236}">
                    <a16:creationId xmlns:a16="http://schemas.microsoft.com/office/drawing/2014/main" id="{7F24D807-8BE8-47BE-9798-12E762597289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27" name="Rectangle 3926">
                <a:extLst>
                  <a:ext uri="{FF2B5EF4-FFF2-40B4-BE49-F238E27FC236}">
                    <a16:creationId xmlns:a16="http://schemas.microsoft.com/office/drawing/2014/main" id="{35317B0D-6F0E-4761-B693-FAE23393CB15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28" name="Rectangle 3927">
                <a:extLst>
                  <a:ext uri="{FF2B5EF4-FFF2-40B4-BE49-F238E27FC236}">
                    <a16:creationId xmlns:a16="http://schemas.microsoft.com/office/drawing/2014/main" id="{8111AA34-B911-4483-8F20-E90200A16339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29" name="Rectangle 3928">
                <a:extLst>
                  <a:ext uri="{FF2B5EF4-FFF2-40B4-BE49-F238E27FC236}">
                    <a16:creationId xmlns:a16="http://schemas.microsoft.com/office/drawing/2014/main" id="{49525CE4-B093-4660-A3AB-09F19E67D7D4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0" name="Rectangle 3929">
                <a:extLst>
                  <a:ext uri="{FF2B5EF4-FFF2-40B4-BE49-F238E27FC236}">
                    <a16:creationId xmlns:a16="http://schemas.microsoft.com/office/drawing/2014/main" id="{943673B2-271D-4C6D-A737-F1F8405AF360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1" name="Rectangle 3930">
                <a:extLst>
                  <a:ext uri="{FF2B5EF4-FFF2-40B4-BE49-F238E27FC236}">
                    <a16:creationId xmlns:a16="http://schemas.microsoft.com/office/drawing/2014/main" id="{ABC1C384-6B86-4F51-ADB0-2E5634607DFB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2" name="Rectangle 3931">
                <a:extLst>
                  <a:ext uri="{FF2B5EF4-FFF2-40B4-BE49-F238E27FC236}">
                    <a16:creationId xmlns:a16="http://schemas.microsoft.com/office/drawing/2014/main" id="{2F9C9CCC-45F6-41F4-8A08-9C6E753D7CA6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3" name="Rectangle 3932">
                <a:extLst>
                  <a:ext uri="{FF2B5EF4-FFF2-40B4-BE49-F238E27FC236}">
                    <a16:creationId xmlns:a16="http://schemas.microsoft.com/office/drawing/2014/main" id="{E3067814-D510-4748-B7DD-56FF18D287A2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4" name="Rectangle 3933">
                <a:extLst>
                  <a:ext uri="{FF2B5EF4-FFF2-40B4-BE49-F238E27FC236}">
                    <a16:creationId xmlns:a16="http://schemas.microsoft.com/office/drawing/2014/main" id="{91B9A0BC-F9B1-44A7-BE7C-736DE54A6C87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5" name="Rectangle 3934">
                <a:extLst>
                  <a:ext uri="{FF2B5EF4-FFF2-40B4-BE49-F238E27FC236}">
                    <a16:creationId xmlns:a16="http://schemas.microsoft.com/office/drawing/2014/main" id="{E109FA66-64CE-4B5C-B57F-CCEBEC76BA96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6" name="Rectangle 3935">
                <a:extLst>
                  <a:ext uri="{FF2B5EF4-FFF2-40B4-BE49-F238E27FC236}">
                    <a16:creationId xmlns:a16="http://schemas.microsoft.com/office/drawing/2014/main" id="{70769B27-82EB-4144-B2B4-FECC84ECC264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7" name="Rectangle 3936">
                <a:extLst>
                  <a:ext uri="{FF2B5EF4-FFF2-40B4-BE49-F238E27FC236}">
                    <a16:creationId xmlns:a16="http://schemas.microsoft.com/office/drawing/2014/main" id="{D6C8D6D2-3498-4D3D-AC08-429DB3932BFB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8" name="Rectangle 3937">
                <a:extLst>
                  <a:ext uri="{FF2B5EF4-FFF2-40B4-BE49-F238E27FC236}">
                    <a16:creationId xmlns:a16="http://schemas.microsoft.com/office/drawing/2014/main" id="{FD8DB967-25CC-4DE6-A3F3-94534396C98B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9" name="Rectangle 3938">
                <a:extLst>
                  <a:ext uri="{FF2B5EF4-FFF2-40B4-BE49-F238E27FC236}">
                    <a16:creationId xmlns:a16="http://schemas.microsoft.com/office/drawing/2014/main" id="{863274AD-8BB6-4F3A-8684-E42586551956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40" name="Rectangle 3939">
                <a:extLst>
                  <a:ext uri="{FF2B5EF4-FFF2-40B4-BE49-F238E27FC236}">
                    <a16:creationId xmlns:a16="http://schemas.microsoft.com/office/drawing/2014/main" id="{3245B958-FFAF-45CF-84E3-F175D5DCFA10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41" name="Rectangle 3940">
                <a:extLst>
                  <a:ext uri="{FF2B5EF4-FFF2-40B4-BE49-F238E27FC236}">
                    <a16:creationId xmlns:a16="http://schemas.microsoft.com/office/drawing/2014/main" id="{6DCC71F7-18C1-47BF-B88A-79DB9889B621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2" name="Rectangle 3941">
                <a:extLst>
                  <a:ext uri="{FF2B5EF4-FFF2-40B4-BE49-F238E27FC236}">
                    <a16:creationId xmlns:a16="http://schemas.microsoft.com/office/drawing/2014/main" id="{E5F3BA2F-37EE-4007-AF7A-21B4F093B391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3" name="Rectangle 3942">
                <a:extLst>
                  <a:ext uri="{FF2B5EF4-FFF2-40B4-BE49-F238E27FC236}">
                    <a16:creationId xmlns:a16="http://schemas.microsoft.com/office/drawing/2014/main" id="{6B978771-BECC-42A7-8D75-F3754B204607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4" name="Rectangle 3943">
                <a:extLst>
                  <a:ext uri="{FF2B5EF4-FFF2-40B4-BE49-F238E27FC236}">
                    <a16:creationId xmlns:a16="http://schemas.microsoft.com/office/drawing/2014/main" id="{EB8C503F-92B6-45F6-A086-A04E60B66073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5" name="Rectangle 3944">
                <a:extLst>
                  <a:ext uri="{FF2B5EF4-FFF2-40B4-BE49-F238E27FC236}">
                    <a16:creationId xmlns:a16="http://schemas.microsoft.com/office/drawing/2014/main" id="{000B4268-0FF5-49FB-A43C-898C9BD71E5E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6" name="Rectangle 3945">
                <a:extLst>
                  <a:ext uri="{FF2B5EF4-FFF2-40B4-BE49-F238E27FC236}">
                    <a16:creationId xmlns:a16="http://schemas.microsoft.com/office/drawing/2014/main" id="{2897E83A-56C6-41F5-B7C0-F9388790ED3F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7" name="Rectangle 3946">
                <a:extLst>
                  <a:ext uri="{FF2B5EF4-FFF2-40B4-BE49-F238E27FC236}">
                    <a16:creationId xmlns:a16="http://schemas.microsoft.com/office/drawing/2014/main" id="{1EBF060A-6BFA-4184-8116-2904FC75A34E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8" name="Rectangle 3947">
                <a:extLst>
                  <a:ext uri="{FF2B5EF4-FFF2-40B4-BE49-F238E27FC236}">
                    <a16:creationId xmlns:a16="http://schemas.microsoft.com/office/drawing/2014/main" id="{B196E472-7FDF-4059-A1E0-8BA566093ED5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9" name="Rectangle 3948">
                <a:extLst>
                  <a:ext uri="{FF2B5EF4-FFF2-40B4-BE49-F238E27FC236}">
                    <a16:creationId xmlns:a16="http://schemas.microsoft.com/office/drawing/2014/main" id="{E2D76560-7D14-4700-9663-092DAF1E5D55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0" name="Rectangle 3949">
                <a:extLst>
                  <a:ext uri="{FF2B5EF4-FFF2-40B4-BE49-F238E27FC236}">
                    <a16:creationId xmlns:a16="http://schemas.microsoft.com/office/drawing/2014/main" id="{754F17D0-2390-4C5F-8A3E-616B5E40E453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1" name="Rectangle 3950">
                <a:extLst>
                  <a:ext uri="{FF2B5EF4-FFF2-40B4-BE49-F238E27FC236}">
                    <a16:creationId xmlns:a16="http://schemas.microsoft.com/office/drawing/2014/main" id="{52358D22-714A-4BE1-8173-8BA283379F29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2" name="Rectangle 3951">
                <a:extLst>
                  <a:ext uri="{FF2B5EF4-FFF2-40B4-BE49-F238E27FC236}">
                    <a16:creationId xmlns:a16="http://schemas.microsoft.com/office/drawing/2014/main" id="{A7A6E382-04F4-413B-8CA7-D84CB23D0F08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3" name="Rectangle 3952">
                <a:extLst>
                  <a:ext uri="{FF2B5EF4-FFF2-40B4-BE49-F238E27FC236}">
                    <a16:creationId xmlns:a16="http://schemas.microsoft.com/office/drawing/2014/main" id="{FCF0619F-3AB2-4A11-9D44-2638A5C2DE02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4" name="Rectangle 3953">
                <a:extLst>
                  <a:ext uri="{FF2B5EF4-FFF2-40B4-BE49-F238E27FC236}">
                    <a16:creationId xmlns:a16="http://schemas.microsoft.com/office/drawing/2014/main" id="{9E2CF41B-746F-4E18-9FBB-6D0B4D92F3CB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5" name="Rectangle 3954">
                <a:extLst>
                  <a:ext uri="{FF2B5EF4-FFF2-40B4-BE49-F238E27FC236}">
                    <a16:creationId xmlns:a16="http://schemas.microsoft.com/office/drawing/2014/main" id="{D4552BF9-AC5B-4990-9D59-F1AAB060A7EC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6" name="Rectangle 3955">
                <a:extLst>
                  <a:ext uri="{FF2B5EF4-FFF2-40B4-BE49-F238E27FC236}">
                    <a16:creationId xmlns:a16="http://schemas.microsoft.com/office/drawing/2014/main" id="{A5570312-ED6C-4497-93DA-C8F67C52988F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7" name="Rectangle 3956">
                <a:extLst>
                  <a:ext uri="{FF2B5EF4-FFF2-40B4-BE49-F238E27FC236}">
                    <a16:creationId xmlns:a16="http://schemas.microsoft.com/office/drawing/2014/main" id="{A92B8096-0E14-4A77-9B86-B03081739177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8" name="Rectangle 3957">
                <a:extLst>
                  <a:ext uri="{FF2B5EF4-FFF2-40B4-BE49-F238E27FC236}">
                    <a16:creationId xmlns:a16="http://schemas.microsoft.com/office/drawing/2014/main" id="{4CC74263-8C1A-491B-B43A-8BF2DDA92B29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9" name="Rectangle 3958">
                <a:extLst>
                  <a:ext uri="{FF2B5EF4-FFF2-40B4-BE49-F238E27FC236}">
                    <a16:creationId xmlns:a16="http://schemas.microsoft.com/office/drawing/2014/main" id="{DC6A40B5-16A2-4556-9FC5-491BC293F696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0" name="Rectangle 3959">
                <a:extLst>
                  <a:ext uri="{FF2B5EF4-FFF2-40B4-BE49-F238E27FC236}">
                    <a16:creationId xmlns:a16="http://schemas.microsoft.com/office/drawing/2014/main" id="{993A1C4A-411A-49EA-9EE4-CC49209E419D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568" name="Freeform: Shape 3567">
              <a:extLst>
                <a:ext uri="{FF2B5EF4-FFF2-40B4-BE49-F238E27FC236}">
                  <a16:creationId xmlns:a16="http://schemas.microsoft.com/office/drawing/2014/main" id="{21484852-91AC-4ACC-88C7-B0B3B10D9617}"/>
                </a:ext>
              </a:extLst>
            </p:cNvPr>
            <p:cNvSpPr/>
            <p:nvPr/>
          </p:nvSpPr>
          <p:spPr>
            <a:xfrm rot="2700000">
              <a:off x="-1590816" y="7663531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69" name="Freeform: Shape 3568">
              <a:extLst>
                <a:ext uri="{FF2B5EF4-FFF2-40B4-BE49-F238E27FC236}">
                  <a16:creationId xmlns:a16="http://schemas.microsoft.com/office/drawing/2014/main" id="{24106C63-57A5-484C-A74F-04867B5397E5}"/>
                </a:ext>
              </a:extLst>
            </p:cNvPr>
            <p:cNvSpPr/>
            <p:nvPr/>
          </p:nvSpPr>
          <p:spPr>
            <a:xfrm>
              <a:off x="-2444017" y="94518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0" name="Freeform: Shape 3569">
              <a:extLst>
                <a:ext uri="{FF2B5EF4-FFF2-40B4-BE49-F238E27FC236}">
                  <a16:creationId xmlns:a16="http://schemas.microsoft.com/office/drawing/2014/main" id="{D7EA7987-3C13-498C-9D23-7CCF04020BC8}"/>
                </a:ext>
              </a:extLst>
            </p:cNvPr>
            <p:cNvSpPr/>
            <p:nvPr/>
          </p:nvSpPr>
          <p:spPr>
            <a:xfrm rot="2700000">
              <a:off x="-5778434" y="767229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71" name="Freeform: Shape 3570">
              <a:extLst>
                <a:ext uri="{FF2B5EF4-FFF2-40B4-BE49-F238E27FC236}">
                  <a16:creationId xmlns:a16="http://schemas.microsoft.com/office/drawing/2014/main" id="{5E2D321E-D805-4E98-A05D-4F20FF762014}"/>
                </a:ext>
              </a:extLst>
            </p:cNvPr>
            <p:cNvSpPr/>
            <p:nvPr/>
          </p:nvSpPr>
          <p:spPr>
            <a:xfrm>
              <a:off x="-3220535" y="949218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2" name="Freeform: Shape 3571">
              <a:extLst>
                <a:ext uri="{FF2B5EF4-FFF2-40B4-BE49-F238E27FC236}">
                  <a16:creationId xmlns:a16="http://schemas.microsoft.com/office/drawing/2014/main" id="{C581691A-EFAD-429C-B925-6709B10DEE5F}"/>
                </a:ext>
              </a:extLst>
            </p:cNvPr>
            <p:cNvSpPr/>
            <p:nvPr/>
          </p:nvSpPr>
          <p:spPr>
            <a:xfrm>
              <a:off x="-4962450" y="94518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3" name="Freeform: Shape 3572">
              <a:extLst>
                <a:ext uri="{FF2B5EF4-FFF2-40B4-BE49-F238E27FC236}">
                  <a16:creationId xmlns:a16="http://schemas.microsoft.com/office/drawing/2014/main" id="{0C1DDD98-F0CD-4D95-9FD1-3C9D4812E417}"/>
                </a:ext>
              </a:extLst>
            </p:cNvPr>
            <p:cNvSpPr/>
            <p:nvPr/>
          </p:nvSpPr>
          <p:spPr>
            <a:xfrm>
              <a:off x="-4059243" y="784006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4" name="Freeform: Shape 3573">
              <a:extLst>
                <a:ext uri="{FF2B5EF4-FFF2-40B4-BE49-F238E27FC236}">
                  <a16:creationId xmlns:a16="http://schemas.microsoft.com/office/drawing/2014/main" id="{F62539E3-BD1D-4013-8F60-0F88022E549E}"/>
                </a:ext>
              </a:extLst>
            </p:cNvPr>
            <p:cNvSpPr/>
            <p:nvPr/>
          </p:nvSpPr>
          <p:spPr>
            <a:xfrm rot="2607834" flipH="1">
              <a:off x="-4854522" y="771432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75" name="Freeform: Shape 3574">
              <a:extLst>
                <a:ext uri="{FF2B5EF4-FFF2-40B4-BE49-F238E27FC236}">
                  <a16:creationId xmlns:a16="http://schemas.microsoft.com/office/drawing/2014/main" id="{50FF8CB0-118C-4B39-8B44-1585B8E6789B}"/>
                </a:ext>
              </a:extLst>
            </p:cNvPr>
            <p:cNvSpPr/>
            <p:nvPr/>
          </p:nvSpPr>
          <p:spPr>
            <a:xfrm rot="2607834" flipH="1">
              <a:off x="-4051378" y="685066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76" name="Multiplication Sign 3575">
              <a:extLst>
                <a:ext uri="{FF2B5EF4-FFF2-40B4-BE49-F238E27FC236}">
                  <a16:creationId xmlns:a16="http://schemas.microsoft.com/office/drawing/2014/main" id="{20FF825B-6A74-471C-99CD-15B4CB598E1F}"/>
                </a:ext>
              </a:extLst>
            </p:cNvPr>
            <p:cNvSpPr/>
            <p:nvPr/>
          </p:nvSpPr>
          <p:spPr>
            <a:xfrm>
              <a:off x="-881174" y="98829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8" name="Multiplication Sign 3577">
              <a:extLst>
                <a:ext uri="{FF2B5EF4-FFF2-40B4-BE49-F238E27FC236}">
                  <a16:creationId xmlns:a16="http://schemas.microsoft.com/office/drawing/2014/main" id="{94CEC2A3-6D93-4DD2-B4A3-B36D9D953A2C}"/>
                </a:ext>
              </a:extLst>
            </p:cNvPr>
            <p:cNvSpPr/>
            <p:nvPr/>
          </p:nvSpPr>
          <p:spPr>
            <a:xfrm>
              <a:off x="3127347" y="1068510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3579" name="Group 3578">
              <a:extLst>
                <a:ext uri="{FF2B5EF4-FFF2-40B4-BE49-F238E27FC236}">
                  <a16:creationId xmlns:a16="http://schemas.microsoft.com/office/drawing/2014/main" id="{D30ED3DB-0EC7-4135-863E-5AFC55DE2BD6}"/>
                </a:ext>
              </a:extLst>
            </p:cNvPr>
            <p:cNvGrpSpPr/>
            <p:nvPr/>
          </p:nvGrpSpPr>
          <p:grpSpPr>
            <a:xfrm>
              <a:off x="-5739567" y="-3618016"/>
              <a:ext cx="5648639" cy="2162649"/>
              <a:chOff x="-5739567" y="-3676330"/>
              <a:chExt cx="5648639" cy="2162649"/>
            </a:xfrm>
          </p:grpSpPr>
          <p:sp>
            <p:nvSpPr>
              <p:cNvPr id="3909" name="Freeform: Shape 3908">
                <a:extLst>
                  <a:ext uri="{FF2B5EF4-FFF2-40B4-BE49-F238E27FC236}">
                    <a16:creationId xmlns:a16="http://schemas.microsoft.com/office/drawing/2014/main" id="{F8F3C550-CB5B-4327-8B50-C185B9A0B0DA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10" name="Freeform: Shape 3909">
                <a:extLst>
                  <a:ext uri="{FF2B5EF4-FFF2-40B4-BE49-F238E27FC236}">
                    <a16:creationId xmlns:a16="http://schemas.microsoft.com/office/drawing/2014/main" id="{182F698B-2FD4-49EA-B6C9-6F00E3751BF6}"/>
                  </a:ext>
                </a:extLst>
              </p:cNvPr>
              <p:cNvSpPr/>
              <p:nvPr/>
            </p:nvSpPr>
            <p:spPr>
              <a:xfrm rot="20876803">
                <a:off x="-4033060" y="-312173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11" name="Freeform: Shape 3910">
                <a:extLst>
                  <a:ext uri="{FF2B5EF4-FFF2-40B4-BE49-F238E27FC236}">
                    <a16:creationId xmlns:a16="http://schemas.microsoft.com/office/drawing/2014/main" id="{B90AD832-D36A-483A-B1E8-794CECF67424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12" name="Freeform: Shape 3911">
                <a:extLst>
                  <a:ext uri="{FF2B5EF4-FFF2-40B4-BE49-F238E27FC236}">
                    <a16:creationId xmlns:a16="http://schemas.microsoft.com/office/drawing/2014/main" id="{A6517851-6F1E-42E6-B8C5-B96BB4F43B57}"/>
                  </a:ext>
                </a:extLst>
              </p:cNvPr>
              <p:cNvSpPr/>
              <p:nvPr/>
            </p:nvSpPr>
            <p:spPr>
              <a:xfrm rot="20876803">
                <a:off x="-1372862" y="-22802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13" name="Freeform: Shape 3912">
                <a:extLst>
                  <a:ext uri="{FF2B5EF4-FFF2-40B4-BE49-F238E27FC236}">
                    <a16:creationId xmlns:a16="http://schemas.microsoft.com/office/drawing/2014/main" id="{06DD410A-E8FA-4063-8D8B-B86BB622B886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914" name="Straight Connector 3913">
                <a:extLst>
                  <a:ext uri="{FF2B5EF4-FFF2-40B4-BE49-F238E27FC236}">
                    <a16:creationId xmlns:a16="http://schemas.microsoft.com/office/drawing/2014/main" id="{C783AD50-653B-4FA0-8262-AE446D07A14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178" y="-317380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5" name="Straight Connector 3914">
                <a:extLst>
                  <a:ext uri="{FF2B5EF4-FFF2-40B4-BE49-F238E27FC236}">
                    <a16:creationId xmlns:a16="http://schemas.microsoft.com/office/drawing/2014/main" id="{8B86D5CE-DA7C-4919-B825-1C0DD0AAEF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72536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6" name="Straight Connector 3915">
                <a:extLst>
                  <a:ext uri="{FF2B5EF4-FFF2-40B4-BE49-F238E27FC236}">
                    <a16:creationId xmlns:a16="http://schemas.microsoft.com/office/drawing/2014/main" id="{CCB42FC4-5163-4270-9096-99EEB37B6C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17" name="Freeform: Shape 3916">
                <a:extLst>
                  <a:ext uri="{FF2B5EF4-FFF2-40B4-BE49-F238E27FC236}">
                    <a16:creationId xmlns:a16="http://schemas.microsoft.com/office/drawing/2014/main" id="{F716B004-14A1-41B9-82E1-9D8EE11D8113}"/>
                  </a:ext>
                </a:extLst>
              </p:cNvPr>
              <p:cNvSpPr/>
              <p:nvPr/>
            </p:nvSpPr>
            <p:spPr>
              <a:xfrm rot="2700000">
                <a:off x="-4875571" y="-3146160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18" name="Multiplication Sign 3917">
                <a:extLst>
                  <a:ext uri="{FF2B5EF4-FFF2-40B4-BE49-F238E27FC236}">
                    <a16:creationId xmlns:a16="http://schemas.microsoft.com/office/drawing/2014/main" id="{06F3DD83-8FE6-4707-9A2E-3645983E7910}"/>
                  </a:ext>
                </a:extLst>
              </p:cNvPr>
              <p:cNvSpPr/>
              <p:nvPr/>
            </p:nvSpPr>
            <p:spPr>
              <a:xfrm>
                <a:off x="-787796" y="-2493326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19" name="Freeform: Shape 3918">
                <a:extLst>
                  <a:ext uri="{FF2B5EF4-FFF2-40B4-BE49-F238E27FC236}">
                    <a16:creationId xmlns:a16="http://schemas.microsoft.com/office/drawing/2014/main" id="{EDC48E20-A5AB-40E1-B102-7C7507E39613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20" name="Freeform: Shape 3919">
                <a:extLst>
                  <a:ext uri="{FF2B5EF4-FFF2-40B4-BE49-F238E27FC236}">
                    <a16:creationId xmlns:a16="http://schemas.microsoft.com/office/drawing/2014/main" id="{7DA7D41D-3313-4AF2-8D57-204A64594D99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921" name="Straight Connector 3920">
                <a:extLst>
                  <a:ext uri="{FF2B5EF4-FFF2-40B4-BE49-F238E27FC236}">
                    <a16:creationId xmlns:a16="http://schemas.microsoft.com/office/drawing/2014/main" id="{1E6BF2DD-51FA-45E3-BA5E-ADE61F8434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51037" y="-3565464"/>
                <a:ext cx="1" cy="168925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22" name="Freeform: Shape 3921">
                <a:extLst>
                  <a:ext uri="{FF2B5EF4-FFF2-40B4-BE49-F238E27FC236}">
                    <a16:creationId xmlns:a16="http://schemas.microsoft.com/office/drawing/2014/main" id="{44BCDA8F-2359-4394-8172-D0084F45092C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923" name="Straight Connector 3922">
                <a:extLst>
                  <a:ext uri="{FF2B5EF4-FFF2-40B4-BE49-F238E27FC236}">
                    <a16:creationId xmlns:a16="http://schemas.microsoft.com/office/drawing/2014/main" id="{5A2BE73E-CC49-4D0D-AA8A-FA91DF4F6E2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958286" y="-1913751"/>
                <a:ext cx="79763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4" name="Straight Connector 3923">
                <a:extLst>
                  <a:ext uri="{FF2B5EF4-FFF2-40B4-BE49-F238E27FC236}">
                    <a16:creationId xmlns:a16="http://schemas.microsoft.com/office/drawing/2014/main" id="{D1A1A2C1-8674-4FD4-B18E-65076889ABF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0697" y="-2307708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9" name="Straight Connector 708">
                <a:extLst>
                  <a:ext uri="{FF2B5EF4-FFF2-40B4-BE49-F238E27FC236}">
                    <a16:creationId xmlns:a16="http://schemas.microsoft.com/office/drawing/2014/main" id="{EB7C1A71-74D5-439B-B255-047C206628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72536" y="-3676330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80" name="Straight Connector 3579">
              <a:extLst>
                <a:ext uri="{FF2B5EF4-FFF2-40B4-BE49-F238E27FC236}">
                  <a16:creationId xmlns:a16="http://schemas.microsoft.com/office/drawing/2014/main" id="{034F2DBC-2AD7-40FD-8C95-916DB3114E14}"/>
                </a:ext>
              </a:extLst>
            </p:cNvPr>
            <p:cNvCxnSpPr>
              <a:cxnSpLocks/>
            </p:cNvCxnSpPr>
            <p:nvPr/>
          </p:nvCxnSpPr>
          <p:spPr>
            <a:xfrm>
              <a:off x="4897338" y="-3447188"/>
              <a:ext cx="925150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81" name="Group 3580">
              <a:extLst>
                <a:ext uri="{FF2B5EF4-FFF2-40B4-BE49-F238E27FC236}">
                  <a16:creationId xmlns:a16="http://schemas.microsoft.com/office/drawing/2014/main" id="{EE91BFAD-8D07-4F27-85A8-48F3E812028A}"/>
                </a:ext>
              </a:extLst>
            </p:cNvPr>
            <p:cNvGrpSpPr/>
            <p:nvPr/>
          </p:nvGrpSpPr>
          <p:grpSpPr>
            <a:xfrm>
              <a:off x="466278" y="-3572970"/>
              <a:ext cx="5482343" cy="2117603"/>
              <a:chOff x="-5739567" y="-3631284"/>
              <a:chExt cx="5482343" cy="2117603"/>
            </a:xfrm>
          </p:grpSpPr>
          <p:sp>
            <p:nvSpPr>
              <p:cNvPr id="3892" name="Freeform: Shape 3891">
                <a:extLst>
                  <a:ext uri="{FF2B5EF4-FFF2-40B4-BE49-F238E27FC236}">
                    <a16:creationId xmlns:a16="http://schemas.microsoft.com/office/drawing/2014/main" id="{25419968-F9EE-432A-9A5D-FD4F2F0396AB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93" name="Freeform: Shape 3892">
                <a:extLst>
                  <a:ext uri="{FF2B5EF4-FFF2-40B4-BE49-F238E27FC236}">
                    <a16:creationId xmlns:a16="http://schemas.microsoft.com/office/drawing/2014/main" id="{160D08C1-920E-4733-B8D3-D64DFC8D0E59}"/>
                  </a:ext>
                </a:extLst>
              </p:cNvPr>
              <p:cNvSpPr/>
              <p:nvPr/>
            </p:nvSpPr>
            <p:spPr>
              <a:xfrm rot="20876803">
                <a:off x="-4053009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94" name="Freeform: Shape 3893">
                <a:extLst>
                  <a:ext uri="{FF2B5EF4-FFF2-40B4-BE49-F238E27FC236}">
                    <a16:creationId xmlns:a16="http://schemas.microsoft.com/office/drawing/2014/main" id="{0C8752D1-96CA-4C8C-A402-AA360C4DF467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95" name="Freeform: Shape 3894">
                <a:extLst>
                  <a:ext uri="{FF2B5EF4-FFF2-40B4-BE49-F238E27FC236}">
                    <a16:creationId xmlns:a16="http://schemas.microsoft.com/office/drawing/2014/main" id="{95A5A3A7-2793-4178-8298-0971793F9B73}"/>
                  </a:ext>
                </a:extLst>
              </p:cNvPr>
              <p:cNvSpPr/>
              <p:nvPr/>
            </p:nvSpPr>
            <p:spPr>
              <a:xfrm rot="20876803">
                <a:off x="-1494326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96" name="Freeform: Shape 3895">
                <a:extLst>
                  <a:ext uri="{FF2B5EF4-FFF2-40B4-BE49-F238E27FC236}">
                    <a16:creationId xmlns:a16="http://schemas.microsoft.com/office/drawing/2014/main" id="{C1409E9A-377D-45A8-BD8B-89A8050A4432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897" name="Straight Connector 3896">
                <a:extLst>
                  <a:ext uri="{FF2B5EF4-FFF2-40B4-BE49-F238E27FC236}">
                    <a16:creationId xmlns:a16="http://schemas.microsoft.com/office/drawing/2014/main" id="{37AC7B7A-F04D-4C81-ABA4-0DF40CDD87F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39647" y="-318099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8" name="Straight Connector 3897">
                <a:extLst>
                  <a:ext uri="{FF2B5EF4-FFF2-40B4-BE49-F238E27FC236}">
                    <a16:creationId xmlns:a16="http://schemas.microsoft.com/office/drawing/2014/main" id="{5F40C2AD-41A1-4356-ABC0-ACB1923659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9" name="Straight Connector 3898">
                <a:extLst>
                  <a:ext uri="{FF2B5EF4-FFF2-40B4-BE49-F238E27FC236}">
                    <a16:creationId xmlns:a16="http://schemas.microsoft.com/office/drawing/2014/main" id="{4945B09E-BD6A-46DF-8E35-BDBA84F47BE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54216" y="-2710194"/>
                <a:ext cx="95436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00" name="Freeform: Shape 3899">
                <a:extLst>
                  <a:ext uri="{FF2B5EF4-FFF2-40B4-BE49-F238E27FC236}">
                    <a16:creationId xmlns:a16="http://schemas.microsoft.com/office/drawing/2014/main" id="{5209023F-BC30-4C97-B427-DAA8023E5769}"/>
                  </a:ext>
                </a:extLst>
              </p:cNvPr>
              <p:cNvSpPr/>
              <p:nvPr/>
            </p:nvSpPr>
            <p:spPr>
              <a:xfrm rot="2700000">
                <a:off x="-4875571" y="-3146160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01" name="Freeform: Shape 3900">
                <a:extLst>
                  <a:ext uri="{FF2B5EF4-FFF2-40B4-BE49-F238E27FC236}">
                    <a16:creationId xmlns:a16="http://schemas.microsoft.com/office/drawing/2014/main" id="{CBF9C824-3362-498D-8D32-EC0620DF12E7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02" name="Freeform: Shape 3901">
                <a:extLst>
                  <a:ext uri="{FF2B5EF4-FFF2-40B4-BE49-F238E27FC236}">
                    <a16:creationId xmlns:a16="http://schemas.microsoft.com/office/drawing/2014/main" id="{34AEA98A-0DC7-4A6C-BDF0-984B46AE2450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903" name="Straight Connector 3902">
                <a:extLst>
                  <a:ext uri="{FF2B5EF4-FFF2-40B4-BE49-F238E27FC236}">
                    <a16:creationId xmlns:a16="http://schemas.microsoft.com/office/drawing/2014/main" id="{D950AE2B-5562-4060-87DA-8A312C3D2B6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04" name="Freeform: Shape 3903">
                <a:extLst>
                  <a:ext uri="{FF2B5EF4-FFF2-40B4-BE49-F238E27FC236}">
                    <a16:creationId xmlns:a16="http://schemas.microsoft.com/office/drawing/2014/main" id="{89867D4E-0E22-483A-8B6C-1B010C8F4F92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905" name="Straight Connector 3904">
                <a:extLst>
                  <a:ext uri="{FF2B5EF4-FFF2-40B4-BE49-F238E27FC236}">
                    <a16:creationId xmlns:a16="http://schemas.microsoft.com/office/drawing/2014/main" id="{9FF9A614-2C80-4175-9732-A800296148F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8" name="Straight Connector 3907">
                <a:extLst>
                  <a:ext uri="{FF2B5EF4-FFF2-40B4-BE49-F238E27FC236}">
                    <a16:creationId xmlns:a16="http://schemas.microsoft.com/office/drawing/2014/main" id="{B482C4AC-8515-4555-AF88-5E9AC49379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2127587" y="-3605303"/>
                <a:ext cx="0" cy="1919407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0" name="Straight Connector 709">
                <a:extLst>
                  <a:ext uri="{FF2B5EF4-FFF2-40B4-BE49-F238E27FC236}">
                    <a16:creationId xmlns:a16="http://schemas.microsoft.com/office/drawing/2014/main" id="{16580EC4-5E90-4BF0-8B5E-472774A9BC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490593" y="-3619603"/>
                <a:ext cx="0" cy="1727356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3" name="Straight Connector 712">
                <a:extLst>
                  <a:ext uri="{FF2B5EF4-FFF2-40B4-BE49-F238E27FC236}">
                    <a16:creationId xmlns:a16="http://schemas.microsoft.com/office/drawing/2014/main" id="{DA55C760-5A5D-495E-8CA6-0118D525E71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3375742" y="-3173809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799BA987-3F2E-41C1-8887-54DFCF07F9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944249" y="-3631284"/>
                <a:ext cx="95436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3" name="Straight Connector 722">
                <a:extLst>
                  <a:ext uri="{FF2B5EF4-FFF2-40B4-BE49-F238E27FC236}">
                    <a16:creationId xmlns:a16="http://schemas.microsoft.com/office/drawing/2014/main" id="{2A60F754-8901-42BF-8CD0-2AD10592A1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62914" y="-3625838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82" name="Group 3581">
              <a:extLst>
                <a:ext uri="{FF2B5EF4-FFF2-40B4-BE49-F238E27FC236}">
                  <a16:creationId xmlns:a16="http://schemas.microsoft.com/office/drawing/2014/main" id="{9033FC27-D38C-4372-9FB6-959A332CF6B1}"/>
                </a:ext>
              </a:extLst>
            </p:cNvPr>
            <p:cNvGrpSpPr/>
            <p:nvPr/>
          </p:nvGrpSpPr>
          <p:grpSpPr>
            <a:xfrm>
              <a:off x="466278" y="1654458"/>
              <a:ext cx="5482343" cy="3774890"/>
              <a:chOff x="-5739567" y="-5288571"/>
              <a:chExt cx="5482343" cy="3774890"/>
            </a:xfrm>
          </p:grpSpPr>
          <p:sp>
            <p:nvSpPr>
              <p:cNvPr id="3873" name="Freeform: Shape 3872">
                <a:extLst>
                  <a:ext uri="{FF2B5EF4-FFF2-40B4-BE49-F238E27FC236}">
                    <a16:creationId xmlns:a16="http://schemas.microsoft.com/office/drawing/2014/main" id="{4CC1A60F-98E1-4346-8E85-AA4E83425DB3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74" name="Freeform: Shape 3873">
                <a:extLst>
                  <a:ext uri="{FF2B5EF4-FFF2-40B4-BE49-F238E27FC236}">
                    <a16:creationId xmlns:a16="http://schemas.microsoft.com/office/drawing/2014/main" id="{652E5CEB-0EF9-48C1-833A-A31B9C07D917}"/>
                  </a:ext>
                </a:extLst>
              </p:cNvPr>
              <p:cNvSpPr/>
              <p:nvPr/>
            </p:nvSpPr>
            <p:spPr>
              <a:xfrm rot="20876803">
                <a:off x="-4048862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75" name="Freeform: Shape 3874">
                <a:extLst>
                  <a:ext uri="{FF2B5EF4-FFF2-40B4-BE49-F238E27FC236}">
                    <a16:creationId xmlns:a16="http://schemas.microsoft.com/office/drawing/2014/main" id="{C0FEFA57-D8FB-4C37-9970-CB93F91E942B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76" name="Freeform: Shape 3875">
                <a:extLst>
                  <a:ext uri="{FF2B5EF4-FFF2-40B4-BE49-F238E27FC236}">
                    <a16:creationId xmlns:a16="http://schemas.microsoft.com/office/drawing/2014/main" id="{9E393514-D72D-434E-8ED7-1BC1CEC1B53C}"/>
                  </a:ext>
                </a:extLst>
              </p:cNvPr>
              <p:cNvSpPr/>
              <p:nvPr/>
            </p:nvSpPr>
            <p:spPr>
              <a:xfrm rot="20876803">
                <a:off x="-1578585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77" name="Freeform: Shape 3876">
                <a:extLst>
                  <a:ext uri="{FF2B5EF4-FFF2-40B4-BE49-F238E27FC236}">
                    <a16:creationId xmlns:a16="http://schemas.microsoft.com/office/drawing/2014/main" id="{8424AB46-8DAA-4FC3-BD2B-6291061CA7FF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878" name="Straight Connector 3877">
                <a:extLst>
                  <a:ext uri="{FF2B5EF4-FFF2-40B4-BE49-F238E27FC236}">
                    <a16:creationId xmlns:a16="http://schemas.microsoft.com/office/drawing/2014/main" id="{D60EFCF6-5733-4F13-B1EB-DD7D844DE0F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9" name="Straight Connector 3878">
                <a:extLst>
                  <a:ext uri="{FF2B5EF4-FFF2-40B4-BE49-F238E27FC236}">
                    <a16:creationId xmlns:a16="http://schemas.microsoft.com/office/drawing/2014/main" id="{82BA59B8-3345-4D9F-98C9-987D7840490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2710194"/>
                <a:ext cx="811972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80" name="Freeform: Shape 3879">
                <a:extLst>
                  <a:ext uri="{FF2B5EF4-FFF2-40B4-BE49-F238E27FC236}">
                    <a16:creationId xmlns:a16="http://schemas.microsoft.com/office/drawing/2014/main" id="{1C6F10A9-00AB-4863-AF99-D47E9FDF9239}"/>
                  </a:ext>
                </a:extLst>
              </p:cNvPr>
              <p:cNvSpPr/>
              <p:nvPr/>
            </p:nvSpPr>
            <p:spPr>
              <a:xfrm rot="2700000">
                <a:off x="-4932586" y="-306540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81" name="Freeform: Shape 3880">
                <a:extLst>
                  <a:ext uri="{FF2B5EF4-FFF2-40B4-BE49-F238E27FC236}">
                    <a16:creationId xmlns:a16="http://schemas.microsoft.com/office/drawing/2014/main" id="{55F2118E-F51A-4675-BC98-8B7C322C76CE}"/>
                  </a:ext>
                </a:extLst>
              </p:cNvPr>
              <p:cNvSpPr/>
              <p:nvPr/>
            </p:nvSpPr>
            <p:spPr>
              <a:xfrm rot="20876803">
                <a:off x="-2392821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82" name="Freeform: Shape 3881">
                <a:extLst>
                  <a:ext uri="{FF2B5EF4-FFF2-40B4-BE49-F238E27FC236}">
                    <a16:creationId xmlns:a16="http://schemas.microsoft.com/office/drawing/2014/main" id="{B5488694-82D3-4B89-9BBF-46462B8A8BAA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83" name="Straight Connector 3882">
                <a:extLst>
                  <a:ext uri="{FF2B5EF4-FFF2-40B4-BE49-F238E27FC236}">
                    <a16:creationId xmlns:a16="http://schemas.microsoft.com/office/drawing/2014/main" id="{44083357-7371-4259-BBC1-97CAFBA9C8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84" name="Freeform: Shape 3883">
                <a:extLst>
                  <a:ext uri="{FF2B5EF4-FFF2-40B4-BE49-F238E27FC236}">
                    <a16:creationId xmlns:a16="http://schemas.microsoft.com/office/drawing/2014/main" id="{B05B2654-A58B-48AA-9338-01E571B19039}"/>
                  </a:ext>
                </a:extLst>
              </p:cNvPr>
              <p:cNvSpPr/>
              <p:nvPr/>
            </p:nvSpPr>
            <p:spPr>
              <a:xfrm rot="2700000">
                <a:off x="-1514129" y="-300969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85" name="Straight Connector 3884">
                <a:extLst>
                  <a:ext uri="{FF2B5EF4-FFF2-40B4-BE49-F238E27FC236}">
                    <a16:creationId xmlns:a16="http://schemas.microsoft.com/office/drawing/2014/main" id="{B856A522-4CEC-43B3-BB0E-41EF1945DD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6" name="Straight Connector 3885">
                <a:extLst>
                  <a:ext uri="{FF2B5EF4-FFF2-40B4-BE49-F238E27FC236}">
                    <a16:creationId xmlns:a16="http://schemas.microsoft.com/office/drawing/2014/main" id="{88C062D0-3C96-4AE1-A559-7A87584E88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5223042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7" name="Straight Connector 3886">
                <a:extLst>
                  <a:ext uri="{FF2B5EF4-FFF2-40B4-BE49-F238E27FC236}">
                    <a16:creationId xmlns:a16="http://schemas.microsoft.com/office/drawing/2014/main" id="{6A345750-0BCA-441C-AEA1-CB75222A74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5288571"/>
                <a:ext cx="0" cy="3418597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8" name="Straight Connector 3887">
                <a:extLst>
                  <a:ext uri="{FF2B5EF4-FFF2-40B4-BE49-F238E27FC236}">
                    <a16:creationId xmlns:a16="http://schemas.microsoft.com/office/drawing/2014/main" id="{920D4EE9-CEE3-400C-9291-E24EFE64E5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3797489" y="-5208079"/>
                <a:ext cx="0" cy="1743288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9" name="Straight Connector 3888">
                <a:extLst>
                  <a:ext uri="{FF2B5EF4-FFF2-40B4-BE49-F238E27FC236}">
                    <a16:creationId xmlns:a16="http://schemas.microsoft.com/office/drawing/2014/main" id="{2E1A54E3-B68A-4467-B196-87D51F3B63D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88949" y="-230770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0" name="Straight Connector 3889">
                <a:extLst>
                  <a:ext uri="{FF2B5EF4-FFF2-40B4-BE49-F238E27FC236}">
                    <a16:creationId xmlns:a16="http://schemas.microsoft.com/office/drawing/2014/main" id="{8BA055E1-BA63-41F2-88D1-331D4AA7731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3461908" y="-305695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1" name="Straight Connector 3890">
                <a:extLst>
                  <a:ext uri="{FF2B5EF4-FFF2-40B4-BE49-F238E27FC236}">
                    <a16:creationId xmlns:a16="http://schemas.microsoft.com/office/drawing/2014/main" id="{44038767-4E72-4EC7-BAF5-51CCF4952B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3488449"/>
                <a:ext cx="811972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83" name="Freeform: Shape 3582">
              <a:extLst>
                <a:ext uri="{FF2B5EF4-FFF2-40B4-BE49-F238E27FC236}">
                  <a16:creationId xmlns:a16="http://schemas.microsoft.com/office/drawing/2014/main" id="{D0009DB6-2609-4D4E-B36C-7168991C5108}"/>
                </a:ext>
              </a:extLst>
            </p:cNvPr>
            <p:cNvSpPr/>
            <p:nvPr/>
          </p:nvSpPr>
          <p:spPr>
            <a:xfrm rot="20876803">
              <a:off x="-5678575" y="3739326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84" name="Freeform: Shape 3583">
              <a:extLst>
                <a:ext uri="{FF2B5EF4-FFF2-40B4-BE49-F238E27FC236}">
                  <a16:creationId xmlns:a16="http://schemas.microsoft.com/office/drawing/2014/main" id="{49346247-7F96-4D67-AED4-4CCC3661122A}"/>
                </a:ext>
              </a:extLst>
            </p:cNvPr>
            <p:cNvSpPr/>
            <p:nvPr/>
          </p:nvSpPr>
          <p:spPr>
            <a:xfrm rot="20876803">
              <a:off x="-3994123" y="3821297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85" name="Freeform: Shape 3584">
              <a:extLst>
                <a:ext uri="{FF2B5EF4-FFF2-40B4-BE49-F238E27FC236}">
                  <a16:creationId xmlns:a16="http://schemas.microsoft.com/office/drawing/2014/main" id="{513E6001-61C5-4D70-87B7-C8A37CF42CD4}"/>
                </a:ext>
              </a:extLst>
            </p:cNvPr>
            <p:cNvSpPr/>
            <p:nvPr/>
          </p:nvSpPr>
          <p:spPr>
            <a:xfrm rot="20876803">
              <a:off x="-649954" y="382832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86" name="Freeform: Shape 3585">
              <a:extLst>
                <a:ext uri="{FF2B5EF4-FFF2-40B4-BE49-F238E27FC236}">
                  <a16:creationId xmlns:a16="http://schemas.microsoft.com/office/drawing/2014/main" id="{C1EE30A1-AF4A-431A-86C8-50C229767588}"/>
                </a:ext>
              </a:extLst>
            </p:cNvPr>
            <p:cNvSpPr/>
            <p:nvPr/>
          </p:nvSpPr>
          <p:spPr>
            <a:xfrm rot="20876803">
              <a:off x="-1610321" y="466274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87" name="Freeform: Shape 3586">
              <a:extLst>
                <a:ext uri="{FF2B5EF4-FFF2-40B4-BE49-F238E27FC236}">
                  <a16:creationId xmlns:a16="http://schemas.microsoft.com/office/drawing/2014/main" id="{19477352-2D4B-4895-B1A6-A7097C03859F}"/>
                </a:ext>
              </a:extLst>
            </p:cNvPr>
            <p:cNvSpPr/>
            <p:nvPr/>
          </p:nvSpPr>
          <p:spPr>
            <a:xfrm rot="20876803">
              <a:off x="-3970299" y="467036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588" name="Straight Connector 3587">
              <a:extLst>
                <a:ext uri="{FF2B5EF4-FFF2-40B4-BE49-F238E27FC236}">
                  <a16:creationId xmlns:a16="http://schemas.microsoft.com/office/drawing/2014/main" id="{1C07B07F-D9BA-4DE3-8970-3392C387D1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59332" y="5160492"/>
              <a:ext cx="176633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9" name="Straight Connector 3588">
              <a:extLst>
                <a:ext uri="{FF2B5EF4-FFF2-40B4-BE49-F238E27FC236}">
                  <a16:creationId xmlns:a16="http://schemas.microsoft.com/office/drawing/2014/main" id="{10D0FC97-B90D-4C51-A9A6-18D055854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755821" y="4312078"/>
              <a:ext cx="3362826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90" name="Freeform: Shape 3589">
              <a:extLst>
                <a:ext uri="{FF2B5EF4-FFF2-40B4-BE49-F238E27FC236}">
                  <a16:creationId xmlns:a16="http://schemas.microsoft.com/office/drawing/2014/main" id="{3A53705F-53A5-403E-94C4-54107501835B}"/>
                </a:ext>
              </a:extLst>
            </p:cNvPr>
            <p:cNvSpPr/>
            <p:nvPr/>
          </p:nvSpPr>
          <p:spPr>
            <a:xfrm rot="2700000">
              <a:off x="-4814579" y="379686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91" name="Freeform: Shape 3590">
              <a:extLst>
                <a:ext uri="{FF2B5EF4-FFF2-40B4-BE49-F238E27FC236}">
                  <a16:creationId xmlns:a16="http://schemas.microsoft.com/office/drawing/2014/main" id="{A026CB02-DFB1-452E-A82B-ED40A0F445BA}"/>
                </a:ext>
              </a:extLst>
            </p:cNvPr>
            <p:cNvSpPr/>
            <p:nvPr/>
          </p:nvSpPr>
          <p:spPr>
            <a:xfrm rot="20876803">
              <a:off x="-2293456" y="463278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92" name="Freeform: Shape 3591">
              <a:extLst>
                <a:ext uri="{FF2B5EF4-FFF2-40B4-BE49-F238E27FC236}">
                  <a16:creationId xmlns:a16="http://schemas.microsoft.com/office/drawing/2014/main" id="{58686C5B-32FC-4CEB-8331-E295F6B0D0C4}"/>
                </a:ext>
              </a:extLst>
            </p:cNvPr>
            <p:cNvSpPr/>
            <p:nvPr/>
          </p:nvSpPr>
          <p:spPr>
            <a:xfrm rot="2700000">
              <a:off x="-3197716" y="463429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593" name="Straight Connector 3592">
              <a:extLst>
                <a:ext uri="{FF2B5EF4-FFF2-40B4-BE49-F238E27FC236}">
                  <a16:creationId xmlns:a16="http://schemas.microsoft.com/office/drawing/2014/main" id="{BCA3E151-6569-4576-B857-1F3C07360AF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848104" y="474834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4" name="Straight Connector 3593">
              <a:extLst>
                <a:ext uri="{FF2B5EF4-FFF2-40B4-BE49-F238E27FC236}">
                  <a16:creationId xmlns:a16="http://schemas.microsoft.com/office/drawing/2014/main" id="{3100B4DD-1A05-490B-B160-D1778F62A8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5537522" y="5160492"/>
              <a:ext cx="1847650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5" name="Straight Connector 3594">
              <a:extLst>
                <a:ext uri="{FF2B5EF4-FFF2-40B4-BE49-F238E27FC236}">
                  <a16:creationId xmlns:a16="http://schemas.microsoft.com/office/drawing/2014/main" id="{143C53B9-C4B6-4641-8573-7578E5CDE14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4258977" y="470421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96" name="Freeform: Shape 3595">
              <a:extLst>
                <a:ext uri="{FF2B5EF4-FFF2-40B4-BE49-F238E27FC236}">
                  <a16:creationId xmlns:a16="http://schemas.microsoft.com/office/drawing/2014/main" id="{E44F4507-02BD-4B7F-823B-70EEAC42898F}"/>
                </a:ext>
              </a:extLst>
            </p:cNvPr>
            <p:cNvSpPr/>
            <p:nvPr/>
          </p:nvSpPr>
          <p:spPr>
            <a:xfrm rot="2700000">
              <a:off x="-1532756" y="3835741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3597" name="Group 3596">
              <a:extLst>
                <a:ext uri="{FF2B5EF4-FFF2-40B4-BE49-F238E27FC236}">
                  <a16:creationId xmlns:a16="http://schemas.microsoft.com/office/drawing/2014/main" id="{4F045245-4456-4822-8913-80F50FEB3327}"/>
                </a:ext>
              </a:extLst>
            </p:cNvPr>
            <p:cNvGrpSpPr/>
            <p:nvPr/>
          </p:nvGrpSpPr>
          <p:grpSpPr>
            <a:xfrm>
              <a:off x="6741009" y="3301052"/>
              <a:ext cx="5482343" cy="2128296"/>
              <a:chOff x="-5739567" y="-3641977"/>
              <a:chExt cx="5482343" cy="2128296"/>
            </a:xfrm>
          </p:grpSpPr>
          <p:sp>
            <p:nvSpPr>
              <p:cNvPr id="3856" name="Freeform: Shape 3855">
                <a:extLst>
                  <a:ext uri="{FF2B5EF4-FFF2-40B4-BE49-F238E27FC236}">
                    <a16:creationId xmlns:a16="http://schemas.microsoft.com/office/drawing/2014/main" id="{86A7A978-C637-4172-B674-1586EA0E91D3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57" name="Freeform: Shape 3856">
                <a:extLst>
                  <a:ext uri="{FF2B5EF4-FFF2-40B4-BE49-F238E27FC236}">
                    <a16:creationId xmlns:a16="http://schemas.microsoft.com/office/drawing/2014/main" id="{6132D581-0E1B-4768-A43E-9CACE6477A39}"/>
                  </a:ext>
                </a:extLst>
              </p:cNvPr>
              <p:cNvSpPr/>
              <p:nvPr/>
            </p:nvSpPr>
            <p:spPr>
              <a:xfrm rot="20876803">
                <a:off x="-3998524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58" name="Freeform: Shape 3857">
                <a:extLst>
                  <a:ext uri="{FF2B5EF4-FFF2-40B4-BE49-F238E27FC236}">
                    <a16:creationId xmlns:a16="http://schemas.microsoft.com/office/drawing/2014/main" id="{EC9095DD-1E45-43F0-918B-1D6A480E5B06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59" name="Freeform: Shape 3858">
                <a:extLst>
                  <a:ext uri="{FF2B5EF4-FFF2-40B4-BE49-F238E27FC236}">
                    <a16:creationId xmlns:a16="http://schemas.microsoft.com/office/drawing/2014/main" id="{8ED4FE4A-EA98-45F9-9225-FDF328BEEBD0}"/>
                  </a:ext>
                </a:extLst>
              </p:cNvPr>
              <p:cNvSpPr/>
              <p:nvPr/>
            </p:nvSpPr>
            <p:spPr>
              <a:xfrm rot="20876803">
                <a:off x="-1530257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60" name="Freeform: Shape 3859">
                <a:extLst>
                  <a:ext uri="{FF2B5EF4-FFF2-40B4-BE49-F238E27FC236}">
                    <a16:creationId xmlns:a16="http://schemas.microsoft.com/office/drawing/2014/main" id="{F739DFBF-B1D0-4EAD-955D-D3B0139538A7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861" name="Straight Connector 3860">
                <a:extLst>
                  <a:ext uri="{FF2B5EF4-FFF2-40B4-BE49-F238E27FC236}">
                    <a16:creationId xmlns:a16="http://schemas.microsoft.com/office/drawing/2014/main" id="{37F9A5BB-4A68-4CD7-BA12-64A985E8B32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4481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2" name="Straight Connector 3861">
                <a:extLst>
                  <a:ext uri="{FF2B5EF4-FFF2-40B4-BE49-F238E27FC236}">
                    <a16:creationId xmlns:a16="http://schemas.microsoft.com/office/drawing/2014/main" id="{9F509601-1BA9-41AD-8901-2264E6BBB6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3" name="Straight Connector 3862">
                <a:extLst>
                  <a:ext uri="{FF2B5EF4-FFF2-40B4-BE49-F238E27FC236}">
                    <a16:creationId xmlns:a16="http://schemas.microsoft.com/office/drawing/2014/main" id="{D9753350-D7E4-441D-964C-98FA5667174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64" name="Freeform: Shape 3863">
                <a:extLst>
                  <a:ext uri="{FF2B5EF4-FFF2-40B4-BE49-F238E27FC236}">
                    <a16:creationId xmlns:a16="http://schemas.microsoft.com/office/drawing/2014/main" id="{12581C73-EF7D-46F5-8E0F-B374B0D96A13}"/>
                  </a:ext>
                </a:extLst>
              </p:cNvPr>
              <p:cNvSpPr/>
              <p:nvPr/>
            </p:nvSpPr>
            <p:spPr>
              <a:xfrm rot="2700000">
                <a:off x="-4992485" y="-3027634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65" name="Freeform: Shape 3864">
                <a:extLst>
                  <a:ext uri="{FF2B5EF4-FFF2-40B4-BE49-F238E27FC236}">
                    <a16:creationId xmlns:a16="http://schemas.microsoft.com/office/drawing/2014/main" id="{61FADEF6-5953-4500-9C8D-200B0D5C718D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66" name="Freeform: Shape 3865">
                <a:extLst>
                  <a:ext uri="{FF2B5EF4-FFF2-40B4-BE49-F238E27FC236}">
                    <a16:creationId xmlns:a16="http://schemas.microsoft.com/office/drawing/2014/main" id="{A27176AC-12A9-4875-8E60-A0ED418A598D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67" name="Straight Connector 3866">
                <a:extLst>
                  <a:ext uri="{FF2B5EF4-FFF2-40B4-BE49-F238E27FC236}">
                    <a16:creationId xmlns:a16="http://schemas.microsoft.com/office/drawing/2014/main" id="{DB20A35E-259F-4AFC-BF99-00C05CB346E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68" name="Freeform: Shape 3867">
                <a:extLst>
                  <a:ext uri="{FF2B5EF4-FFF2-40B4-BE49-F238E27FC236}">
                    <a16:creationId xmlns:a16="http://schemas.microsoft.com/office/drawing/2014/main" id="{3622F6F3-6770-41A3-A756-F4F531A02A86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69" name="Straight Connector 3868">
                <a:extLst>
                  <a:ext uri="{FF2B5EF4-FFF2-40B4-BE49-F238E27FC236}">
                    <a16:creationId xmlns:a16="http://schemas.microsoft.com/office/drawing/2014/main" id="{1B8FBCBA-1A52-4FE9-B70F-87E65CD598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0" name="Straight Connector 3869">
                <a:extLst>
                  <a:ext uri="{FF2B5EF4-FFF2-40B4-BE49-F238E27FC236}">
                    <a16:creationId xmlns:a16="http://schemas.microsoft.com/office/drawing/2014/main" id="{A8E5699B-9076-437C-A15F-BF7D4EA72BD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3587158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1" name="Straight Connector 3870">
                <a:extLst>
                  <a:ext uri="{FF2B5EF4-FFF2-40B4-BE49-F238E27FC236}">
                    <a16:creationId xmlns:a16="http://schemas.microsoft.com/office/drawing/2014/main" id="{64890BD7-3EC8-4298-83B5-2DD2DCB93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3641977"/>
                <a:ext cx="0" cy="1772003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2" name="Straight Connector 3871">
                <a:extLst>
                  <a:ext uri="{FF2B5EF4-FFF2-40B4-BE49-F238E27FC236}">
                    <a16:creationId xmlns:a16="http://schemas.microsoft.com/office/drawing/2014/main" id="{FC7EF4CB-768B-4BCF-AC4A-93918B0FF70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983" y="-318145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98" name="Group 3597">
              <a:extLst>
                <a:ext uri="{FF2B5EF4-FFF2-40B4-BE49-F238E27FC236}">
                  <a16:creationId xmlns:a16="http://schemas.microsoft.com/office/drawing/2014/main" id="{F6E1E103-C33A-4831-8CD2-EF06F756FCCA}"/>
                </a:ext>
              </a:extLst>
            </p:cNvPr>
            <p:cNvGrpSpPr/>
            <p:nvPr/>
          </p:nvGrpSpPr>
          <p:grpSpPr>
            <a:xfrm>
              <a:off x="-5858039" y="10462898"/>
              <a:ext cx="5482343" cy="2128296"/>
              <a:chOff x="-5739567" y="-3641977"/>
              <a:chExt cx="5482343" cy="2128296"/>
            </a:xfrm>
          </p:grpSpPr>
          <p:sp>
            <p:nvSpPr>
              <p:cNvPr id="3838" name="Freeform: Shape 3837">
                <a:extLst>
                  <a:ext uri="{FF2B5EF4-FFF2-40B4-BE49-F238E27FC236}">
                    <a16:creationId xmlns:a16="http://schemas.microsoft.com/office/drawing/2014/main" id="{F038EBDC-47F0-4459-9CBB-84AFDB895BB6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9" name="Freeform: Shape 3838">
                <a:extLst>
                  <a:ext uri="{FF2B5EF4-FFF2-40B4-BE49-F238E27FC236}">
                    <a16:creationId xmlns:a16="http://schemas.microsoft.com/office/drawing/2014/main" id="{C03F56A8-741E-4E1B-B23F-C83F2788ED64}"/>
                  </a:ext>
                </a:extLst>
              </p:cNvPr>
              <p:cNvSpPr/>
              <p:nvPr/>
            </p:nvSpPr>
            <p:spPr>
              <a:xfrm rot="20876803">
                <a:off x="-3970377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40" name="Freeform: Shape 3839">
                <a:extLst>
                  <a:ext uri="{FF2B5EF4-FFF2-40B4-BE49-F238E27FC236}">
                    <a16:creationId xmlns:a16="http://schemas.microsoft.com/office/drawing/2014/main" id="{95254223-6E0F-43D1-B18D-55F8AF5C9C3E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41" name="Freeform: Shape 3840">
                <a:extLst>
                  <a:ext uri="{FF2B5EF4-FFF2-40B4-BE49-F238E27FC236}">
                    <a16:creationId xmlns:a16="http://schemas.microsoft.com/office/drawing/2014/main" id="{1CA8EABB-5AFC-40DE-9AF6-36AEB9CE63B3}"/>
                  </a:ext>
                </a:extLst>
              </p:cNvPr>
              <p:cNvSpPr/>
              <p:nvPr/>
            </p:nvSpPr>
            <p:spPr>
              <a:xfrm rot="20876803">
                <a:off x="-1479182" y="-22802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42" name="Freeform: Shape 3841">
                <a:extLst>
                  <a:ext uri="{FF2B5EF4-FFF2-40B4-BE49-F238E27FC236}">
                    <a16:creationId xmlns:a16="http://schemas.microsoft.com/office/drawing/2014/main" id="{F20EDBD2-85DC-402E-AD04-D6EE1ADD5A48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843" name="Straight Connector 3842">
                <a:extLst>
                  <a:ext uri="{FF2B5EF4-FFF2-40B4-BE49-F238E27FC236}">
                    <a16:creationId xmlns:a16="http://schemas.microsoft.com/office/drawing/2014/main" id="{CADA9DA5-5185-4F0E-971C-56FD65DEFB2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4481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4" name="Straight Connector 3843">
                <a:extLst>
                  <a:ext uri="{FF2B5EF4-FFF2-40B4-BE49-F238E27FC236}">
                    <a16:creationId xmlns:a16="http://schemas.microsoft.com/office/drawing/2014/main" id="{51CF42DB-EC3E-4E4C-BC21-154C5A742B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5" name="Straight Connector 3844">
                <a:extLst>
                  <a:ext uri="{FF2B5EF4-FFF2-40B4-BE49-F238E27FC236}">
                    <a16:creationId xmlns:a16="http://schemas.microsoft.com/office/drawing/2014/main" id="{9ECA22CA-1D15-4E54-B3FF-0BE6FC0F47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46" name="Freeform: Shape 3845">
                <a:extLst>
                  <a:ext uri="{FF2B5EF4-FFF2-40B4-BE49-F238E27FC236}">
                    <a16:creationId xmlns:a16="http://schemas.microsoft.com/office/drawing/2014/main" id="{757607A9-BE75-4E66-8835-641C42FF496C}"/>
                  </a:ext>
                </a:extLst>
              </p:cNvPr>
              <p:cNvSpPr/>
              <p:nvPr/>
            </p:nvSpPr>
            <p:spPr>
              <a:xfrm rot="2700000">
                <a:off x="-5000852" y="-299146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47" name="Freeform: Shape 3846">
                <a:extLst>
                  <a:ext uri="{FF2B5EF4-FFF2-40B4-BE49-F238E27FC236}">
                    <a16:creationId xmlns:a16="http://schemas.microsoft.com/office/drawing/2014/main" id="{2563CC5E-EE1E-425C-9144-A9F5A3255245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48" name="Freeform: Shape 3847">
                <a:extLst>
                  <a:ext uri="{FF2B5EF4-FFF2-40B4-BE49-F238E27FC236}">
                    <a16:creationId xmlns:a16="http://schemas.microsoft.com/office/drawing/2014/main" id="{7139A039-A64E-4211-B325-71A19FF26F27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49" name="Straight Connector 3848">
                <a:extLst>
                  <a:ext uri="{FF2B5EF4-FFF2-40B4-BE49-F238E27FC236}">
                    <a16:creationId xmlns:a16="http://schemas.microsoft.com/office/drawing/2014/main" id="{F7BD27B6-711C-42EA-B0AA-4127D52E7E6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50" name="Freeform: Shape 3849">
                <a:extLst>
                  <a:ext uri="{FF2B5EF4-FFF2-40B4-BE49-F238E27FC236}">
                    <a16:creationId xmlns:a16="http://schemas.microsoft.com/office/drawing/2014/main" id="{97CB1913-37D7-4A42-ADD7-83AAAAF805B3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51" name="Straight Connector 3850">
                <a:extLst>
                  <a:ext uri="{FF2B5EF4-FFF2-40B4-BE49-F238E27FC236}">
                    <a16:creationId xmlns:a16="http://schemas.microsoft.com/office/drawing/2014/main" id="{4C93EB92-BE93-488C-BB2C-6D524BDBB1F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3" name="Straight Connector 3852">
                <a:extLst>
                  <a:ext uri="{FF2B5EF4-FFF2-40B4-BE49-F238E27FC236}">
                    <a16:creationId xmlns:a16="http://schemas.microsoft.com/office/drawing/2014/main" id="{6A85B398-EBA4-4C0A-8070-005B364F39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3641977"/>
                <a:ext cx="0" cy="1772003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5" name="Straight Connector 3854">
                <a:extLst>
                  <a:ext uri="{FF2B5EF4-FFF2-40B4-BE49-F238E27FC236}">
                    <a16:creationId xmlns:a16="http://schemas.microsoft.com/office/drawing/2014/main" id="{ADB923D9-D213-44D4-B2C3-03EABBDA78B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6256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2" name="Straight Connector 761">
                <a:extLst>
                  <a:ext uri="{FF2B5EF4-FFF2-40B4-BE49-F238E27FC236}">
                    <a16:creationId xmlns:a16="http://schemas.microsoft.com/office/drawing/2014/main" id="{107856F3-AB2B-4C2A-A62D-B2BBF3092D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3532932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3" name="Straight Connector 762">
                <a:extLst>
                  <a:ext uri="{FF2B5EF4-FFF2-40B4-BE49-F238E27FC236}">
                    <a16:creationId xmlns:a16="http://schemas.microsoft.com/office/drawing/2014/main" id="{1B35BEE5-7DB9-4AE6-9B8F-952C016F55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6257" y="-315812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99" name="Multiplication Sign 3598">
              <a:extLst>
                <a:ext uri="{FF2B5EF4-FFF2-40B4-BE49-F238E27FC236}">
                  <a16:creationId xmlns:a16="http://schemas.microsoft.com/office/drawing/2014/main" id="{BC0B7A80-B35A-4577-8087-13E1D653FB6A}"/>
                </a:ext>
              </a:extLst>
            </p:cNvPr>
            <p:cNvSpPr/>
            <p:nvPr/>
          </p:nvSpPr>
          <p:spPr>
            <a:xfrm>
              <a:off x="-4627164" y="11084267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00" name="Multiplication Sign 3599">
              <a:extLst>
                <a:ext uri="{FF2B5EF4-FFF2-40B4-BE49-F238E27FC236}">
                  <a16:creationId xmlns:a16="http://schemas.microsoft.com/office/drawing/2014/main" id="{6BA14E06-552F-464D-9BBD-A27638736D8A}"/>
                </a:ext>
              </a:extLst>
            </p:cNvPr>
            <p:cNvSpPr/>
            <p:nvPr/>
          </p:nvSpPr>
          <p:spPr>
            <a:xfrm>
              <a:off x="-2120351" y="3665130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01" name="Freeform: Shape 3600">
              <a:extLst>
                <a:ext uri="{FF2B5EF4-FFF2-40B4-BE49-F238E27FC236}">
                  <a16:creationId xmlns:a16="http://schemas.microsoft.com/office/drawing/2014/main" id="{3D5494AE-0EC9-44B7-8D23-9292998EC10F}"/>
                </a:ext>
              </a:extLst>
            </p:cNvPr>
            <p:cNvSpPr/>
            <p:nvPr/>
          </p:nvSpPr>
          <p:spPr>
            <a:xfrm rot="2607834" flipH="1">
              <a:off x="5469541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02" name="Freeform: Shape 3601">
              <a:extLst>
                <a:ext uri="{FF2B5EF4-FFF2-40B4-BE49-F238E27FC236}">
                  <a16:creationId xmlns:a16="http://schemas.microsoft.com/office/drawing/2014/main" id="{C596ACDF-7A6B-4377-8535-674F35F37A07}"/>
                </a:ext>
              </a:extLst>
            </p:cNvPr>
            <p:cNvSpPr/>
            <p:nvPr/>
          </p:nvSpPr>
          <p:spPr>
            <a:xfrm rot="2607834" flipH="1">
              <a:off x="3788098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03" name="Freeform: Shape 3602">
              <a:extLst>
                <a:ext uri="{FF2B5EF4-FFF2-40B4-BE49-F238E27FC236}">
                  <a16:creationId xmlns:a16="http://schemas.microsoft.com/office/drawing/2014/main" id="{9EAE941E-48B7-41F7-9DC6-8C423D548AB0}"/>
                </a:ext>
              </a:extLst>
            </p:cNvPr>
            <p:cNvSpPr/>
            <p:nvPr/>
          </p:nvSpPr>
          <p:spPr>
            <a:xfrm rot="2607834" flipH="1">
              <a:off x="5481639" y="142681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04" name="Freeform: Shape 3603">
              <a:extLst>
                <a:ext uri="{FF2B5EF4-FFF2-40B4-BE49-F238E27FC236}">
                  <a16:creationId xmlns:a16="http://schemas.microsoft.com/office/drawing/2014/main" id="{F804AC94-36BF-4818-8876-D31539EE9FFE}"/>
                </a:ext>
              </a:extLst>
            </p:cNvPr>
            <p:cNvSpPr/>
            <p:nvPr/>
          </p:nvSpPr>
          <p:spPr>
            <a:xfrm rot="2607834" flipH="1">
              <a:off x="4698848" y="317681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605" name="Straight Connector 3604">
              <a:extLst>
                <a:ext uri="{FF2B5EF4-FFF2-40B4-BE49-F238E27FC236}">
                  <a16:creationId xmlns:a16="http://schemas.microsoft.com/office/drawing/2014/main" id="{2802E342-79BC-425F-BF84-32D028FA39E1}"/>
                </a:ext>
              </a:extLst>
            </p:cNvPr>
            <p:cNvCxnSpPr>
              <a:cxnSpLocks/>
            </p:cNvCxnSpPr>
            <p:nvPr/>
          </p:nvCxnSpPr>
          <p:spPr>
            <a:xfrm>
              <a:off x="1474312" y="67348"/>
              <a:ext cx="4253931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06" name="Freeform: Shape 3605">
              <a:extLst>
                <a:ext uri="{FF2B5EF4-FFF2-40B4-BE49-F238E27FC236}">
                  <a16:creationId xmlns:a16="http://schemas.microsoft.com/office/drawing/2014/main" id="{B9B2DE85-5EC7-4775-AEE4-4A0F9A27C7E2}"/>
                </a:ext>
              </a:extLst>
            </p:cNvPr>
            <p:cNvSpPr/>
            <p:nvPr/>
          </p:nvSpPr>
          <p:spPr>
            <a:xfrm rot="20876803">
              <a:off x="289978" y="10952662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07" name="Freeform: Shape 3606">
              <a:extLst>
                <a:ext uri="{FF2B5EF4-FFF2-40B4-BE49-F238E27FC236}">
                  <a16:creationId xmlns:a16="http://schemas.microsoft.com/office/drawing/2014/main" id="{83A6AE17-FDE9-483B-B76D-A6AE0A8E85FA}"/>
                </a:ext>
              </a:extLst>
            </p:cNvPr>
            <p:cNvSpPr/>
            <p:nvPr/>
          </p:nvSpPr>
          <p:spPr>
            <a:xfrm rot="20876803">
              <a:off x="1993614" y="1103463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08" name="Freeform: Shape 3607">
              <a:extLst>
                <a:ext uri="{FF2B5EF4-FFF2-40B4-BE49-F238E27FC236}">
                  <a16:creationId xmlns:a16="http://schemas.microsoft.com/office/drawing/2014/main" id="{2978E89F-9214-495F-8057-547E3CF37958}"/>
                </a:ext>
              </a:extLst>
            </p:cNvPr>
            <p:cNvSpPr/>
            <p:nvPr/>
          </p:nvSpPr>
          <p:spPr>
            <a:xfrm rot="20876803">
              <a:off x="5318599" y="1104166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09" name="Freeform: Shape 3608">
              <a:extLst>
                <a:ext uri="{FF2B5EF4-FFF2-40B4-BE49-F238E27FC236}">
                  <a16:creationId xmlns:a16="http://schemas.microsoft.com/office/drawing/2014/main" id="{0F2B928C-AD7D-4A48-94C0-2CEE71159354}"/>
                </a:ext>
              </a:extLst>
            </p:cNvPr>
            <p:cNvSpPr/>
            <p:nvPr/>
          </p:nvSpPr>
          <p:spPr>
            <a:xfrm rot="20876803">
              <a:off x="4551143" y="1187608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10" name="Freeform: Shape 3609">
              <a:extLst>
                <a:ext uri="{FF2B5EF4-FFF2-40B4-BE49-F238E27FC236}">
                  <a16:creationId xmlns:a16="http://schemas.microsoft.com/office/drawing/2014/main" id="{1A9B6D54-D522-4983-BBCD-BFCDCC688B15}"/>
                </a:ext>
              </a:extLst>
            </p:cNvPr>
            <p:cNvSpPr/>
            <p:nvPr/>
          </p:nvSpPr>
          <p:spPr>
            <a:xfrm rot="20876803">
              <a:off x="1998254" y="11883700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611" name="Straight Connector 3610">
              <a:extLst>
                <a:ext uri="{FF2B5EF4-FFF2-40B4-BE49-F238E27FC236}">
                  <a16:creationId xmlns:a16="http://schemas.microsoft.com/office/drawing/2014/main" id="{50D08D38-6F47-4A10-8639-E272A68EAAE2}"/>
                </a:ext>
              </a:extLst>
            </p:cNvPr>
            <p:cNvCxnSpPr>
              <a:cxnSpLocks/>
            </p:cNvCxnSpPr>
            <p:nvPr/>
          </p:nvCxnSpPr>
          <p:spPr>
            <a:xfrm>
              <a:off x="3866403" y="10638497"/>
              <a:ext cx="0" cy="161708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12" name="Freeform: Shape 3611">
              <a:extLst>
                <a:ext uri="{FF2B5EF4-FFF2-40B4-BE49-F238E27FC236}">
                  <a16:creationId xmlns:a16="http://schemas.microsoft.com/office/drawing/2014/main" id="{EBB74B0C-36AE-4972-B0E8-2F416600A9F1}"/>
                </a:ext>
              </a:extLst>
            </p:cNvPr>
            <p:cNvSpPr/>
            <p:nvPr/>
          </p:nvSpPr>
          <p:spPr>
            <a:xfrm rot="2700000">
              <a:off x="1077055" y="1106666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13" name="Freeform: Shape 3612">
              <a:extLst>
                <a:ext uri="{FF2B5EF4-FFF2-40B4-BE49-F238E27FC236}">
                  <a16:creationId xmlns:a16="http://schemas.microsoft.com/office/drawing/2014/main" id="{E9F7D6BF-44DB-41CA-955F-C4123AA98412}"/>
                </a:ext>
              </a:extLst>
            </p:cNvPr>
            <p:cNvSpPr/>
            <p:nvPr/>
          </p:nvSpPr>
          <p:spPr>
            <a:xfrm rot="20876803">
              <a:off x="3675097" y="1184611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14" name="Freeform: Shape 3613">
              <a:extLst>
                <a:ext uri="{FF2B5EF4-FFF2-40B4-BE49-F238E27FC236}">
                  <a16:creationId xmlns:a16="http://schemas.microsoft.com/office/drawing/2014/main" id="{1A710D74-03A5-4319-819A-9662E34B5F59}"/>
                </a:ext>
              </a:extLst>
            </p:cNvPr>
            <p:cNvSpPr/>
            <p:nvPr/>
          </p:nvSpPr>
          <p:spPr>
            <a:xfrm rot="2700000">
              <a:off x="2770837" y="1184763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15" name="Freeform: Shape 3614">
              <a:extLst>
                <a:ext uri="{FF2B5EF4-FFF2-40B4-BE49-F238E27FC236}">
                  <a16:creationId xmlns:a16="http://schemas.microsoft.com/office/drawing/2014/main" id="{5475A6EF-C7D6-4A39-8C4F-1F4CC1FCCAEB}"/>
                </a:ext>
              </a:extLst>
            </p:cNvPr>
            <p:cNvSpPr/>
            <p:nvPr/>
          </p:nvSpPr>
          <p:spPr>
            <a:xfrm rot="2700000">
              <a:off x="4435797" y="1104907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616" name="Straight Connector 3615">
              <a:extLst>
                <a:ext uri="{FF2B5EF4-FFF2-40B4-BE49-F238E27FC236}">
                  <a16:creationId xmlns:a16="http://schemas.microsoft.com/office/drawing/2014/main" id="{9E4C7D47-EE89-4D8F-A0F2-3AD9081C1C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1031" y="12280154"/>
              <a:ext cx="1847650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7" name="Straight Connector 3616">
              <a:extLst>
                <a:ext uri="{FF2B5EF4-FFF2-40B4-BE49-F238E27FC236}">
                  <a16:creationId xmlns:a16="http://schemas.microsoft.com/office/drawing/2014/main" id="{5E247EC4-096D-41CB-9C0E-21CEB3E2807A}"/>
                </a:ext>
              </a:extLst>
            </p:cNvPr>
            <p:cNvCxnSpPr>
              <a:cxnSpLocks/>
            </p:cNvCxnSpPr>
            <p:nvPr/>
          </p:nvCxnSpPr>
          <p:spPr>
            <a:xfrm>
              <a:off x="487468" y="10514388"/>
              <a:ext cx="0" cy="1772003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8" name="Straight Connector 3617">
              <a:extLst>
                <a:ext uri="{FF2B5EF4-FFF2-40B4-BE49-F238E27FC236}">
                  <a16:creationId xmlns:a16="http://schemas.microsoft.com/office/drawing/2014/main" id="{2F4DC0B4-FBEC-4272-B054-24135D8A240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727486" y="11821231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9" name="Straight Connector 3618">
              <a:extLst>
                <a:ext uri="{FF2B5EF4-FFF2-40B4-BE49-F238E27FC236}">
                  <a16:creationId xmlns:a16="http://schemas.microsoft.com/office/drawing/2014/main" id="{0B7944FD-9000-4D6C-A7C9-1F0F6E58E3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09221" y="12280154"/>
              <a:ext cx="176633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0" name="Straight Connector 3619">
              <a:extLst>
                <a:ext uri="{FF2B5EF4-FFF2-40B4-BE49-F238E27FC236}">
                  <a16:creationId xmlns:a16="http://schemas.microsoft.com/office/drawing/2014/main" id="{0076C48F-C188-4E7D-8BA0-CE8A9C0D874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18038" y="11877665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21" name="Group 3620">
              <a:extLst>
                <a:ext uri="{FF2B5EF4-FFF2-40B4-BE49-F238E27FC236}">
                  <a16:creationId xmlns:a16="http://schemas.microsoft.com/office/drawing/2014/main" id="{0EDAC89F-3FBB-439A-8FFA-02BF4C5FABDA}"/>
                </a:ext>
              </a:extLst>
            </p:cNvPr>
            <p:cNvGrpSpPr/>
            <p:nvPr/>
          </p:nvGrpSpPr>
          <p:grpSpPr>
            <a:xfrm>
              <a:off x="6847702" y="-6922870"/>
              <a:ext cx="5089991" cy="5060443"/>
              <a:chOff x="-4879250" y="177991"/>
              <a:chExt cx="5089991" cy="5060443"/>
            </a:xfrm>
          </p:grpSpPr>
          <p:sp>
            <p:nvSpPr>
              <p:cNvPr id="3802" name="Rectangle 3801">
                <a:extLst>
                  <a:ext uri="{FF2B5EF4-FFF2-40B4-BE49-F238E27FC236}">
                    <a16:creationId xmlns:a16="http://schemas.microsoft.com/office/drawing/2014/main" id="{721E432B-B471-4048-B962-E44A01B50B83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3" name="Rectangle 3802">
                <a:extLst>
                  <a:ext uri="{FF2B5EF4-FFF2-40B4-BE49-F238E27FC236}">
                    <a16:creationId xmlns:a16="http://schemas.microsoft.com/office/drawing/2014/main" id="{89E96A4C-FC4F-4413-BFCC-C3D4F7BCA1CD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4" name="Rectangle 3803">
                <a:extLst>
                  <a:ext uri="{FF2B5EF4-FFF2-40B4-BE49-F238E27FC236}">
                    <a16:creationId xmlns:a16="http://schemas.microsoft.com/office/drawing/2014/main" id="{20019864-E762-4566-99A5-F7C9F6315EF3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5" name="Rectangle 3804">
                <a:extLst>
                  <a:ext uri="{FF2B5EF4-FFF2-40B4-BE49-F238E27FC236}">
                    <a16:creationId xmlns:a16="http://schemas.microsoft.com/office/drawing/2014/main" id="{08B7F431-67BD-4156-AC0C-C929D0C38E47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6" name="Rectangle 3805">
                <a:extLst>
                  <a:ext uri="{FF2B5EF4-FFF2-40B4-BE49-F238E27FC236}">
                    <a16:creationId xmlns:a16="http://schemas.microsoft.com/office/drawing/2014/main" id="{67CC4981-E7BC-4C7E-861E-B7EC3075E370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7" name="Rectangle 3806">
                <a:extLst>
                  <a:ext uri="{FF2B5EF4-FFF2-40B4-BE49-F238E27FC236}">
                    <a16:creationId xmlns:a16="http://schemas.microsoft.com/office/drawing/2014/main" id="{C2ACBA21-48AB-4C0D-ADD7-E828A0D6B881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8" name="Rectangle 3807">
                <a:extLst>
                  <a:ext uri="{FF2B5EF4-FFF2-40B4-BE49-F238E27FC236}">
                    <a16:creationId xmlns:a16="http://schemas.microsoft.com/office/drawing/2014/main" id="{8C99AA73-A66F-44CD-90F2-60158AB95837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9" name="Rectangle 3808">
                <a:extLst>
                  <a:ext uri="{FF2B5EF4-FFF2-40B4-BE49-F238E27FC236}">
                    <a16:creationId xmlns:a16="http://schemas.microsoft.com/office/drawing/2014/main" id="{ECB89849-693B-4CF7-A555-EA3EC74F832F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0" name="Rectangle 3809">
                <a:extLst>
                  <a:ext uri="{FF2B5EF4-FFF2-40B4-BE49-F238E27FC236}">
                    <a16:creationId xmlns:a16="http://schemas.microsoft.com/office/drawing/2014/main" id="{9637CAB2-95D2-4B29-B0FA-0B7CC1962911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1" name="Rectangle 3810">
                <a:extLst>
                  <a:ext uri="{FF2B5EF4-FFF2-40B4-BE49-F238E27FC236}">
                    <a16:creationId xmlns:a16="http://schemas.microsoft.com/office/drawing/2014/main" id="{164703AB-8328-4FBB-A366-555B3364B4FC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2" name="Rectangle 3811">
                <a:extLst>
                  <a:ext uri="{FF2B5EF4-FFF2-40B4-BE49-F238E27FC236}">
                    <a16:creationId xmlns:a16="http://schemas.microsoft.com/office/drawing/2014/main" id="{0AEC127E-66F4-4CA1-9387-2379B55EA926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3" name="Rectangle 3812">
                <a:extLst>
                  <a:ext uri="{FF2B5EF4-FFF2-40B4-BE49-F238E27FC236}">
                    <a16:creationId xmlns:a16="http://schemas.microsoft.com/office/drawing/2014/main" id="{A24F5EB9-EE56-4A1F-AB63-F6A834301484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4" name="Rectangle 3813">
                <a:extLst>
                  <a:ext uri="{FF2B5EF4-FFF2-40B4-BE49-F238E27FC236}">
                    <a16:creationId xmlns:a16="http://schemas.microsoft.com/office/drawing/2014/main" id="{B4934296-3DA6-4D70-8F26-4A6C42B1A168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5" name="Rectangle 3814">
                <a:extLst>
                  <a:ext uri="{FF2B5EF4-FFF2-40B4-BE49-F238E27FC236}">
                    <a16:creationId xmlns:a16="http://schemas.microsoft.com/office/drawing/2014/main" id="{6DF91274-9DC3-480B-8E1D-D46A45FAC860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6" name="Rectangle 3815">
                <a:extLst>
                  <a:ext uri="{FF2B5EF4-FFF2-40B4-BE49-F238E27FC236}">
                    <a16:creationId xmlns:a16="http://schemas.microsoft.com/office/drawing/2014/main" id="{05E534A1-8F15-4D2D-9310-A92FB2F9EFB3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17" name="Rectangle 3816">
                <a:extLst>
                  <a:ext uri="{FF2B5EF4-FFF2-40B4-BE49-F238E27FC236}">
                    <a16:creationId xmlns:a16="http://schemas.microsoft.com/office/drawing/2014/main" id="{01A6EFEC-6261-4659-B509-E99B9CE3B43F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18" name="Rectangle 3817">
                <a:extLst>
                  <a:ext uri="{FF2B5EF4-FFF2-40B4-BE49-F238E27FC236}">
                    <a16:creationId xmlns:a16="http://schemas.microsoft.com/office/drawing/2014/main" id="{E6B6D9B7-FC0F-4149-A1A5-F86CF441E633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9" name="Rectangle 3818">
                <a:extLst>
                  <a:ext uri="{FF2B5EF4-FFF2-40B4-BE49-F238E27FC236}">
                    <a16:creationId xmlns:a16="http://schemas.microsoft.com/office/drawing/2014/main" id="{2F6EB06B-0071-4641-8BBC-A016260DEE63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0" name="Rectangle 3819">
                <a:extLst>
                  <a:ext uri="{FF2B5EF4-FFF2-40B4-BE49-F238E27FC236}">
                    <a16:creationId xmlns:a16="http://schemas.microsoft.com/office/drawing/2014/main" id="{4F20B187-70DA-4008-86E4-AD9B2E7A1017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1" name="Rectangle 3820">
                <a:extLst>
                  <a:ext uri="{FF2B5EF4-FFF2-40B4-BE49-F238E27FC236}">
                    <a16:creationId xmlns:a16="http://schemas.microsoft.com/office/drawing/2014/main" id="{AD14B2D9-172B-4E24-9798-65521F671A74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2" name="Rectangle 3821">
                <a:extLst>
                  <a:ext uri="{FF2B5EF4-FFF2-40B4-BE49-F238E27FC236}">
                    <a16:creationId xmlns:a16="http://schemas.microsoft.com/office/drawing/2014/main" id="{297C751C-0287-42BF-8865-56C74C43C80B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3" name="Rectangle 3822">
                <a:extLst>
                  <a:ext uri="{FF2B5EF4-FFF2-40B4-BE49-F238E27FC236}">
                    <a16:creationId xmlns:a16="http://schemas.microsoft.com/office/drawing/2014/main" id="{2684F8D6-5215-482D-B740-A5B8BA6BC23E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4" name="Rectangle 3823">
                <a:extLst>
                  <a:ext uri="{FF2B5EF4-FFF2-40B4-BE49-F238E27FC236}">
                    <a16:creationId xmlns:a16="http://schemas.microsoft.com/office/drawing/2014/main" id="{1E02FCB6-F548-42A2-8251-E07D96993ED1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5" name="Rectangle 3824">
                <a:extLst>
                  <a:ext uri="{FF2B5EF4-FFF2-40B4-BE49-F238E27FC236}">
                    <a16:creationId xmlns:a16="http://schemas.microsoft.com/office/drawing/2014/main" id="{5A0C55E4-DF09-4BAA-8851-944A8FD354AE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6" name="Rectangle 3825">
                <a:extLst>
                  <a:ext uri="{FF2B5EF4-FFF2-40B4-BE49-F238E27FC236}">
                    <a16:creationId xmlns:a16="http://schemas.microsoft.com/office/drawing/2014/main" id="{A222A4BD-363D-4948-83E4-11CD6358BF41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7" name="Rectangle 3826">
                <a:extLst>
                  <a:ext uri="{FF2B5EF4-FFF2-40B4-BE49-F238E27FC236}">
                    <a16:creationId xmlns:a16="http://schemas.microsoft.com/office/drawing/2014/main" id="{C07EED79-4B99-47DE-946A-9D15880E02FE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8" name="Rectangle 3827">
                <a:extLst>
                  <a:ext uri="{FF2B5EF4-FFF2-40B4-BE49-F238E27FC236}">
                    <a16:creationId xmlns:a16="http://schemas.microsoft.com/office/drawing/2014/main" id="{722907E4-AEB5-44B4-A8FA-E299DCC96F40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9" name="Rectangle 3828">
                <a:extLst>
                  <a:ext uri="{FF2B5EF4-FFF2-40B4-BE49-F238E27FC236}">
                    <a16:creationId xmlns:a16="http://schemas.microsoft.com/office/drawing/2014/main" id="{68A1C745-AEA1-43B0-B8FB-1DBED6223108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0" name="Rectangle 3829">
                <a:extLst>
                  <a:ext uri="{FF2B5EF4-FFF2-40B4-BE49-F238E27FC236}">
                    <a16:creationId xmlns:a16="http://schemas.microsoft.com/office/drawing/2014/main" id="{50F57013-E43C-4A4F-B45F-72FBF22CB464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1" name="Rectangle 3830">
                <a:extLst>
                  <a:ext uri="{FF2B5EF4-FFF2-40B4-BE49-F238E27FC236}">
                    <a16:creationId xmlns:a16="http://schemas.microsoft.com/office/drawing/2014/main" id="{B0C9EE1C-9329-4CC8-97E6-9226D913B850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2" name="Rectangle 3831">
                <a:extLst>
                  <a:ext uri="{FF2B5EF4-FFF2-40B4-BE49-F238E27FC236}">
                    <a16:creationId xmlns:a16="http://schemas.microsoft.com/office/drawing/2014/main" id="{F8DA7727-33DC-4AD7-8DD4-607EB1607097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3" name="Rectangle 3832">
                <a:extLst>
                  <a:ext uri="{FF2B5EF4-FFF2-40B4-BE49-F238E27FC236}">
                    <a16:creationId xmlns:a16="http://schemas.microsoft.com/office/drawing/2014/main" id="{728C2217-2C00-4AFF-887A-F298BC73A536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4" name="Rectangle 3833">
                <a:extLst>
                  <a:ext uri="{FF2B5EF4-FFF2-40B4-BE49-F238E27FC236}">
                    <a16:creationId xmlns:a16="http://schemas.microsoft.com/office/drawing/2014/main" id="{31BE0F2D-0256-4ACD-A74A-766643567B5C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5" name="Rectangle 3834">
                <a:extLst>
                  <a:ext uri="{FF2B5EF4-FFF2-40B4-BE49-F238E27FC236}">
                    <a16:creationId xmlns:a16="http://schemas.microsoft.com/office/drawing/2014/main" id="{977CA693-43D6-4F02-9D0B-5B5B736CEC22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6" name="Rectangle 3835">
                <a:extLst>
                  <a:ext uri="{FF2B5EF4-FFF2-40B4-BE49-F238E27FC236}">
                    <a16:creationId xmlns:a16="http://schemas.microsoft.com/office/drawing/2014/main" id="{4E8EF037-7E1F-4A73-8A1C-8C6C80FEE7B3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7" name="Rectangle 3836">
                <a:extLst>
                  <a:ext uri="{FF2B5EF4-FFF2-40B4-BE49-F238E27FC236}">
                    <a16:creationId xmlns:a16="http://schemas.microsoft.com/office/drawing/2014/main" id="{78CB83F4-AE6E-4AE3-B060-41E7DD041EFD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622" name="Freeform: Shape 3621">
              <a:extLst>
                <a:ext uri="{FF2B5EF4-FFF2-40B4-BE49-F238E27FC236}">
                  <a16:creationId xmlns:a16="http://schemas.microsoft.com/office/drawing/2014/main" id="{F8E1BCB1-1851-458B-8C5D-32612EB2187A}"/>
                </a:ext>
              </a:extLst>
            </p:cNvPr>
            <p:cNvSpPr/>
            <p:nvPr/>
          </p:nvSpPr>
          <p:spPr>
            <a:xfrm rot="2607834" flipH="1">
              <a:off x="11699536" y="-63356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23" name="Freeform: Shape 3622">
              <a:extLst>
                <a:ext uri="{FF2B5EF4-FFF2-40B4-BE49-F238E27FC236}">
                  <a16:creationId xmlns:a16="http://schemas.microsoft.com/office/drawing/2014/main" id="{1DDF1FD4-4423-4C00-B6E1-CC3210E8C12F}"/>
                </a:ext>
              </a:extLst>
            </p:cNvPr>
            <p:cNvSpPr/>
            <p:nvPr/>
          </p:nvSpPr>
          <p:spPr>
            <a:xfrm rot="2607834" flipH="1">
              <a:off x="11682984" y="-546958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24" name="Freeform: Shape 3623">
              <a:extLst>
                <a:ext uri="{FF2B5EF4-FFF2-40B4-BE49-F238E27FC236}">
                  <a16:creationId xmlns:a16="http://schemas.microsoft.com/office/drawing/2014/main" id="{EF8236FF-243B-4786-AE5D-5A0FBE039E7D}"/>
                </a:ext>
              </a:extLst>
            </p:cNvPr>
            <p:cNvSpPr/>
            <p:nvPr/>
          </p:nvSpPr>
          <p:spPr>
            <a:xfrm rot="2607834" flipH="1">
              <a:off x="10820209" y="-38461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25" name="Freeform: Shape 3624">
              <a:extLst>
                <a:ext uri="{FF2B5EF4-FFF2-40B4-BE49-F238E27FC236}">
                  <a16:creationId xmlns:a16="http://schemas.microsoft.com/office/drawing/2014/main" id="{3DB78608-9483-421F-9367-593BFCD2E474}"/>
                </a:ext>
              </a:extLst>
            </p:cNvPr>
            <p:cNvSpPr/>
            <p:nvPr/>
          </p:nvSpPr>
          <p:spPr>
            <a:xfrm rot="2700000">
              <a:off x="10775728" y="-649251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26" name="Freeform: Shape 3625">
              <a:extLst>
                <a:ext uri="{FF2B5EF4-FFF2-40B4-BE49-F238E27FC236}">
                  <a16:creationId xmlns:a16="http://schemas.microsoft.com/office/drawing/2014/main" id="{FA7D515D-C3B5-4611-B9EA-BEA710C9E982}"/>
                </a:ext>
              </a:extLst>
            </p:cNvPr>
            <p:cNvSpPr/>
            <p:nvPr/>
          </p:nvSpPr>
          <p:spPr>
            <a:xfrm>
              <a:off x="10002810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27" name="Freeform: Shape 3626">
              <a:extLst>
                <a:ext uri="{FF2B5EF4-FFF2-40B4-BE49-F238E27FC236}">
                  <a16:creationId xmlns:a16="http://schemas.microsoft.com/office/drawing/2014/main" id="{B322A762-F59E-400E-A7E5-E39D41C5AE9C}"/>
                </a:ext>
              </a:extLst>
            </p:cNvPr>
            <p:cNvSpPr/>
            <p:nvPr/>
          </p:nvSpPr>
          <p:spPr>
            <a:xfrm rot="2700000">
              <a:off x="6668393" y="-644954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28" name="Freeform: Shape 3627">
              <a:extLst>
                <a:ext uri="{FF2B5EF4-FFF2-40B4-BE49-F238E27FC236}">
                  <a16:creationId xmlns:a16="http://schemas.microsoft.com/office/drawing/2014/main" id="{D135ADD3-A40C-45C4-B7E9-C16BBCA764F8}"/>
                </a:ext>
              </a:extLst>
            </p:cNvPr>
            <p:cNvSpPr/>
            <p:nvPr/>
          </p:nvSpPr>
          <p:spPr>
            <a:xfrm>
              <a:off x="9226292" y="-462965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29" name="Freeform: Shape 3628">
              <a:extLst>
                <a:ext uri="{FF2B5EF4-FFF2-40B4-BE49-F238E27FC236}">
                  <a16:creationId xmlns:a16="http://schemas.microsoft.com/office/drawing/2014/main" id="{9DC35F01-AD81-463B-9870-90691B69670C}"/>
                </a:ext>
              </a:extLst>
            </p:cNvPr>
            <p:cNvSpPr/>
            <p:nvPr/>
          </p:nvSpPr>
          <p:spPr>
            <a:xfrm>
              <a:off x="7484377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30" name="Freeform: Shape 3629">
              <a:extLst>
                <a:ext uri="{FF2B5EF4-FFF2-40B4-BE49-F238E27FC236}">
                  <a16:creationId xmlns:a16="http://schemas.microsoft.com/office/drawing/2014/main" id="{86F3E5E9-5DBF-4A60-A0EB-1249D900A9CC}"/>
                </a:ext>
              </a:extLst>
            </p:cNvPr>
            <p:cNvSpPr/>
            <p:nvPr/>
          </p:nvSpPr>
          <p:spPr>
            <a:xfrm rot="2607834" flipH="1">
              <a:off x="9990352" y="-730498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31" name="Freeform: Shape 3630">
              <a:extLst>
                <a:ext uri="{FF2B5EF4-FFF2-40B4-BE49-F238E27FC236}">
                  <a16:creationId xmlns:a16="http://schemas.microsoft.com/office/drawing/2014/main" id="{75F589D1-6916-4118-8706-080CDAB0D4A9}"/>
                </a:ext>
              </a:extLst>
            </p:cNvPr>
            <p:cNvSpPr/>
            <p:nvPr/>
          </p:nvSpPr>
          <p:spPr>
            <a:xfrm>
              <a:off x="8387584" y="-63085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32" name="Freeform: Shape 3631">
              <a:extLst>
                <a:ext uri="{FF2B5EF4-FFF2-40B4-BE49-F238E27FC236}">
                  <a16:creationId xmlns:a16="http://schemas.microsoft.com/office/drawing/2014/main" id="{FD41E00C-A6AD-4E64-A0E0-2900FB3F13E3}"/>
                </a:ext>
              </a:extLst>
            </p:cNvPr>
            <p:cNvSpPr/>
            <p:nvPr/>
          </p:nvSpPr>
          <p:spPr>
            <a:xfrm rot="2607834" flipH="1">
              <a:off x="7573452" y="-64879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33" name="Freeform: Shape 3632">
              <a:extLst>
                <a:ext uri="{FF2B5EF4-FFF2-40B4-BE49-F238E27FC236}">
                  <a16:creationId xmlns:a16="http://schemas.microsoft.com/office/drawing/2014/main" id="{05DC9126-AF86-471A-8A0F-BB9A9C45A2C3}"/>
                </a:ext>
              </a:extLst>
            </p:cNvPr>
            <p:cNvSpPr/>
            <p:nvPr/>
          </p:nvSpPr>
          <p:spPr>
            <a:xfrm rot="2607834" flipH="1">
              <a:off x="8376596" y="-729645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3634" name="Group 3633">
              <a:extLst>
                <a:ext uri="{FF2B5EF4-FFF2-40B4-BE49-F238E27FC236}">
                  <a16:creationId xmlns:a16="http://schemas.microsoft.com/office/drawing/2014/main" id="{6A34BD93-E98A-40B5-95AE-3D95EA042867}"/>
                </a:ext>
              </a:extLst>
            </p:cNvPr>
            <p:cNvGrpSpPr/>
            <p:nvPr/>
          </p:nvGrpSpPr>
          <p:grpSpPr>
            <a:xfrm>
              <a:off x="6583129" y="-3188469"/>
              <a:ext cx="5634728" cy="1733102"/>
              <a:chOff x="6583129" y="-3188469"/>
              <a:chExt cx="5634728" cy="1733102"/>
            </a:xfrm>
          </p:grpSpPr>
          <p:sp>
            <p:nvSpPr>
              <p:cNvPr id="3784" name="Freeform: Shape 3783">
                <a:extLst>
                  <a:ext uri="{FF2B5EF4-FFF2-40B4-BE49-F238E27FC236}">
                    <a16:creationId xmlns:a16="http://schemas.microsoft.com/office/drawing/2014/main" id="{AEFFD76A-12D2-43FF-A095-93A9B77232E0}"/>
                  </a:ext>
                </a:extLst>
              </p:cNvPr>
              <p:cNvSpPr/>
              <p:nvPr/>
            </p:nvSpPr>
            <p:spPr>
              <a:xfrm rot="20876803">
                <a:off x="11764135" y="-313483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5" name="Freeform: Shape 3784">
                <a:extLst>
                  <a:ext uri="{FF2B5EF4-FFF2-40B4-BE49-F238E27FC236}">
                    <a16:creationId xmlns:a16="http://schemas.microsoft.com/office/drawing/2014/main" id="{67D72E06-5368-4DED-B9E4-CC0F3C25F33C}"/>
                  </a:ext>
                </a:extLst>
              </p:cNvPr>
              <p:cNvSpPr/>
              <p:nvPr/>
            </p:nvSpPr>
            <p:spPr>
              <a:xfrm rot="20876803">
                <a:off x="8340546" y="-3188469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6" name="Freeform: Shape 3785">
                <a:extLst>
                  <a:ext uri="{FF2B5EF4-FFF2-40B4-BE49-F238E27FC236}">
                    <a16:creationId xmlns:a16="http://schemas.microsoft.com/office/drawing/2014/main" id="{F6ABE558-A33B-428F-BBAC-A1D343FFE3EA}"/>
                  </a:ext>
                </a:extLst>
              </p:cNvPr>
              <p:cNvSpPr/>
              <p:nvPr/>
            </p:nvSpPr>
            <p:spPr>
              <a:xfrm rot="20876803">
                <a:off x="6583129" y="-305638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7" name="Freeform: Shape 3786">
                <a:extLst>
                  <a:ext uri="{FF2B5EF4-FFF2-40B4-BE49-F238E27FC236}">
                    <a16:creationId xmlns:a16="http://schemas.microsoft.com/office/drawing/2014/main" id="{0D1C1ACE-3F1C-406B-AEF1-695BA3276F73}"/>
                  </a:ext>
                </a:extLst>
              </p:cNvPr>
              <p:cNvSpPr/>
              <p:nvPr/>
            </p:nvSpPr>
            <p:spPr>
              <a:xfrm rot="20876803">
                <a:off x="10778739" y="-2221967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8" name="Freeform: Shape 3787">
                <a:extLst>
                  <a:ext uri="{FF2B5EF4-FFF2-40B4-BE49-F238E27FC236}">
                    <a16:creationId xmlns:a16="http://schemas.microsoft.com/office/drawing/2014/main" id="{E5741C7F-2563-4153-9CB0-18A5CA4510AD}"/>
                  </a:ext>
                </a:extLst>
              </p:cNvPr>
              <p:cNvSpPr/>
              <p:nvPr/>
            </p:nvSpPr>
            <p:spPr>
              <a:xfrm rot="20876803">
                <a:off x="9903474" y="-221435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789" name="Straight Connector 3788">
                <a:extLst>
                  <a:ext uri="{FF2B5EF4-FFF2-40B4-BE49-F238E27FC236}">
                    <a16:creationId xmlns:a16="http://schemas.microsoft.com/office/drawing/2014/main" id="{A59E6733-65F0-421F-B587-0F0A5540F3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691096" y="-2299091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0" name="Straight Connector 3789">
                <a:extLst>
                  <a:ext uri="{FF2B5EF4-FFF2-40B4-BE49-F238E27FC236}">
                    <a16:creationId xmlns:a16="http://schemas.microsoft.com/office/drawing/2014/main" id="{B156C727-384A-43D4-B060-EA54991F5F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79892" y="-1845073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1" name="Straight Connector 3790">
                <a:extLst>
                  <a:ext uri="{FF2B5EF4-FFF2-40B4-BE49-F238E27FC236}">
                    <a16:creationId xmlns:a16="http://schemas.microsoft.com/office/drawing/2014/main" id="{48C0E7A9-2649-47ED-943C-B111C6E3BF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552292" y="-2688775"/>
                <a:ext cx="159042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92" name="Freeform: Shape 3791">
                <a:extLst>
                  <a:ext uri="{FF2B5EF4-FFF2-40B4-BE49-F238E27FC236}">
                    <a16:creationId xmlns:a16="http://schemas.microsoft.com/office/drawing/2014/main" id="{CB7CD11A-0D49-43C3-BEE8-085FCF04EE93}"/>
                  </a:ext>
                </a:extLst>
              </p:cNvPr>
              <p:cNvSpPr/>
              <p:nvPr/>
            </p:nvSpPr>
            <p:spPr>
              <a:xfrm rot="2700000">
                <a:off x="10630274" y="-308784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93" name="Multiplication Sign 3792">
                <a:extLst>
                  <a:ext uri="{FF2B5EF4-FFF2-40B4-BE49-F238E27FC236}">
                    <a16:creationId xmlns:a16="http://schemas.microsoft.com/office/drawing/2014/main" id="{32B89A2D-3585-4D24-9265-5B96F3005CC9}"/>
                  </a:ext>
                </a:extLst>
              </p:cNvPr>
              <p:cNvSpPr/>
              <p:nvPr/>
            </p:nvSpPr>
            <p:spPr>
              <a:xfrm>
                <a:off x="11226785" y="-2595543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94" name="Freeform: Shape 3793">
                <a:extLst>
                  <a:ext uri="{FF2B5EF4-FFF2-40B4-BE49-F238E27FC236}">
                    <a16:creationId xmlns:a16="http://schemas.microsoft.com/office/drawing/2014/main" id="{F466B7C8-7648-460F-84F4-83CC9882CB74}"/>
                  </a:ext>
                </a:extLst>
              </p:cNvPr>
              <p:cNvSpPr/>
              <p:nvPr/>
            </p:nvSpPr>
            <p:spPr>
              <a:xfrm rot="20876803">
                <a:off x="8334341" y="-22519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95" name="Freeform: Shape 3794">
                <a:extLst>
                  <a:ext uri="{FF2B5EF4-FFF2-40B4-BE49-F238E27FC236}">
                    <a16:creationId xmlns:a16="http://schemas.microsoft.com/office/drawing/2014/main" id="{6DFE7FD3-12D6-4A2A-9C29-46217FDE6365}"/>
                  </a:ext>
                </a:extLst>
              </p:cNvPr>
              <p:cNvSpPr/>
              <p:nvPr/>
            </p:nvSpPr>
            <p:spPr>
              <a:xfrm rot="2700000">
                <a:off x="9108694" y="-2182372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796" name="Straight Connector 3795">
                <a:extLst>
                  <a:ext uri="{FF2B5EF4-FFF2-40B4-BE49-F238E27FC236}">
                    <a16:creationId xmlns:a16="http://schemas.microsoft.com/office/drawing/2014/main" id="{9EA0DB43-291C-4670-8D2C-6346F7F8300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372013" y="-2249391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97" name="Freeform: Shape 3796">
                <a:extLst>
                  <a:ext uri="{FF2B5EF4-FFF2-40B4-BE49-F238E27FC236}">
                    <a16:creationId xmlns:a16="http://schemas.microsoft.com/office/drawing/2014/main" id="{D6D294F0-F907-4756-9145-2F2856084F5E}"/>
                  </a:ext>
                </a:extLst>
              </p:cNvPr>
              <p:cNvSpPr/>
              <p:nvPr/>
            </p:nvSpPr>
            <p:spPr>
              <a:xfrm rot="2700000">
                <a:off x="7348451" y="-3048974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798" name="Straight Connector 3797">
                <a:extLst>
                  <a:ext uri="{FF2B5EF4-FFF2-40B4-BE49-F238E27FC236}">
                    <a16:creationId xmlns:a16="http://schemas.microsoft.com/office/drawing/2014/main" id="{16D43D07-393A-4969-8EFF-35DE184698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155330" y="-1855437"/>
                <a:ext cx="79763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9" name="Straight Connector 3798">
                <a:extLst>
                  <a:ext uri="{FF2B5EF4-FFF2-40B4-BE49-F238E27FC236}">
                    <a16:creationId xmlns:a16="http://schemas.microsoft.com/office/drawing/2014/main" id="{31145E71-167C-4AAF-9734-595C8C90BA5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551182" y="-227795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00" name="Multiplication Sign 3799">
                <a:extLst>
                  <a:ext uri="{FF2B5EF4-FFF2-40B4-BE49-F238E27FC236}">
                    <a16:creationId xmlns:a16="http://schemas.microsoft.com/office/drawing/2014/main" id="{7F1ECB03-B5A3-41E9-8997-4114F4DACC34}"/>
                  </a:ext>
                </a:extLst>
              </p:cNvPr>
              <p:cNvSpPr/>
              <p:nvPr/>
            </p:nvSpPr>
            <p:spPr>
              <a:xfrm>
                <a:off x="6813357" y="-246509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01" name="Multiplication Sign 3800">
                <a:extLst>
                  <a:ext uri="{FF2B5EF4-FFF2-40B4-BE49-F238E27FC236}">
                    <a16:creationId xmlns:a16="http://schemas.microsoft.com/office/drawing/2014/main" id="{CC9DC9B5-B155-4660-8ADD-2741D7C01820}"/>
                  </a:ext>
                </a:extLst>
              </p:cNvPr>
              <p:cNvSpPr/>
              <p:nvPr/>
            </p:nvSpPr>
            <p:spPr>
              <a:xfrm>
                <a:off x="9487574" y="-277647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sp>
          <p:nvSpPr>
            <p:cNvPr id="3635" name="Freeform: Shape 3634">
              <a:extLst>
                <a:ext uri="{FF2B5EF4-FFF2-40B4-BE49-F238E27FC236}">
                  <a16:creationId xmlns:a16="http://schemas.microsoft.com/office/drawing/2014/main" id="{BA312FA1-ED32-4FB7-8EAB-D37A92CE11AC}"/>
                </a:ext>
              </a:extLst>
            </p:cNvPr>
            <p:cNvSpPr/>
            <p:nvPr/>
          </p:nvSpPr>
          <p:spPr>
            <a:xfrm rot="2607834" flipH="1">
              <a:off x="11831852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36" name="Freeform: Shape 3635">
              <a:extLst>
                <a:ext uri="{FF2B5EF4-FFF2-40B4-BE49-F238E27FC236}">
                  <a16:creationId xmlns:a16="http://schemas.microsoft.com/office/drawing/2014/main" id="{14060DAB-1797-492B-B3A7-5012C0F3B336}"/>
                </a:ext>
              </a:extLst>
            </p:cNvPr>
            <p:cNvSpPr/>
            <p:nvPr/>
          </p:nvSpPr>
          <p:spPr>
            <a:xfrm rot="2607834" flipH="1">
              <a:off x="10150409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37" name="Freeform: Shape 3636">
              <a:extLst>
                <a:ext uri="{FF2B5EF4-FFF2-40B4-BE49-F238E27FC236}">
                  <a16:creationId xmlns:a16="http://schemas.microsoft.com/office/drawing/2014/main" id="{15D63619-85A6-4C4B-9866-DBDB58F2BF82}"/>
                </a:ext>
              </a:extLst>
            </p:cNvPr>
            <p:cNvSpPr/>
            <p:nvPr/>
          </p:nvSpPr>
          <p:spPr>
            <a:xfrm rot="2607834" flipH="1">
              <a:off x="11843949" y="14650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38" name="Freeform: Shape 3637">
              <a:extLst>
                <a:ext uri="{FF2B5EF4-FFF2-40B4-BE49-F238E27FC236}">
                  <a16:creationId xmlns:a16="http://schemas.microsoft.com/office/drawing/2014/main" id="{CF3CA683-E59F-4DE6-AEEF-7ED8A4DD9B8B}"/>
                </a:ext>
              </a:extLst>
            </p:cNvPr>
            <p:cNvSpPr/>
            <p:nvPr/>
          </p:nvSpPr>
          <p:spPr>
            <a:xfrm rot="2607834" flipH="1">
              <a:off x="10959709" y="31768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3639" name="Group 3638">
              <a:extLst>
                <a:ext uri="{FF2B5EF4-FFF2-40B4-BE49-F238E27FC236}">
                  <a16:creationId xmlns:a16="http://schemas.microsoft.com/office/drawing/2014/main" id="{52470C48-8ADA-422B-A67B-38BCA49283FF}"/>
                </a:ext>
              </a:extLst>
            </p:cNvPr>
            <p:cNvGrpSpPr/>
            <p:nvPr/>
          </p:nvGrpSpPr>
          <p:grpSpPr>
            <a:xfrm>
              <a:off x="6847702" y="7051816"/>
              <a:ext cx="5089991" cy="5060443"/>
              <a:chOff x="-4879250" y="177991"/>
              <a:chExt cx="5089991" cy="5060443"/>
            </a:xfrm>
          </p:grpSpPr>
          <p:sp>
            <p:nvSpPr>
              <p:cNvPr id="3748" name="Rectangle 3747">
                <a:extLst>
                  <a:ext uri="{FF2B5EF4-FFF2-40B4-BE49-F238E27FC236}">
                    <a16:creationId xmlns:a16="http://schemas.microsoft.com/office/drawing/2014/main" id="{3BB9ACFC-395E-4B52-8606-00A8A2F522FB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49" name="Rectangle 3748">
                <a:extLst>
                  <a:ext uri="{FF2B5EF4-FFF2-40B4-BE49-F238E27FC236}">
                    <a16:creationId xmlns:a16="http://schemas.microsoft.com/office/drawing/2014/main" id="{103B41CE-35D3-4767-9DBB-491DFDB4BF73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0" name="Rectangle 3749">
                <a:extLst>
                  <a:ext uri="{FF2B5EF4-FFF2-40B4-BE49-F238E27FC236}">
                    <a16:creationId xmlns:a16="http://schemas.microsoft.com/office/drawing/2014/main" id="{CE1F7362-3A79-40A6-AFDF-AA2CB8A45E73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1" name="Rectangle 3750">
                <a:extLst>
                  <a:ext uri="{FF2B5EF4-FFF2-40B4-BE49-F238E27FC236}">
                    <a16:creationId xmlns:a16="http://schemas.microsoft.com/office/drawing/2014/main" id="{4651823F-8C0B-421E-8B3E-4770DF9B47AF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2" name="Rectangle 3751">
                <a:extLst>
                  <a:ext uri="{FF2B5EF4-FFF2-40B4-BE49-F238E27FC236}">
                    <a16:creationId xmlns:a16="http://schemas.microsoft.com/office/drawing/2014/main" id="{28D31A9C-12DD-464F-8B5B-7FDDF61DF58C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3" name="Rectangle 3752">
                <a:extLst>
                  <a:ext uri="{FF2B5EF4-FFF2-40B4-BE49-F238E27FC236}">
                    <a16:creationId xmlns:a16="http://schemas.microsoft.com/office/drawing/2014/main" id="{1F87B2E2-A1E4-4E62-906D-49BADA682C6D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4" name="Rectangle 3753">
                <a:extLst>
                  <a:ext uri="{FF2B5EF4-FFF2-40B4-BE49-F238E27FC236}">
                    <a16:creationId xmlns:a16="http://schemas.microsoft.com/office/drawing/2014/main" id="{C5AA1677-7EA7-433F-A362-708206CF1FD0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5" name="Rectangle 3754">
                <a:extLst>
                  <a:ext uri="{FF2B5EF4-FFF2-40B4-BE49-F238E27FC236}">
                    <a16:creationId xmlns:a16="http://schemas.microsoft.com/office/drawing/2014/main" id="{16E22D47-8DA0-47BC-AEAE-7FC668206FB0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6" name="Rectangle 3755">
                <a:extLst>
                  <a:ext uri="{FF2B5EF4-FFF2-40B4-BE49-F238E27FC236}">
                    <a16:creationId xmlns:a16="http://schemas.microsoft.com/office/drawing/2014/main" id="{24512FF3-81ED-4EEF-AD50-B9AABEECC584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7" name="Rectangle 3756">
                <a:extLst>
                  <a:ext uri="{FF2B5EF4-FFF2-40B4-BE49-F238E27FC236}">
                    <a16:creationId xmlns:a16="http://schemas.microsoft.com/office/drawing/2014/main" id="{97DD0685-8DE9-4824-82D4-8A39D3B80A48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8" name="Rectangle 3757">
                <a:extLst>
                  <a:ext uri="{FF2B5EF4-FFF2-40B4-BE49-F238E27FC236}">
                    <a16:creationId xmlns:a16="http://schemas.microsoft.com/office/drawing/2014/main" id="{A363FD30-C982-46AE-BC0A-427006146CDA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9" name="Rectangle 3758">
                <a:extLst>
                  <a:ext uri="{FF2B5EF4-FFF2-40B4-BE49-F238E27FC236}">
                    <a16:creationId xmlns:a16="http://schemas.microsoft.com/office/drawing/2014/main" id="{E561405B-B90B-423A-8A70-CC2AE5D801A1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0" name="Rectangle 3759">
                <a:extLst>
                  <a:ext uri="{FF2B5EF4-FFF2-40B4-BE49-F238E27FC236}">
                    <a16:creationId xmlns:a16="http://schemas.microsoft.com/office/drawing/2014/main" id="{3CA7C0F4-C2C7-44C4-A4EF-9AD704798910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1" name="Rectangle 3760">
                <a:extLst>
                  <a:ext uri="{FF2B5EF4-FFF2-40B4-BE49-F238E27FC236}">
                    <a16:creationId xmlns:a16="http://schemas.microsoft.com/office/drawing/2014/main" id="{A919122A-B9FE-4677-8865-1300BDB6ACD0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2" name="Rectangle 3761">
                <a:extLst>
                  <a:ext uri="{FF2B5EF4-FFF2-40B4-BE49-F238E27FC236}">
                    <a16:creationId xmlns:a16="http://schemas.microsoft.com/office/drawing/2014/main" id="{035E7880-40F6-4D22-9536-B05D8412C8D1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63" name="Rectangle 3762">
                <a:extLst>
                  <a:ext uri="{FF2B5EF4-FFF2-40B4-BE49-F238E27FC236}">
                    <a16:creationId xmlns:a16="http://schemas.microsoft.com/office/drawing/2014/main" id="{9895264B-70FC-4CD5-B026-4A2B6B4E1691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64" name="Rectangle 3763">
                <a:extLst>
                  <a:ext uri="{FF2B5EF4-FFF2-40B4-BE49-F238E27FC236}">
                    <a16:creationId xmlns:a16="http://schemas.microsoft.com/office/drawing/2014/main" id="{4703EEBA-880B-465A-A0F0-9F4C92E7706F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5" name="Rectangle 3764">
                <a:extLst>
                  <a:ext uri="{FF2B5EF4-FFF2-40B4-BE49-F238E27FC236}">
                    <a16:creationId xmlns:a16="http://schemas.microsoft.com/office/drawing/2014/main" id="{58C99F17-01D5-4C23-BF7A-C2A55070F96C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6" name="Rectangle 3765">
                <a:extLst>
                  <a:ext uri="{FF2B5EF4-FFF2-40B4-BE49-F238E27FC236}">
                    <a16:creationId xmlns:a16="http://schemas.microsoft.com/office/drawing/2014/main" id="{10BD3D57-C9B5-44B8-9697-9F37F88F459E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7" name="Rectangle 3766">
                <a:extLst>
                  <a:ext uri="{FF2B5EF4-FFF2-40B4-BE49-F238E27FC236}">
                    <a16:creationId xmlns:a16="http://schemas.microsoft.com/office/drawing/2014/main" id="{AFE3BFCD-6FCC-404F-BC34-9BEC5C5E3AD6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8" name="Rectangle 3767">
                <a:extLst>
                  <a:ext uri="{FF2B5EF4-FFF2-40B4-BE49-F238E27FC236}">
                    <a16:creationId xmlns:a16="http://schemas.microsoft.com/office/drawing/2014/main" id="{68A1C2A6-6E3C-4CDA-B062-F1A8021B97E8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9" name="Rectangle 3768">
                <a:extLst>
                  <a:ext uri="{FF2B5EF4-FFF2-40B4-BE49-F238E27FC236}">
                    <a16:creationId xmlns:a16="http://schemas.microsoft.com/office/drawing/2014/main" id="{77279520-B98C-4665-B13C-F0600D080F41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0" name="Rectangle 3769">
                <a:extLst>
                  <a:ext uri="{FF2B5EF4-FFF2-40B4-BE49-F238E27FC236}">
                    <a16:creationId xmlns:a16="http://schemas.microsoft.com/office/drawing/2014/main" id="{861D4601-B4DD-4B86-977B-D2A7A422ADC5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1" name="Rectangle 3770">
                <a:extLst>
                  <a:ext uri="{FF2B5EF4-FFF2-40B4-BE49-F238E27FC236}">
                    <a16:creationId xmlns:a16="http://schemas.microsoft.com/office/drawing/2014/main" id="{F50D0F67-B17C-4360-8DA3-4B1BC17E6AFA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2" name="Rectangle 3771">
                <a:extLst>
                  <a:ext uri="{FF2B5EF4-FFF2-40B4-BE49-F238E27FC236}">
                    <a16:creationId xmlns:a16="http://schemas.microsoft.com/office/drawing/2014/main" id="{67E5B36E-E392-4F0E-9D45-B54F708BB330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3" name="Rectangle 3772">
                <a:extLst>
                  <a:ext uri="{FF2B5EF4-FFF2-40B4-BE49-F238E27FC236}">
                    <a16:creationId xmlns:a16="http://schemas.microsoft.com/office/drawing/2014/main" id="{D9714C76-2BD9-4DF7-987A-5B122C4FA5EC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4" name="Rectangle 3773">
                <a:extLst>
                  <a:ext uri="{FF2B5EF4-FFF2-40B4-BE49-F238E27FC236}">
                    <a16:creationId xmlns:a16="http://schemas.microsoft.com/office/drawing/2014/main" id="{CCCF5A8D-85BB-41F3-A38D-ACB1FD06A785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5" name="Rectangle 3774">
                <a:extLst>
                  <a:ext uri="{FF2B5EF4-FFF2-40B4-BE49-F238E27FC236}">
                    <a16:creationId xmlns:a16="http://schemas.microsoft.com/office/drawing/2014/main" id="{97ECCCFA-B461-4A02-99EA-58ACDAE12529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6" name="Rectangle 3775">
                <a:extLst>
                  <a:ext uri="{FF2B5EF4-FFF2-40B4-BE49-F238E27FC236}">
                    <a16:creationId xmlns:a16="http://schemas.microsoft.com/office/drawing/2014/main" id="{4A1C4D8A-B514-4873-8261-BCEFFC93329A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7" name="Rectangle 3776">
                <a:extLst>
                  <a:ext uri="{FF2B5EF4-FFF2-40B4-BE49-F238E27FC236}">
                    <a16:creationId xmlns:a16="http://schemas.microsoft.com/office/drawing/2014/main" id="{DF9650F3-C422-48B0-A40D-8DD64FA40C7C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8" name="Rectangle 3777">
                <a:extLst>
                  <a:ext uri="{FF2B5EF4-FFF2-40B4-BE49-F238E27FC236}">
                    <a16:creationId xmlns:a16="http://schemas.microsoft.com/office/drawing/2014/main" id="{BF4025E8-7453-4FE8-88ED-EDF92538C8DB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9" name="Rectangle 3778">
                <a:extLst>
                  <a:ext uri="{FF2B5EF4-FFF2-40B4-BE49-F238E27FC236}">
                    <a16:creationId xmlns:a16="http://schemas.microsoft.com/office/drawing/2014/main" id="{605285A3-A02E-4599-9D1F-8630ED33D2E0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0" name="Rectangle 3779">
                <a:extLst>
                  <a:ext uri="{FF2B5EF4-FFF2-40B4-BE49-F238E27FC236}">
                    <a16:creationId xmlns:a16="http://schemas.microsoft.com/office/drawing/2014/main" id="{0E5CA15C-A852-44A1-8BB7-BC16D8245485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1" name="Rectangle 3780">
                <a:extLst>
                  <a:ext uri="{FF2B5EF4-FFF2-40B4-BE49-F238E27FC236}">
                    <a16:creationId xmlns:a16="http://schemas.microsoft.com/office/drawing/2014/main" id="{53E4C9CF-6222-4F9C-8D48-78CC084AF774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2" name="Rectangle 3781">
                <a:extLst>
                  <a:ext uri="{FF2B5EF4-FFF2-40B4-BE49-F238E27FC236}">
                    <a16:creationId xmlns:a16="http://schemas.microsoft.com/office/drawing/2014/main" id="{350503DF-AD2D-45EC-B192-B51745D1CC11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3" name="Rectangle 3782">
                <a:extLst>
                  <a:ext uri="{FF2B5EF4-FFF2-40B4-BE49-F238E27FC236}">
                    <a16:creationId xmlns:a16="http://schemas.microsoft.com/office/drawing/2014/main" id="{693F5C33-0D97-4232-86F2-E8B0D1BB28F1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640" name="Freeform: Shape 3639">
              <a:extLst>
                <a:ext uri="{FF2B5EF4-FFF2-40B4-BE49-F238E27FC236}">
                  <a16:creationId xmlns:a16="http://schemas.microsoft.com/office/drawing/2014/main" id="{8909970E-45DB-463B-98F3-D9065B6CCAF9}"/>
                </a:ext>
              </a:extLst>
            </p:cNvPr>
            <p:cNvSpPr/>
            <p:nvPr/>
          </p:nvSpPr>
          <p:spPr>
            <a:xfrm rot="2607834" flipH="1">
              <a:off x="11699536" y="76390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1" name="Freeform: Shape 3640">
              <a:extLst>
                <a:ext uri="{FF2B5EF4-FFF2-40B4-BE49-F238E27FC236}">
                  <a16:creationId xmlns:a16="http://schemas.microsoft.com/office/drawing/2014/main" id="{5EEB92F4-C788-4C92-9BA1-12D494E44C06}"/>
                </a:ext>
              </a:extLst>
            </p:cNvPr>
            <p:cNvSpPr/>
            <p:nvPr/>
          </p:nvSpPr>
          <p:spPr>
            <a:xfrm rot="2607834" flipH="1">
              <a:off x="11682984" y="85051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2" name="Freeform: Shape 3641">
              <a:extLst>
                <a:ext uri="{FF2B5EF4-FFF2-40B4-BE49-F238E27FC236}">
                  <a16:creationId xmlns:a16="http://schemas.microsoft.com/office/drawing/2014/main" id="{02DAD327-F7A5-42EC-97C9-4632CFDA6B6A}"/>
                </a:ext>
              </a:extLst>
            </p:cNvPr>
            <p:cNvSpPr/>
            <p:nvPr/>
          </p:nvSpPr>
          <p:spPr>
            <a:xfrm rot="2607834" flipH="1">
              <a:off x="10896730" y="1012858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3" name="Freeform: Shape 3642">
              <a:extLst>
                <a:ext uri="{FF2B5EF4-FFF2-40B4-BE49-F238E27FC236}">
                  <a16:creationId xmlns:a16="http://schemas.microsoft.com/office/drawing/2014/main" id="{8593EE30-1A20-42E9-9663-A2F9803DF905}"/>
                </a:ext>
              </a:extLst>
            </p:cNvPr>
            <p:cNvSpPr/>
            <p:nvPr/>
          </p:nvSpPr>
          <p:spPr>
            <a:xfrm rot="2700000">
              <a:off x="10775728" y="763354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4" name="Freeform: Shape 3643">
              <a:extLst>
                <a:ext uri="{FF2B5EF4-FFF2-40B4-BE49-F238E27FC236}">
                  <a16:creationId xmlns:a16="http://schemas.microsoft.com/office/drawing/2014/main" id="{5005FACB-F6C1-45E9-BE26-A9D6021C15E5}"/>
                </a:ext>
              </a:extLst>
            </p:cNvPr>
            <p:cNvSpPr/>
            <p:nvPr/>
          </p:nvSpPr>
          <p:spPr>
            <a:xfrm>
              <a:off x="10002810" y="93046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45" name="Freeform: Shape 3644">
              <a:extLst>
                <a:ext uri="{FF2B5EF4-FFF2-40B4-BE49-F238E27FC236}">
                  <a16:creationId xmlns:a16="http://schemas.microsoft.com/office/drawing/2014/main" id="{CCBD2BD5-6A37-4648-826C-5FACE9061F56}"/>
                </a:ext>
              </a:extLst>
            </p:cNvPr>
            <p:cNvSpPr/>
            <p:nvPr/>
          </p:nvSpPr>
          <p:spPr>
            <a:xfrm rot="2700000">
              <a:off x="6668393" y="762339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6" name="Freeform: Shape 3645">
              <a:extLst>
                <a:ext uri="{FF2B5EF4-FFF2-40B4-BE49-F238E27FC236}">
                  <a16:creationId xmlns:a16="http://schemas.microsoft.com/office/drawing/2014/main" id="{FC166692-8786-41C3-8368-DD43D769BE49}"/>
                </a:ext>
              </a:extLst>
            </p:cNvPr>
            <p:cNvSpPr/>
            <p:nvPr/>
          </p:nvSpPr>
          <p:spPr>
            <a:xfrm>
              <a:off x="9226292" y="934503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47" name="Freeform: Shape 3646">
              <a:extLst>
                <a:ext uri="{FF2B5EF4-FFF2-40B4-BE49-F238E27FC236}">
                  <a16:creationId xmlns:a16="http://schemas.microsoft.com/office/drawing/2014/main" id="{3A5A5E55-17CD-40E5-9C34-E6C32EB13C9F}"/>
                </a:ext>
              </a:extLst>
            </p:cNvPr>
            <p:cNvSpPr/>
            <p:nvPr/>
          </p:nvSpPr>
          <p:spPr>
            <a:xfrm>
              <a:off x="7484377" y="93046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48" name="Freeform: Shape 3647">
              <a:extLst>
                <a:ext uri="{FF2B5EF4-FFF2-40B4-BE49-F238E27FC236}">
                  <a16:creationId xmlns:a16="http://schemas.microsoft.com/office/drawing/2014/main" id="{1DFA512B-DA62-46A0-BBBE-8474697EF0FD}"/>
                </a:ext>
              </a:extLst>
            </p:cNvPr>
            <p:cNvSpPr/>
            <p:nvPr/>
          </p:nvSpPr>
          <p:spPr>
            <a:xfrm rot="2607834" flipH="1">
              <a:off x="9990352" y="666970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9" name="Freeform: Shape 3648">
              <a:extLst>
                <a:ext uri="{FF2B5EF4-FFF2-40B4-BE49-F238E27FC236}">
                  <a16:creationId xmlns:a16="http://schemas.microsoft.com/office/drawing/2014/main" id="{58408452-295C-4A9F-897D-60B3600A886D}"/>
                </a:ext>
              </a:extLst>
            </p:cNvPr>
            <p:cNvSpPr/>
            <p:nvPr/>
          </p:nvSpPr>
          <p:spPr>
            <a:xfrm>
              <a:off x="8387584" y="76660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50" name="Freeform: Shape 3649">
              <a:extLst>
                <a:ext uri="{FF2B5EF4-FFF2-40B4-BE49-F238E27FC236}">
                  <a16:creationId xmlns:a16="http://schemas.microsoft.com/office/drawing/2014/main" id="{4BEC0C2C-EA42-48E2-BBFE-BD3D1FA6757C}"/>
                </a:ext>
              </a:extLst>
            </p:cNvPr>
            <p:cNvSpPr/>
            <p:nvPr/>
          </p:nvSpPr>
          <p:spPr>
            <a:xfrm rot="2607834" flipH="1">
              <a:off x="7573452" y="74866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51" name="Freeform: Shape 3650">
              <a:extLst>
                <a:ext uri="{FF2B5EF4-FFF2-40B4-BE49-F238E27FC236}">
                  <a16:creationId xmlns:a16="http://schemas.microsoft.com/office/drawing/2014/main" id="{76127955-2D2F-4311-83B8-3C40B256BB38}"/>
                </a:ext>
              </a:extLst>
            </p:cNvPr>
            <p:cNvSpPr/>
            <p:nvPr/>
          </p:nvSpPr>
          <p:spPr>
            <a:xfrm rot="2607834" flipH="1">
              <a:off x="8376596" y="667823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3652" name="Group 3651">
              <a:extLst>
                <a:ext uri="{FF2B5EF4-FFF2-40B4-BE49-F238E27FC236}">
                  <a16:creationId xmlns:a16="http://schemas.microsoft.com/office/drawing/2014/main" id="{DD79328A-4476-4A14-9F2E-C200C712D860}"/>
                </a:ext>
              </a:extLst>
            </p:cNvPr>
            <p:cNvGrpSpPr/>
            <p:nvPr/>
          </p:nvGrpSpPr>
          <p:grpSpPr>
            <a:xfrm>
              <a:off x="6583129" y="10826320"/>
              <a:ext cx="5634728" cy="1692999"/>
              <a:chOff x="-5891952" y="-3206680"/>
              <a:chExt cx="5634728" cy="1692999"/>
            </a:xfrm>
          </p:grpSpPr>
          <p:sp>
            <p:nvSpPr>
              <p:cNvPr id="3733" name="Freeform: Shape 3732">
                <a:extLst>
                  <a:ext uri="{FF2B5EF4-FFF2-40B4-BE49-F238E27FC236}">
                    <a16:creationId xmlns:a16="http://schemas.microsoft.com/office/drawing/2014/main" id="{37AC64F9-1AA2-4882-A57A-8965EAEC3193}"/>
                  </a:ext>
                </a:extLst>
              </p:cNvPr>
              <p:cNvSpPr/>
              <p:nvPr/>
            </p:nvSpPr>
            <p:spPr>
              <a:xfrm rot="20876803">
                <a:off x="-5891952" y="-319314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4" name="Freeform: Shape 3733">
                <a:extLst>
                  <a:ext uri="{FF2B5EF4-FFF2-40B4-BE49-F238E27FC236}">
                    <a16:creationId xmlns:a16="http://schemas.microsoft.com/office/drawing/2014/main" id="{31C3F0F2-7C47-4C95-80CC-CB58E7438FED}"/>
                  </a:ext>
                </a:extLst>
              </p:cNvPr>
              <p:cNvSpPr/>
              <p:nvPr/>
            </p:nvSpPr>
            <p:spPr>
              <a:xfrm rot="20876803">
                <a:off x="-1597196" y="-2341669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5" name="Freeform: Shape 3734">
                <a:extLst>
                  <a:ext uri="{FF2B5EF4-FFF2-40B4-BE49-F238E27FC236}">
                    <a16:creationId xmlns:a16="http://schemas.microsoft.com/office/drawing/2014/main" id="{A8B70F8E-0953-4418-B192-AD7AE983A45C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6" name="Freeform: Shape 3735">
                <a:extLst>
                  <a:ext uri="{FF2B5EF4-FFF2-40B4-BE49-F238E27FC236}">
                    <a16:creationId xmlns:a16="http://schemas.microsoft.com/office/drawing/2014/main" id="{B0C1D361-708A-43C5-BE0A-726759F53EF2}"/>
                  </a:ext>
                </a:extLst>
              </p:cNvPr>
              <p:cNvSpPr/>
              <p:nvPr/>
            </p:nvSpPr>
            <p:spPr>
              <a:xfrm rot="20876803">
                <a:off x="-4063708" y="-32066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7" name="Freeform: Shape 3736">
                <a:extLst>
                  <a:ext uri="{FF2B5EF4-FFF2-40B4-BE49-F238E27FC236}">
                    <a16:creationId xmlns:a16="http://schemas.microsoft.com/office/drawing/2014/main" id="{F3548473-01F8-43E0-96A9-1A8B8D8211A8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738" name="Straight Connector 3737">
                <a:extLst>
                  <a:ext uri="{FF2B5EF4-FFF2-40B4-BE49-F238E27FC236}">
                    <a16:creationId xmlns:a16="http://schemas.microsoft.com/office/drawing/2014/main" id="{94FC7404-2577-4044-89A3-D58F723FF9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9" name="Straight Connector 3738">
                <a:extLst>
                  <a:ext uri="{FF2B5EF4-FFF2-40B4-BE49-F238E27FC236}">
                    <a16:creationId xmlns:a16="http://schemas.microsoft.com/office/drawing/2014/main" id="{E2323B86-156A-47A7-B888-4FBF5577042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2747089"/>
                <a:ext cx="159042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40" name="Freeform: Shape 3739">
                <a:extLst>
                  <a:ext uri="{FF2B5EF4-FFF2-40B4-BE49-F238E27FC236}">
                    <a16:creationId xmlns:a16="http://schemas.microsoft.com/office/drawing/2014/main" id="{99C02790-B40C-470D-A1FE-4EDFFEF3EF28}"/>
                  </a:ext>
                </a:extLst>
              </p:cNvPr>
              <p:cNvSpPr/>
              <p:nvPr/>
            </p:nvSpPr>
            <p:spPr>
              <a:xfrm rot="2700000">
                <a:off x="-5012668" y="-3067781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41" name="Freeform: Shape 3740">
                <a:extLst>
                  <a:ext uri="{FF2B5EF4-FFF2-40B4-BE49-F238E27FC236}">
                    <a16:creationId xmlns:a16="http://schemas.microsoft.com/office/drawing/2014/main" id="{73B08357-BC15-4494-A5EC-626FD3A5D16C}"/>
                  </a:ext>
                </a:extLst>
              </p:cNvPr>
              <p:cNvSpPr/>
              <p:nvPr/>
            </p:nvSpPr>
            <p:spPr>
              <a:xfrm rot="20876803">
                <a:off x="-246215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42" name="Freeform: Shape 3741">
                <a:extLst>
                  <a:ext uri="{FF2B5EF4-FFF2-40B4-BE49-F238E27FC236}">
                    <a16:creationId xmlns:a16="http://schemas.microsoft.com/office/drawing/2014/main" id="{8B31CE33-362F-4CDA-8945-0F26628ADAE1}"/>
                  </a:ext>
                </a:extLst>
              </p:cNvPr>
              <p:cNvSpPr/>
              <p:nvPr/>
            </p:nvSpPr>
            <p:spPr>
              <a:xfrm rot="2700000">
                <a:off x="-3353991" y="-224068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743" name="Straight Connector 3742">
                <a:extLst>
                  <a:ext uri="{FF2B5EF4-FFF2-40B4-BE49-F238E27FC236}">
                    <a16:creationId xmlns:a16="http://schemas.microsoft.com/office/drawing/2014/main" id="{31F13327-C5CC-4933-BD28-77AAD5AED0A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44" name="Freeform: Shape 3743">
                <a:extLst>
                  <a:ext uri="{FF2B5EF4-FFF2-40B4-BE49-F238E27FC236}">
                    <a16:creationId xmlns:a16="http://schemas.microsoft.com/office/drawing/2014/main" id="{D8BC6349-437B-48DD-BBCC-D7324D4225C4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745" name="Straight Connector 3744">
                <a:extLst>
                  <a:ext uri="{FF2B5EF4-FFF2-40B4-BE49-F238E27FC236}">
                    <a16:creationId xmlns:a16="http://schemas.microsoft.com/office/drawing/2014/main" id="{4BF6433F-F253-4C99-A7C9-4692ABBC89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627059" y="-1913751"/>
                <a:ext cx="177665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6" name="Straight Connector 3745">
                <a:extLst>
                  <a:ext uri="{FF2B5EF4-FFF2-40B4-BE49-F238E27FC236}">
                    <a16:creationId xmlns:a16="http://schemas.microsoft.com/office/drawing/2014/main" id="{EE58F8CE-791A-401F-A29C-3B809562251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6088264" y="-2336268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7" name="Straight Connector 3746">
                <a:extLst>
                  <a:ext uri="{FF2B5EF4-FFF2-40B4-BE49-F238E27FC236}">
                    <a16:creationId xmlns:a16="http://schemas.microsoft.com/office/drawing/2014/main" id="{8F32F836-44A6-4149-AC97-906443CE74D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699267" y="-235740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653" name="Straight Connector 3652">
              <a:extLst>
                <a:ext uri="{FF2B5EF4-FFF2-40B4-BE49-F238E27FC236}">
                  <a16:creationId xmlns:a16="http://schemas.microsoft.com/office/drawing/2014/main" id="{87F180B1-7ED7-48B1-AE37-AF07FA41CA57}"/>
                </a:ext>
              </a:extLst>
            </p:cNvPr>
            <p:cNvCxnSpPr>
              <a:cxnSpLocks/>
            </p:cNvCxnSpPr>
            <p:nvPr/>
          </p:nvCxnSpPr>
          <p:spPr>
            <a:xfrm>
              <a:off x="11029506" y="88245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54" name="Freeform: Shape 3653">
              <a:extLst>
                <a:ext uri="{FF2B5EF4-FFF2-40B4-BE49-F238E27FC236}">
                  <a16:creationId xmlns:a16="http://schemas.microsoft.com/office/drawing/2014/main" id="{4A5595C1-D1E8-44B0-AD06-B92D1EFB59B6}"/>
                </a:ext>
              </a:extLst>
            </p:cNvPr>
            <p:cNvSpPr/>
            <p:nvPr/>
          </p:nvSpPr>
          <p:spPr>
            <a:xfrm rot="2607834" flipH="1">
              <a:off x="-716304" y="782553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55" name="Freeform: Shape 3654">
              <a:extLst>
                <a:ext uri="{FF2B5EF4-FFF2-40B4-BE49-F238E27FC236}">
                  <a16:creationId xmlns:a16="http://schemas.microsoft.com/office/drawing/2014/main" id="{563A7228-F691-4BCB-8579-18AB3542B3D4}"/>
                </a:ext>
              </a:extLst>
            </p:cNvPr>
            <p:cNvSpPr/>
            <p:nvPr/>
          </p:nvSpPr>
          <p:spPr>
            <a:xfrm rot="2607834" flipH="1">
              <a:off x="-2397747" y="685621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56" name="Freeform: Shape 3655">
              <a:extLst>
                <a:ext uri="{FF2B5EF4-FFF2-40B4-BE49-F238E27FC236}">
                  <a16:creationId xmlns:a16="http://schemas.microsoft.com/office/drawing/2014/main" id="{60ED1FBF-9A9B-45CB-9D2D-CE9C4D0A0A8D}"/>
                </a:ext>
              </a:extLst>
            </p:cNvPr>
            <p:cNvSpPr/>
            <p:nvPr/>
          </p:nvSpPr>
          <p:spPr>
            <a:xfrm rot="2607834" flipH="1">
              <a:off x="-704207" y="860335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57" name="Freeform: Shape 3656">
              <a:extLst>
                <a:ext uri="{FF2B5EF4-FFF2-40B4-BE49-F238E27FC236}">
                  <a16:creationId xmlns:a16="http://schemas.microsoft.com/office/drawing/2014/main" id="{668CCE89-F379-4F7B-A772-CE12F2E96253}"/>
                </a:ext>
              </a:extLst>
            </p:cNvPr>
            <p:cNvSpPr/>
            <p:nvPr/>
          </p:nvSpPr>
          <p:spPr>
            <a:xfrm rot="2607834" flipH="1">
              <a:off x="-1511926" y="1031509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661" name="Straight Connector 3660">
              <a:extLst>
                <a:ext uri="{FF2B5EF4-FFF2-40B4-BE49-F238E27FC236}">
                  <a16:creationId xmlns:a16="http://schemas.microsoft.com/office/drawing/2014/main" id="{26ECFCEA-C561-4761-81DB-5357EF0B368E}"/>
                </a:ext>
              </a:extLst>
            </p:cNvPr>
            <p:cNvCxnSpPr>
              <a:cxnSpLocks/>
            </p:cNvCxnSpPr>
            <p:nvPr/>
          </p:nvCxnSpPr>
          <p:spPr>
            <a:xfrm>
              <a:off x="-493298" y="-6889138"/>
              <a:ext cx="0" cy="1687824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2" name="Straight Connector 3661">
              <a:extLst>
                <a:ext uri="{FF2B5EF4-FFF2-40B4-BE49-F238E27FC236}">
                  <a16:creationId xmlns:a16="http://schemas.microsoft.com/office/drawing/2014/main" id="{396A1E3A-047E-4E19-B9C7-76A330A21873}"/>
                </a:ext>
              </a:extLst>
            </p:cNvPr>
            <p:cNvCxnSpPr>
              <a:cxnSpLocks/>
            </p:cNvCxnSpPr>
            <p:nvPr/>
          </p:nvCxnSpPr>
          <p:spPr>
            <a:xfrm>
              <a:off x="-4679485" y="-6866953"/>
              <a:ext cx="0" cy="157575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3" name="Straight Connector 3662">
              <a:extLst>
                <a:ext uri="{FF2B5EF4-FFF2-40B4-BE49-F238E27FC236}">
                  <a16:creationId xmlns:a16="http://schemas.microsoft.com/office/drawing/2014/main" id="{288BA051-C68B-40DC-8776-6AF394F3F3D7}"/>
                </a:ext>
              </a:extLst>
            </p:cNvPr>
            <p:cNvCxnSpPr>
              <a:cxnSpLocks/>
            </p:cNvCxnSpPr>
            <p:nvPr/>
          </p:nvCxnSpPr>
          <p:spPr>
            <a:xfrm>
              <a:off x="-4710786" y="-5203976"/>
              <a:ext cx="4249964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4" name="Straight Connector 3663">
              <a:extLst>
                <a:ext uri="{FF2B5EF4-FFF2-40B4-BE49-F238E27FC236}">
                  <a16:creationId xmlns:a16="http://schemas.microsoft.com/office/drawing/2014/main" id="{07D1D873-79E0-4E83-BE02-8CAC361440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38690" y="1314551"/>
              <a:ext cx="28529" cy="880364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65" name="Freeform: Shape 3664">
              <a:extLst>
                <a:ext uri="{FF2B5EF4-FFF2-40B4-BE49-F238E27FC236}">
                  <a16:creationId xmlns:a16="http://schemas.microsoft.com/office/drawing/2014/main" id="{EF00A427-7C5B-43F9-957F-4914987EB7EE}"/>
                </a:ext>
              </a:extLst>
            </p:cNvPr>
            <p:cNvSpPr/>
            <p:nvPr/>
          </p:nvSpPr>
          <p:spPr>
            <a:xfrm rot="2700000">
              <a:off x="6730126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66" name="Multiplication Sign 3665">
              <a:extLst>
                <a:ext uri="{FF2B5EF4-FFF2-40B4-BE49-F238E27FC236}">
                  <a16:creationId xmlns:a16="http://schemas.microsoft.com/office/drawing/2014/main" id="{D2F22F46-323B-4011-9D2A-E01962960C34}"/>
                </a:ext>
              </a:extLst>
            </p:cNvPr>
            <p:cNvSpPr/>
            <p:nvPr/>
          </p:nvSpPr>
          <p:spPr>
            <a:xfrm>
              <a:off x="8456947" y="1822670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667" name="Straight Connector 3666">
              <a:extLst>
                <a:ext uri="{FF2B5EF4-FFF2-40B4-BE49-F238E27FC236}">
                  <a16:creationId xmlns:a16="http://schemas.microsoft.com/office/drawing/2014/main" id="{60DDAA97-06C3-40B5-8504-693FEF2C922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1023230" y="795526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9" name="Straight Connector 3668">
              <a:extLst>
                <a:ext uri="{FF2B5EF4-FFF2-40B4-BE49-F238E27FC236}">
                  <a16:creationId xmlns:a16="http://schemas.microsoft.com/office/drawing/2014/main" id="{4CB426A7-8944-41EB-97F7-124B63232C37}"/>
                </a:ext>
              </a:extLst>
            </p:cNvPr>
            <p:cNvCxnSpPr>
              <a:cxnSpLocks/>
            </p:cNvCxnSpPr>
            <p:nvPr/>
          </p:nvCxnSpPr>
          <p:spPr>
            <a:xfrm>
              <a:off x="1504175" y="-60698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0" name="Straight Connector 3669">
              <a:extLst>
                <a:ext uri="{FF2B5EF4-FFF2-40B4-BE49-F238E27FC236}">
                  <a16:creationId xmlns:a16="http://schemas.microsoft.com/office/drawing/2014/main" id="{34EB4D9C-D3EA-4461-8B4B-D4D72BAAF298}"/>
                </a:ext>
              </a:extLst>
            </p:cNvPr>
            <p:cNvCxnSpPr>
              <a:cxnSpLocks/>
            </p:cNvCxnSpPr>
            <p:nvPr/>
          </p:nvCxnSpPr>
          <p:spPr>
            <a:xfrm>
              <a:off x="6803506" y="-3567524"/>
              <a:ext cx="4262919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1" name="Straight Connector 3670">
              <a:extLst>
                <a:ext uri="{FF2B5EF4-FFF2-40B4-BE49-F238E27FC236}">
                  <a16:creationId xmlns:a16="http://schemas.microsoft.com/office/drawing/2014/main" id="{6C906C58-DDAF-4013-A09B-46CA2FC8DD52}"/>
                </a:ext>
              </a:extLst>
            </p:cNvPr>
            <p:cNvCxnSpPr>
              <a:cxnSpLocks/>
            </p:cNvCxnSpPr>
            <p:nvPr/>
          </p:nvCxnSpPr>
          <p:spPr>
            <a:xfrm>
              <a:off x="6882062" y="-5237791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2" name="Straight Connector 3671">
              <a:extLst>
                <a:ext uri="{FF2B5EF4-FFF2-40B4-BE49-F238E27FC236}">
                  <a16:creationId xmlns:a16="http://schemas.microsoft.com/office/drawing/2014/main" id="{A52F50A2-781D-462B-85A7-D27D9066105F}"/>
                </a:ext>
              </a:extLst>
            </p:cNvPr>
            <p:cNvCxnSpPr>
              <a:cxnSpLocks/>
            </p:cNvCxnSpPr>
            <p:nvPr/>
          </p:nvCxnSpPr>
          <p:spPr>
            <a:xfrm>
              <a:off x="7696116" y="-6932873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3" name="Straight Connector 3672">
              <a:extLst>
                <a:ext uri="{FF2B5EF4-FFF2-40B4-BE49-F238E27FC236}">
                  <a16:creationId xmlns:a16="http://schemas.microsoft.com/office/drawing/2014/main" id="{DEFB4113-CE61-4A67-B1FE-C3CA63227E52}"/>
                </a:ext>
              </a:extLst>
            </p:cNvPr>
            <p:cNvCxnSpPr>
              <a:cxnSpLocks/>
            </p:cNvCxnSpPr>
            <p:nvPr/>
          </p:nvCxnSpPr>
          <p:spPr>
            <a:xfrm>
              <a:off x="6833129" y="-5237791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4" name="Straight Connector 3673">
              <a:extLst>
                <a:ext uri="{FF2B5EF4-FFF2-40B4-BE49-F238E27FC236}">
                  <a16:creationId xmlns:a16="http://schemas.microsoft.com/office/drawing/2014/main" id="{4D3353DD-0C89-4072-AA60-E9D5573C85D9}"/>
                </a:ext>
              </a:extLst>
            </p:cNvPr>
            <p:cNvCxnSpPr>
              <a:cxnSpLocks/>
            </p:cNvCxnSpPr>
            <p:nvPr/>
          </p:nvCxnSpPr>
          <p:spPr>
            <a:xfrm>
              <a:off x="11193490" y="-5237791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5" name="Straight Connector 3674">
              <a:extLst>
                <a:ext uri="{FF2B5EF4-FFF2-40B4-BE49-F238E27FC236}">
                  <a16:creationId xmlns:a16="http://schemas.microsoft.com/office/drawing/2014/main" id="{C970E948-C981-4307-A378-CD901CD82F0A}"/>
                </a:ext>
              </a:extLst>
            </p:cNvPr>
            <p:cNvCxnSpPr>
              <a:cxnSpLocks/>
            </p:cNvCxnSpPr>
            <p:nvPr/>
          </p:nvCxnSpPr>
          <p:spPr>
            <a:xfrm>
              <a:off x="11164574" y="-5237791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76" name="Freeform: Shape 3675">
              <a:extLst>
                <a:ext uri="{FF2B5EF4-FFF2-40B4-BE49-F238E27FC236}">
                  <a16:creationId xmlns:a16="http://schemas.microsoft.com/office/drawing/2014/main" id="{7569F747-2FF8-4405-9ED6-E0C00A3E05DB}"/>
                </a:ext>
              </a:extLst>
            </p:cNvPr>
            <p:cNvSpPr/>
            <p:nvPr/>
          </p:nvSpPr>
          <p:spPr>
            <a:xfrm>
              <a:off x="-2472234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77" name="Freeform: Shape 3676">
              <a:extLst>
                <a:ext uri="{FF2B5EF4-FFF2-40B4-BE49-F238E27FC236}">
                  <a16:creationId xmlns:a16="http://schemas.microsoft.com/office/drawing/2014/main" id="{29DC6ABF-6FAE-4F9F-BE45-64735D6FB770}"/>
                </a:ext>
              </a:extLst>
            </p:cNvPr>
            <p:cNvSpPr/>
            <p:nvPr/>
          </p:nvSpPr>
          <p:spPr>
            <a:xfrm>
              <a:off x="3570672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78" name="Freeform: Shape 3677">
              <a:extLst>
                <a:ext uri="{FF2B5EF4-FFF2-40B4-BE49-F238E27FC236}">
                  <a16:creationId xmlns:a16="http://schemas.microsoft.com/office/drawing/2014/main" id="{0922AB6F-3DA3-4799-9930-48AFC752FC45}"/>
                </a:ext>
              </a:extLst>
            </p:cNvPr>
            <p:cNvSpPr/>
            <p:nvPr/>
          </p:nvSpPr>
          <p:spPr>
            <a:xfrm>
              <a:off x="3696798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79" name="Freeform: Shape 3678">
              <a:extLst>
                <a:ext uri="{FF2B5EF4-FFF2-40B4-BE49-F238E27FC236}">
                  <a16:creationId xmlns:a16="http://schemas.microsoft.com/office/drawing/2014/main" id="{3F45DB0F-8236-48B1-9B88-8F64C62894AF}"/>
                </a:ext>
              </a:extLst>
            </p:cNvPr>
            <p:cNvSpPr/>
            <p:nvPr/>
          </p:nvSpPr>
          <p:spPr>
            <a:xfrm>
              <a:off x="9923459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80" name="Freeform: Shape 3679">
              <a:extLst>
                <a:ext uri="{FF2B5EF4-FFF2-40B4-BE49-F238E27FC236}">
                  <a16:creationId xmlns:a16="http://schemas.microsoft.com/office/drawing/2014/main" id="{7B821FAA-D16E-46DD-A7BB-4B48A5FA9AEE}"/>
                </a:ext>
              </a:extLst>
            </p:cNvPr>
            <p:cNvSpPr/>
            <p:nvPr/>
          </p:nvSpPr>
          <p:spPr>
            <a:xfrm>
              <a:off x="-2449320" y="701074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81" name="Freeform: Shape 3680">
              <a:extLst>
                <a:ext uri="{FF2B5EF4-FFF2-40B4-BE49-F238E27FC236}">
                  <a16:creationId xmlns:a16="http://schemas.microsoft.com/office/drawing/2014/main" id="{882690A9-463E-4DFB-B4B2-C32537B326A3}"/>
                </a:ext>
              </a:extLst>
            </p:cNvPr>
            <p:cNvSpPr/>
            <p:nvPr/>
          </p:nvSpPr>
          <p:spPr>
            <a:xfrm>
              <a:off x="-2520546" y="784006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82" name="Freeform: Shape 3681">
              <a:extLst>
                <a:ext uri="{FF2B5EF4-FFF2-40B4-BE49-F238E27FC236}">
                  <a16:creationId xmlns:a16="http://schemas.microsoft.com/office/drawing/2014/main" id="{E78DF7E8-329C-4A00-A271-154630F7C596}"/>
                </a:ext>
              </a:extLst>
            </p:cNvPr>
            <p:cNvSpPr/>
            <p:nvPr/>
          </p:nvSpPr>
          <p:spPr>
            <a:xfrm>
              <a:off x="9926281" y="-63085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83" name="Freeform: Shape 3682">
              <a:extLst>
                <a:ext uri="{FF2B5EF4-FFF2-40B4-BE49-F238E27FC236}">
                  <a16:creationId xmlns:a16="http://schemas.microsoft.com/office/drawing/2014/main" id="{7DDA40DE-C751-431C-8298-D11BBE047BFF}"/>
                </a:ext>
              </a:extLst>
            </p:cNvPr>
            <p:cNvSpPr/>
            <p:nvPr/>
          </p:nvSpPr>
          <p:spPr>
            <a:xfrm>
              <a:off x="9926281" y="76660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684" name="Straight Connector 3683">
              <a:extLst>
                <a:ext uri="{FF2B5EF4-FFF2-40B4-BE49-F238E27FC236}">
                  <a16:creationId xmlns:a16="http://schemas.microsoft.com/office/drawing/2014/main" id="{01BF205D-55AE-4564-BB44-9860C1AEFE1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978439" y="9616834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5" name="Straight Connector 3684">
              <a:extLst>
                <a:ext uri="{FF2B5EF4-FFF2-40B4-BE49-F238E27FC236}">
                  <a16:creationId xmlns:a16="http://schemas.microsoft.com/office/drawing/2014/main" id="{04EC88C5-60BC-416F-9FB9-5181126B82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197162" y="9597058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6" name="Straight Connector 3685">
              <a:extLst>
                <a:ext uri="{FF2B5EF4-FFF2-40B4-BE49-F238E27FC236}">
                  <a16:creationId xmlns:a16="http://schemas.microsoft.com/office/drawing/2014/main" id="{2ACAA11A-FC8C-4581-B943-1BD57581F9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846116" y="797329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7" name="Straight Connector 3686">
              <a:extLst>
                <a:ext uri="{FF2B5EF4-FFF2-40B4-BE49-F238E27FC236}">
                  <a16:creationId xmlns:a16="http://schemas.microsoft.com/office/drawing/2014/main" id="{A793510A-D963-4304-AE9A-29D007FB8559}"/>
                </a:ext>
              </a:extLst>
            </p:cNvPr>
            <p:cNvCxnSpPr>
              <a:cxnSpLocks/>
            </p:cNvCxnSpPr>
            <p:nvPr/>
          </p:nvCxnSpPr>
          <p:spPr>
            <a:xfrm>
              <a:off x="7658671" y="7152685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8" name="Straight Connector 3687">
              <a:extLst>
                <a:ext uri="{FF2B5EF4-FFF2-40B4-BE49-F238E27FC236}">
                  <a16:creationId xmlns:a16="http://schemas.microsoft.com/office/drawing/2014/main" id="{F890861A-3BBC-479E-B03B-539316880A74}"/>
                </a:ext>
              </a:extLst>
            </p:cNvPr>
            <p:cNvCxnSpPr>
              <a:cxnSpLocks/>
            </p:cNvCxnSpPr>
            <p:nvPr/>
          </p:nvCxnSpPr>
          <p:spPr>
            <a:xfrm>
              <a:off x="6847702" y="10420207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9" name="Straight Connector 3688">
              <a:extLst>
                <a:ext uri="{FF2B5EF4-FFF2-40B4-BE49-F238E27FC236}">
                  <a16:creationId xmlns:a16="http://schemas.microsoft.com/office/drawing/2014/main" id="{6F576FF8-AC0B-4372-BEAA-7B8CF63FDC17}"/>
                </a:ext>
              </a:extLst>
            </p:cNvPr>
            <p:cNvCxnSpPr>
              <a:cxnSpLocks/>
            </p:cNvCxnSpPr>
            <p:nvPr/>
          </p:nvCxnSpPr>
          <p:spPr>
            <a:xfrm>
              <a:off x="6939141" y="88245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0" name="Straight Connector 3689">
              <a:extLst>
                <a:ext uri="{FF2B5EF4-FFF2-40B4-BE49-F238E27FC236}">
                  <a16:creationId xmlns:a16="http://schemas.microsoft.com/office/drawing/2014/main" id="{F9E5F29A-295E-4661-AF6A-331F942B8341}"/>
                </a:ext>
              </a:extLst>
            </p:cNvPr>
            <p:cNvCxnSpPr>
              <a:cxnSpLocks/>
            </p:cNvCxnSpPr>
            <p:nvPr/>
          </p:nvCxnSpPr>
          <p:spPr>
            <a:xfrm>
              <a:off x="4865256" y="265231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1" name="Straight Connector 3690">
              <a:extLst>
                <a:ext uri="{FF2B5EF4-FFF2-40B4-BE49-F238E27FC236}">
                  <a16:creationId xmlns:a16="http://schemas.microsoft.com/office/drawing/2014/main" id="{89B4B5D6-FA3A-4D67-BA5D-3E9CB6597A4C}"/>
                </a:ext>
              </a:extLst>
            </p:cNvPr>
            <p:cNvCxnSpPr>
              <a:cxnSpLocks/>
            </p:cNvCxnSpPr>
            <p:nvPr/>
          </p:nvCxnSpPr>
          <p:spPr>
            <a:xfrm>
              <a:off x="5705044" y="178722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2" name="Straight Connector 3691">
              <a:extLst>
                <a:ext uri="{FF2B5EF4-FFF2-40B4-BE49-F238E27FC236}">
                  <a16:creationId xmlns:a16="http://schemas.microsoft.com/office/drawing/2014/main" id="{D4FC17AE-79E2-411D-95A0-B0C5CAF13C25}"/>
                </a:ext>
              </a:extLst>
            </p:cNvPr>
            <p:cNvCxnSpPr>
              <a:cxnSpLocks/>
            </p:cNvCxnSpPr>
            <p:nvPr/>
          </p:nvCxnSpPr>
          <p:spPr>
            <a:xfrm>
              <a:off x="4880316" y="2628354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3" name="Straight Connector 3692">
              <a:extLst>
                <a:ext uri="{FF2B5EF4-FFF2-40B4-BE49-F238E27FC236}">
                  <a16:creationId xmlns:a16="http://schemas.microsoft.com/office/drawing/2014/main" id="{C37B3077-4B4F-425F-A719-1350FA7EE791}"/>
                </a:ext>
              </a:extLst>
            </p:cNvPr>
            <p:cNvCxnSpPr>
              <a:cxnSpLocks/>
            </p:cNvCxnSpPr>
            <p:nvPr/>
          </p:nvCxnSpPr>
          <p:spPr>
            <a:xfrm>
              <a:off x="5699334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4" name="Straight Connector 3693">
              <a:extLst>
                <a:ext uri="{FF2B5EF4-FFF2-40B4-BE49-F238E27FC236}">
                  <a16:creationId xmlns:a16="http://schemas.microsoft.com/office/drawing/2014/main" id="{0C5C25A5-8B5D-41AD-9250-8995D995C10E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04" y="268239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5" name="Straight Connector 3694">
              <a:extLst>
                <a:ext uri="{FF2B5EF4-FFF2-40B4-BE49-F238E27FC236}">
                  <a16:creationId xmlns:a16="http://schemas.microsoft.com/office/drawing/2014/main" id="{CF2FA84A-C334-4E12-AED0-EFFA290354D0}"/>
                </a:ext>
              </a:extLst>
            </p:cNvPr>
            <p:cNvCxnSpPr>
              <a:cxnSpLocks/>
            </p:cNvCxnSpPr>
            <p:nvPr/>
          </p:nvCxnSpPr>
          <p:spPr>
            <a:xfrm>
              <a:off x="11193490" y="2628354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6" name="Straight Connector 3695">
              <a:extLst>
                <a:ext uri="{FF2B5EF4-FFF2-40B4-BE49-F238E27FC236}">
                  <a16:creationId xmlns:a16="http://schemas.microsoft.com/office/drawing/2014/main" id="{206E8FA4-2711-4027-8352-19A1289E09C1}"/>
                </a:ext>
              </a:extLst>
            </p:cNvPr>
            <p:cNvCxnSpPr>
              <a:cxnSpLocks/>
            </p:cNvCxnSpPr>
            <p:nvPr/>
          </p:nvCxnSpPr>
          <p:spPr>
            <a:xfrm>
              <a:off x="12027669" y="1817410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7" name="Straight Connector 3696">
              <a:extLst>
                <a:ext uri="{FF2B5EF4-FFF2-40B4-BE49-F238E27FC236}">
                  <a16:creationId xmlns:a16="http://schemas.microsoft.com/office/drawing/2014/main" id="{3A797EB1-DFA1-41EA-99B5-0EDA9DC11A2A}"/>
                </a:ext>
              </a:extLst>
            </p:cNvPr>
            <p:cNvCxnSpPr>
              <a:cxnSpLocks/>
            </p:cNvCxnSpPr>
            <p:nvPr/>
          </p:nvCxnSpPr>
          <p:spPr>
            <a:xfrm>
              <a:off x="7812269" y="67348"/>
              <a:ext cx="4253931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8" name="Straight Connector 3697">
              <a:extLst>
                <a:ext uri="{FF2B5EF4-FFF2-40B4-BE49-F238E27FC236}">
                  <a16:creationId xmlns:a16="http://schemas.microsoft.com/office/drawing/2014/main" id="{AB4F2D46-9FDD-47EE-8EFF-46B58E60B138}"/>
                </a:ext>
              </a:extLst>
            </p:cNvPr>
            <p:cNvCxnSpPr>
              <a:cxnSpLocks/>
            </p:cNvCxnSpPr>
            <p:nvPr/>
          </p:nvCxnSpPr>
          <p:spPr>
            <a:xfrm>
              <a:off x="12037291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9" name="Straight Connector 3698">
              <a:extLst>
                <a:ext uri="{FF2B5EF4-FFF2-40B4-BE49-F238E27FC236}">
                  <a16:creationId xmlns:a16="http://schemas.microsoft.com/office/drawing/2014/main" id="{F09F53DB-356F-464F-84D4-B1D628D6DFEF}"/>
                </a:ext>
              </a:extLst>
            </p:cNvPr>
            <p:cNvCxnSpPr>
              <a:cxnSpLocks/>
            </p:cNvCxnSpPr>
            <p:nvPr/>
          </p:nvCxnSpPr>
          <p:spPr>
            <a:xfrm>
              <a:off x="11829399" y="-6873229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0" name="Straight Connector 3699">
              <a:extLst>
                <a:ext uri="{FF2B5EF4-FFF2-40B4-BE49-F238E27FC236}">
                  <a16:creationId xmlns:a16="http://schemas.microsoft.com/office/drawing/2014/main" id="{AAB018C1-F76C-495C-B082-770F1F0DB62A}"/>
                </a:ext>
              </a:extLst>
            </p:cNvPr>
            <p:cNvCxnSpPr>
              <a:cxnSpLocks/>
            </p:cNvCxnSpPr>
            <p:nvPr/>
          </p:nvCxnSpPr>
          <p:spPr>
            <a:xfrm>
              <a:off x="7600388" y="-6875177"/>
              <a:ext cx="4262919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1" name="Straight Connector 3700">
              <a:extLst>
                <a:ext uri="{FF2B5EF4-FFF2-40B4-BE49-F238E27FC236}">
                  <a16:creationId xmlns:a16="http://schemas.microsoft.com/office/drawing/2014/main" id="{72EFE2CC-BFC1-4035-8925-F340D5C539A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5992865" y="470421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2" name="Straight Connector 3701">
              <a:extLst>
                <a:ext uri="{FF2B5EF4-FFF2-40B4-BE49-F238E27FC236}">
                  <a16:creationId xmlns:a16="http://schemas.microsoft.com/office/drawing/2014/main" id="{FC560540-D1C8-4580-BBCF-E9E67598F18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178499" y="2623996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3" name="Straight Connector 3702">
              <a:extLst>
                <a:ext uri="{FF2B5EF4-FFF2-40B4-BE49-F238E27FC236}">
                  <a16:creationId xmlns:a16="http://schemas.microsoft.com/office/drawing/2014/main" id="{E88CB224-86C0-4BA5-BF07-BAD94A398C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6344526" y="2623996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4" name="Straight Connector 3703">
              <a:extLst>
                <a:ext uri="{FF2B5EF4-FFF2-40B4-BE49-F238E27FC236}">
                  <a16:creationId xmlns:a16="http://schemas.microsoft.com/office/drawing/2014/main" id="{49C2746B-CA61-4F50-A3BF-935EBFB002A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5463279" y="94814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5" name="Straight Connector 3704">
              <a:extLst>
                <a:ext uri="{FF2B5EF4-FFF2-40B4-BE49-F238E27FC236}">
                  <a16:creationId xmlns:a16="http://schemas.microsoft.com/office/drawing/2014/main" id="{41BDAA80-170D-434E-AD0F-C77B99757A6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3028595" y="94814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6" name="Straight Connector 3705">
              <a:extLst>
                <a:ext uri="{FF2B5EF4-FFF2-40B4-BE49-F238E27FC236}">
                  <a16:creationId xmlns:a16="http://schemas.microsoft.com/office/drawing/2014/main" id="{24E785F0-FDB6-49F8-A068-D88DE16D44F3}"/>
                </a:ext>
              </a:extLst>
            </p:cNvPr>
            <p:cNvCxnSpPr>
              <a:cxnSpLocks/>
            </p:cNvCxnSpPr>
            <p:nvPr/>
          </p:nvCxnSpPr>
          <p:spPr>
            <a:xfrm>
              <a:off x="-5421607" y="3510641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7" name="Straight Connector 3706">
              <a:extLst>
                <a:ext uri="{FF2B5EF4-FFF2-40B4-BE49-F238E27FC236}">
                  <a16:creationId xmlns:a16="http://schemas.microsoft.com/office/drawing/2014/main" id="{FDAEDFC2-164F-4B4C-B575-8506ED1B8DBC}"/>
                </a:ext>
              </a:extLst>
            </p:cNvPr>
            <p:cNvCxnSpPr>
              <a:cxnSpLocks/>
            </p:cNvCxnSpPr>
            <p:nvPr/>
          </p:nvCxnSpPr>
          <p:spPr>
            <a:xfrm>
              <a:off x="-2186328" y="185666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8" name="Straight Connector 3707">
              <a:extLst>
                <a:ext uri="{FF2B5EF4-FFF2-40B4-BE49-F238E27FC236}">
                  <a16:creationId xmlns:a16="http://schemas.microsoft.com/office/drawing/2014/main" id="{FA91E473-D4EA-49BC-813A-1C175645800D}"/>
                </a:ext>
              </a:extLst>
            </p:cNvPr>
            <p:cNvCxnSpPr>
              <a:cxnSpLocks/>
            </p:cNvCxnSpPr>
            <p:nvPr/>
          </p:nvCxnSpPr>
          <p:spPr>
            <a:xfrm>
              <a:off x="-5457003" y="185666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9" name="Straight Connector 3708">
              <a:extLst>
                <a:ext uri="{FF2B5EF4-FFF2-40B4-BE49-F238E27FC236}">
                  <a16:creationId xmlns:a16="http://schemas.microsoft.com/office/drawing/2014/main" id="{2D695DD2-EEED-45EF-B457-C142D1DBA83D}"/>
                </a:ext>
              </a:extLst>
            </p:cNvPr>
            <p:cNvCxnSpPr>
              <a:cxnSpLocks/>
            </p:cNvCxnSpPr>
            <p:nvPr/>
          </p:nvCxnSpPr>
          <p:spPr>
            <a:xfrm>
              <a:off x="-4659866" y="85478"/>
              <a:ext cx="2645493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0" name="Straight Connector 3709">
              <a:extLst>
                <a:ext uri="{FF2B5EF4-FFF2-40B4-BE49-F238E27FC236}">
                  <a16:creationId xmlns:a16="http://schemas.microsoft.com/office/drawing/2014/main" id="{D13421FF-070C-4E5A-BEBF-D4A2BD02C1C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879407" y="148322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11" name="Freeform: Shape 3710">
              <a:extLst>
                <a:ext uri="{FF2B5EF4-FFF2-40B4-BE49-F238E27FC236}">
                  <a16:creationId xmlns:a16="http://schemas.microsoft.com/office/drawing/2014/main" id="{04BEFA3B-1BBF-408A-90B6-425FBD54ED8F}"/>
                </a:ext>
              </a:extLst>
            </p:cNvPr>
            <p:cNvSpPr/>
            <p:nvPr/>
          </p:nvSpPr>
          <p:spPr>
            <a:xfrm rot="2607834" flipH="1">
              <a:off x="5293331" y="77914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12" name="Freeform: Shape 3711">
              <a:extLst>
                <a:ext uri="{FF2B5EF4-FFF2-40B4-BE49-F238E27FC236}">
                  <a16:creationId xmlns:a16="http://schemas.microsoft.com/office/drawing/2014/main" id="{19B78A88-F554-4EA6-9C88-794390E8388C}"/>
                </a:ext>
              </a:extLst>
            </p:cNvPr>
            <p:cNvSpPr/>
            <p:nvPr/>
          </p:nvSpPr>
          <p:spPr>
            <a:xfrm rot="2607834" flipH="1">
              <a:off x="5276779" y="86575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13" name="Freeform: Shape 3712">
              <a:extLst>
                <a:ext uri="{FF2B5EF4-FFF2-40B4-BE49-F238E27FC236}">
                  <a16:creationId xmlns:a16="http://schemas.microsoft.com/office/drawing/2014/main" id="{39894494-B04A-4D59-9D41-A9D791F9AB4A}"/>
                </a:ext>
              </a:extLst>
            </p:cNvPr>
            <p:cNvSpPr/>
            <p:nvPr/>
          </p:nvSpPr>
          <p:spPr>
            <a:xfrm rot="2700000">
              <a:off x="4369523" y="778594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14" name="Freeform: Shape 3713">
              <a:extLst>
                <a:ext uri="{FF2B5EF4-FFF2-40B4-BE49-F238E27FC236}">
                  <a16:creationId xmlns:a16="http://schemas.microsoft.com/office/drawing/2014/main" id="{C416E4D2-5E6B-492B-82A0-D35C26C7C12D}"/>
                </a:ext>
              </a:extLst>
            </p:cNvPr>
            <p:cNvSpPr/>
            <p:nvPr/>
          </p:nvSpPr>
          <p:spPr>
            <a:xfrm>
              <a:off x="3596605" y="94570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5" name="Freeform: Shape 3714">
              <a:extLst>
                <a:ext uri="{FF2B5EF4-FFF2-40B4-BE49-F238E27FC236}">
                  <a16:creationId xmlns:a16="http://schemas.microsoft.com/office/drawing/2014/main" id="{F8938E17-0739-4F2C-ADF1-B77D9C6C6D45}"/>
                </a:ext>
              </a:extLst>
            </p:cNvPr>
            <p:cNvSpPr/>
            <p:nvPr/>
          </p:nvSpPr>
          <p:spPr>
            <a:xfrm rot="2700000">
              <a:off x="262188" y="777579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16" name="Freeform: Shape 3715">
              <a:extLst>
                <a:ext uri="{FF2B5EF4-FFF2-40B4-BE49-F238E27FC236}">
                  <a16:creationId xmlns:a16="http://schemas.microsoft.com/office/drawing/2014/main" id="{1D6BF92E-EB59-47A6-BBB2-DFAED071163A}"/>
                </a:ext>
              </a:extLst>
            </p:cNvPr>
            <p:cNvSpPr/>
            <p:nvPr/>
          </p:nvSpPr>
          <p:spPr>
            <a:xfrm>
              <a:off x="2820087" y="949743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7" name="Freeform: Shape 3716">
              <a:extLst>
                <a:ext uri="{FF2B5EF4-FFF2-40B4-BE49-F238E27FC236}">
                  <a16:creationId xmlns:a16="http://schemas.microsoft.com/office/drawing/2014/main" id="{05BA6BC8-6805-4AA0-89EB-1D2CDA3D25E8}"/>
                </a:ext>
              </a:extLst>
            </p:cNvPr>
            <p:cNvSpPr/>
            <p:nvPr/>
          </p:nvSpPr>
          <p:spPr>
            <a:xfrm>
              <a:off x="1078172" y="94570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8" name="Freeform: Shape 3717">
              <a:extLst>
                <a:ext uri="{FF2B5EF4-FFF2-40B4-BE49-F238E27FC236}">
                  <a16:creationId xmlns:a16="http://schemas.microsoft.com/office/drawing/2014/main" id="{0D318774-AB91-46EC-92AA-6D1DA7114A7B}"/>
                </a:ext>
              </a:extLst>
            </p:cNvPr>
            <p:cNvSpPr/>
            <p:nvPr/>
          </p:nvSpPr>
          <p:spPr>
            <a:xfrm rot="2607834" flipH="1">
              <a:off x="3584147" y="682210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19" name="Freeform: Shape 3718">
              <a:extLst>
                <a:ext uri="{FF2B5EF4-FFF2-40B4-BE49-F238E27FC236}">
                  <a16:creationId xmlns:a16="http://schemas.microsoft.com/office/drawing/2014/main" id="{0A0E21F3-2F11-4797-B77D-5F9DCFC6C32F}"/>
                </a:ext>
              </a:extLst>
            </p:cNvPr>
            <p:cNvSpPr/>
            <p:nvPr/>
          </p:nvSpPr>
          <p:spPr>
            <a:xfrm>
              <a:off x="1981379" y="78184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20" name="Freeform: Shape 3719">
              <a:extLst>
                <a:ext uri="{FF2B5EF4-FFF2-40B4-BE49-F238E27FC236}">
                  <a16:creationId xmlns:a16="http://schemas.microsoft.com/office/drawing/2014/main" id="{9C7ACDFA-C672-49C1-ACAE-2FF97C106F27}"/>
                </a:ext>
              </a:extLst>
            </p:cNvPr>
            <p:cNvSpPr/>
            <p:nvPr/>
          </p:nvSpPr>
          <p:spPr>
            <a:xfrm rot="2607834" flipH="1">
              <a:off x="1167247" y="76390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21" name="Freeform: Shape 3720">
              <a:extLst>
                <a:ext uri="{FF2B5EF4-FFF2-40B4-BE49-F238E27FC236}">
                  <a16:creationId xmlns:a16="http://schemas.microsoft.com/office/drawing/2014/main" id="{42FBBFE6-EDEB-44D3-9662-3E18EC511028}"/>
                </a:ext>
              </a:extLst>
            </p:cNvPr>
            <p:cNvSpPr/>
            <p:nvPr/>
          </p:nvSpPr>
          <p:spPr>
            <a:xfrm rot="2607834" flipH="1">
              <a:off x="1970391" y="683063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722" name="Straight Connector 3721">
              <a:extLst>
                <a:ext uri="{FF2B5EF4-FFF2-40B4-BE49-F238E27FC236}">
                  <a16:creationId xmlns:a16="http://schemas.microsoft.com/office/drawing/2014/main" id="{59E6358B-C31A-4FD2-AFAF-41C6426AB47D}"/>
                </a:ext>
              </a:extLst>
            </p:cNvPr>
            <p:cNvCxnSpPr>
              <a:cxnSpLocks/>
            </p:cNvCxnSpPr>
            <p:nvPr/>
          </p:nvCxnSpPr>
          <p:spPr>
            <a:xfrm>
              <a:off x="4623301" y="89261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3" name="Straight Connector 3722">
              <a:extLst>
                <a:ext uri="{FF2B5EF4-FFF2-40B4-BE49-F238E27FC236}">
                  <a16:creationId xmlns:a16="http://schemas.microsoft.com/office/drawing/2014/main" id="{8823C7E5-A152-4F89-9BC7-4D663C7B7C3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617025" y="810766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24" name="Freeform: Shape 3723">
              <a:extLst>
                <a:ext uri="{FF2B5EF4-FFF2-40B4-BE49-F238E27FC236}">
                  <a16:creationId xmlns:a16="http://schemas.microsoft.com/office/drawing/2014/main" id="{24FAC8FD-5F27-4938-A223-74579B5CE210}"/>
                </a:ext>
              </a:extLst>
            </p:cNvPr>
            <p:cNvSpPr/>
            <p:nvPr/>
          </p:nvSpPr>
          <p:spPr>
            <a:xfrm>
              <a:off x="3520076" y="78184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725" name="Straight Connector 3724">
              <a:extLst>
                <a:ext uri="{FF2B5EF4-FFF2-40B4-BE49-F238E27FC236}">
                  <a16:creationId xmlns:a16="http://schemas.microsoft.com/office/drawing/2014/main" id="{307CCB77-958F-481B-A42A-67FCF3A3D63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427766" y="9769234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6" name="Straight Connector 3725">
              <a:extLst>
                <a:ext uri="{FF2B5EF4-FFF2-40B4-BE49-F238E27FC236}">
                  <a16:creationId xmlns:a16="http://schemas.microsoft.com/office/drawing/2014/main" id="{5807D789-2499-4C0B-A014-9F91B1AC2AB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90957" y="9749458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7" name="Straight Connector 3726">
              <a:extLst>
                <a:ext uri="{FF2B5EF4-FFF2-40B4-BE49-F238E27FC236}">
                  <a16:creationId xmlns:a16="http://schemas.microsoft.com/office/drawing/2014/main" id="{7368AFBA-15B1-4878-A8A0-9756726CECF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9911" y="812569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8" name="Straight Connector 3727">
              <a:extLst>
                <a:ext uri="{FF2B5EF4-FFF2-40B4-BE49-F238E27FC236}">
                  <a16:creationId xmlns:a16="http://schemas.microsoft.com/office/drawing/2014/main" id="{674B811F-9068-47BF-9320-A85B93B9DC5D}"/>
                </a:ext>
              </a:extLst>
            </p:cNvPr>
            <p:cNvCxnSpPr>
              <a:cxnSpLocks/>
            </p:cNvCxnSpPr>
            <p:nvPr/>
          </p:nvCxnSpPr>
          <p:spPr>
            <a:xfrm>
              <a:off x="1252466" y="7227265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9" name="Straight Connector 3728">
              <a:extLst>
                <a:ext uri="{FF2B5EF4-FFF2-40B4-BE49-F238E27FC236}">
                  <a16:creationId xmlns:a16="http://schemas.microsoft.com/office/drawing/2014/main" id="{80825548-E4D9-4955-B5CD-1DD28B06D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497" y="10572607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0" name="Straight Connector 3729">
              <a:extLst>
                <a:ext uri="{FF2B5EF4-FFF2-40B4-BE49-F238E27FC236}">
                  <a16:creationId xmlns:a16="http://schemas.microsoft.com/office/drawing/2014/main" id="{69B8A06A-615D-43A1-BA29-F6E1E3A354D0}"/>
                </a:ext>
              </a:extLst>
            </p:cNvPr>
            <p:cNvCxnSpPr>
              <a:cxnSpLocks/>
            </p:cNvCxnSpPr>
            <p:nvPr/>
          </p:nvCxnSpPr>
          <p:spPr>
            <a:xfrm>
              <a:off x="532936" y="89261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1" name="Straight Connector 3730">
              <a:extLst>
                <a:ext uri="{FF2B5EF4-FFF2-40B4-BE49-F238E27FC236}">
                  <a16:creationId xmlns:a16="http://schemas.microsoft.com/office/drawing/2014/main" id="{4825A186-9D6E-47DF-B1FB-C8EE3F694F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7141" y="10641984"/>
              <a:ext cx="347794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2" name="Straight Connector 3731">
              <a:extLst>
                <a:ext uri="{FF2B5EF4-FFF2-40B4-BE49-F238E27FC236}">
                  <a16:creationId xmlns:a16="http://schemas.microsoft.com/office/drawing/2014/main" id="{E97694B3-FD10-482A-BD7F-987C7356E3A5}"/>
                </a:ext>
              </a:extLst>
            </p:cNvPr>
            <p:cNvCxnSpPr>
              <a:cxnSpLocks/>
            </p:cNvCxnSpPr>
            <p:nvPr/>
          </p:nvCxnSpPr>
          <p:spPr>
            <a:xfrm>
              <a:off x="-4664492" y="-6932873"/>
              <a:ext cx="4092033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B5089F5E-2040-4611-917E-FAF35B065658}"/>
                </a:ext>
              </a:extLst>
            </p:cNvPr>
            <p:cNvCxnSpPr>
              <a:cxnSpLocks/>
            </p:cNvCxnSpPr>
            <p:nvPr/>
          </p:nvCxnSpPr>
          <p:spPr>
            <a:xfrm>
              <a:off x="4880316" y="-5203976"/>
              <a:ext cx="0" cy="1738092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482084E9-E54D-4A27-9FB8-B2F4A0A12F7C}"/>
                </a:ext>
              </a:extLst>
            </p:cNvPr>
            <p:cNvCxnSpPr>
              <a:cxnSpLocks/>
            </p:cNvCxnSpPr>
            <p:nvPr/>
          </p:nvCxnSpPr>
          <p:spPr>
            <a:xfrm>
              <a:off x="1474312" y="-5192419"/>
              <a:ext cx="335673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4A3EE7AB-394D-4117-BDCD-7ADFC3C6A027}"/>
                </a:ext>
              </a:extLst>
            </p:cNvPr>
            <p:cNvCxnSpPr>
              <a:cxnSpLocks/>
            </p:cNvCxnSpPr>
            <p:nvPr/>
          </p:nvCxnSpPr>
          <p:spPr>
            <a:xfrm>
              <a:off x="-1323341" y="8887169"/>
              <a:ext cx="76066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38D32FF5-926F-483D-89C9-3BB85A913DF6}"/>
                </a:ext>
              </a:extLst>
            </p:cNvPr>
            <p:cNvCxnSpPr>
              <a:cxnSpLocks/>
            </p:cNvCxnSpPr>
            <p:nvPr/>
          </p:nvCxnSpPr>
          <p:spPr>
            <a:xfrm>
              <a:off x="-4683495" y="7134310"/>
              <a:ext cx="0" cy="101041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6FD1B380-A770-4C99-9BD4-444C8F04E7FA}"/>
                </a:ext>
              </a:extLst>
            </p:cNvPr>
            <p:cNvCxnSpPr>
              <a:cxnSpLocks/>
            </p:cNvCxnSpPr>
            <p:nvPr/>
          </p:nvCxnSpPr>
          <p:spPr>
            <a:xfrm>
              <a:off x="-4679485" y="7162871"/>
              <a:ext cx="41861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44361D89-8983-4068-B769-AD76E8357EC8}"/>
                </a:ext>
              </a:extLst>
            </p:cNvPr>
            <p:cNvCxnSpPr>
              <a:cxnSpLocks/>
            </p:cNvCxnSpPr>
            <p:nvPr/>
          </p:nvCxnSpPr>
          <p:spPr>
            <a:xfrm>
              <a:off x="-1273407" y="8817315"/>
              <a:ext cx="0" cy="1752234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8CE47084-D3F2-4DAB-9853-1A0D35BC125F}"/>
                </a:ext>
              </a:extLst>
            </p:cNvPr>
            <p:cNvCxnSpPr>
              <a:cxnSpLocks/>
            </p:cNvCxnSpPr>
            <p:nvPr/>
          </p:nvCxnSpPr>
          <p:spPr>
            <a:xfrm>
              <a:off x="-1323341" y="10638497"/>
              <a:ext cx="76066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D47773AC-CD8F-4FD9-9CA1-5D66114F6486}"/>
                </a:ext>
              </a:extLst>
            </p:cNvPr>
            <p:cNvCxnSpPr>
              <a:cxnSpLocks/>
            </p:cNvCxnSpPr>
            <p:nvPr/>
          </p:nvCxnSpPr>
          <p:spPr>
            <a:xfrm>
              <a:off x="-484085" y="7134310"/>
              <a:ext cx="0" cy="101041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554456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15768229" y="8258635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15768229" y="7481417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15768229" y="7860898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15768229" y="8657093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15768229" y="9040890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14968215" y="3643138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16706402" y="2751885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15855112" y="3189655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14134222" y="4042932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13321628" y="4437303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19396694" y="3643138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21134881" y="2751885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20283591" y="3189655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18562701" y="4042932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17750107" y="4437303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19623739" y="8146066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21406245" y="8923284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20530706" y="8543803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18824151" y="7747608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18035410" y="7363811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17885140" y="3644675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17" name="Freeform: Shape 216">
            <a:extLst>
              <a:ext uri="{FF2B5EF4-FFF2-40B4-BE49-F238E27FC236}">
                <a16:creationId xmlns:a16="http://schemas.microsoft.com/office/drawing/2014/main" id="{1C6EBDAB-6615-41A3-AE7A-584B8E225812}"/>
              </a:ext>
            </a:extLst>
          </p:cNvPr>
          <p:cNvSpPr/>
          <p:nvPr/>
        </p:nvSpPr>
        <p:spPr>
          <a:xfrm rot="20876803">
            <a:off x="21779818" y="5756223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Freeform: Shape 218">
            <a:extLst>
              <a:ext uri="{FF2B5EF4-FFF2-40B4-BE49-F238E27FC236}">
                <a16:creationId xmlns:a16="http://schemas.microsoft.com/office/drawing/2014/main" id="{0054E29E-C34C-48EF-A6E9-54E16349D850}"/>
              </a:ext>
            </a:extLst>
          </p:cNvPr>
          <p:cNvSpPr/>
          <p:nvPr/>
        </p:nvSpPr>
        <p:spPr>
          <a:xfrm rot="2607834" flipH="1">
            <a:off x="16448063" y="6032842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0" name="Freeform: Shape 219">
            <a:extLst>
              <a:ext uri="{FF2B5EF4-FFF2-40B4-BE49-F238E27FC236}">
                <a16:creationId xmlns:a16="http://schemas.microsoft.com/office/drawing/2014/main" id="{C6475E64-D739-4FFE-B590-DCA1B523979C}"/>
              </a:ext>
            </a:extLst>
          </p:cNvPr>
          <p:cNvSpPr/>
          <p:nvPr/>
        </p:nvSpPr>
        <p:spPr>
          <a:xfrm rot="2700000">
            <a:off x="18059142" y="4875211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rgbClr val="FF7A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41B43BA2-46D3-4A77-BF8E-C8D3F429DB44}"/>
              </a:ext>
            </a:extLst>
          </p:cNvPr>
          <p:cNvSpPr/>
          <p:nvPr/>
        </p:nvSpPr>
        <p:spPr>
          <a:xfrm>
            <a:off x="18299186" y="6020458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9" name="Multiplication Sign 208">
            <a:extLst>
              <a:ext uri="{FF2B5EF4-FFF2-40B4-BE49-F238E27FC236}">
                <a16:creationId xmlns:a16="http://schemas.microsoft.com/office/drawing/2014/main" id="{CCCDFC50-2EDC-4947-8301-BA92219F2AEA}"/>
              </a:ext>
            </a:extLst>
          </p:cNvPr>
          <p:cNvSpPr/>
          <p:nvPr/>
        </p:nvSpPr>
        <p:spPr>
          <a:xfrm>
            <a:off x="18704348" y="364673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755" name="Straight Connector 754">
            <a:extLst>
              <a:ext uri="{FF2B5EF4-FFF2-40B4-BE49-F238E27FC236}">
                <a16:creationId xmlns:a16="http://schemas.microsoft.com/office/drawing/2014/main" id="{18C1896F-B6DD-4A18-9CE4-6E874A0F7754}"/>
              </a:ext>
            </a:extLst>
          </p:cNvPr>
          <p:cNvCxnSpPr>
            <a:cxnSpLocks/>
          </p:cNvCxnSpPr>
          <p:nvPr/>
        </p:nvCxnSpPr>
        <p:spPr>
          <a:xfrm flipH="1">
            <a:off x="17137895" y="6956226"/>
            <a:ext cx="507516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7" name="Straight Connector 976">
            <a:extLst>
              <a:ext uri="{FF2B5EF4-FFF2-40B4-BE49-F238E27FC236}">
                <a16:creationId xmlns:a16="http://schemas.microsoft.com/office/drawing/2014/main" id="{E36912E1-2B33-49D2-805E-2058C21969C5}"/>
              </a:ext>
            </a:extLst>
          </p:cNvPr>
          <p:cNvCxnSpPr>
            <a:cxnSpLocks/>
          </p:cNvCxnSpPr>
          <p:nvPr/>
        </p:nvCxnSpPr>
        <p:spPr>
          <a:xfrm rot="5400000">
            <a:off x="16155179" y="43945"/>
            <a:ext cx="4233822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Straight Connector 977">
            <a:extLst>
              <a:ext uri="{FF2B5EF4-FFF2-40B4-BE49-F238E27FC236}">
                <a16:creationId xmlns:a16="http://schemas.microsoft.com/office/drawing/2014/main" id="{AAA0B22F-9A48-4A75-B0C6-C39404BEEDFD}"/>
              </a:ext>
            </a:extLst>
          </p:cNvPr>
          <p:cNvCxnSpPr>
            <a:cxnSpLocks/>
          </p:cNvCxnSpPr>
          <p:nvPr/>
        </p:nvCxnSpPr>
        <p:spPr>
          <a:xfrm rot="5400000">
            <a:off x="20043381" y="11176282"/>
            <a:ext cx="2645493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9" name="Straight Connector 978">
            <a:extLst>
              <a:ext uri="{FF2B5EF4-FFF2-40B4-BE49-F238E27FC236}">
                <a16:creationId xmlns:a16="http://schemas.microsoft.com/office/drawing/2014/main" id="{091CD156-0311-43E6-9BA5-F72E8D6C504F}"/>
              </a:ext>
            </a:extLst>
          </p:cNvPr>
          <p:cNvCxnSpPr>
            <a:cxnSpLocks/>
          </p:cNvCxnSpPr>
          <p:nvPr/>
        </p:nvCxnSpPr>
        <p:spPr>
          <a:xfrm rot="5400000">
            <a:off x="21781568" y="10285029"/>
            <a:ext cx="862987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0" name="Straight Connector 979">
            <a:extLst>
              <a:ext uri="{FF2B5EF4-FFF2-40B4-BE49-F238E27FC236}">
                <a16:creationId xmlns:a16="http://schemas.microsoft.com/office/drawing/2014/main" id="{A0CDB2D6-0A94-4199-812D-4DE4A4909929}"/>
              </a:ext>
            </a:extLst>
          </p:cNvPr>
          <p:cNvCxnSpPr>
            <a:cxnSpLocks/>
          </p:cNvCxnSpPr>
          <p:nvPr/>
        </p:nvCxnSpPr>
        <p:spPr>
          <a:xfrm rot="5400000">
            <a:off x="20930278" y="10722799"/>
            <a:ext cx="1738526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1" name="Straight Connector 980">
            <a:extLst>
              <a:ext uri="{FF2B5EF4-FFF2-40B4-BE49-F238E27FC236}">
                <a16:creationId xmlns:a16="http://schemas.microsoft.com/office/drawing/2014/main" id="{D3B8CBC4-8E3C-4A3A-8F07-5A2AC2016566}"/>
              </a:ext>
            </a:extLst>
          </p:cNvPr>
          <p:cNvCxnSpPr>
            <a:cxnSpLocks/>
          </p:cNvCxnSpPr>
          <p:nvPr/>
        </p:nvCxnSpPr>
        <p:spPr>
          <a:xfrm rot="5400000">
            <a:off x="19209388" y="11576076"/>
            <a:ext cx="3445081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Straight Connector 981">
            <a:extLst>
              <a:ext uri="{FF2B5EF4-FFF2-40B4-BE49-F238E27FC236}">
                <a16:creationId xmlns:a16="http://schemas.microsoft.com/office/drawing/2014/main" id="{E1ADBE02-BEA4-469A-898C-44C2C1E42067}"/>
              </a:ext>
            </a:extLst>
          </p:cNvPr>
          <p:cNvCxnSpPr>
            <a:cxnSpLocks/>
          </p:cNvCxnSpPr>
          <p:nvPr/>
        </p:nvCxnSpPr>
        <p:spPr>
          <a:xfrm rot="5400000">
            <a:off x="18396794" y="11970447"/>
            <a:ext cx="4233822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3" name="Straight Connector 982">
            <a:extLst>
              <a:ext uri="{FF2B5EF4-FFF2-40B4-BE49-F238E27FC236}">
                <a16:creationId xmlns:a16="http://schemas.microsoft.com/office/drawing/2014/main" id="{1CA2CFCA-6C1C-4B7F-91FE-8BDEEACF931C}"/>
              </a:ext>
            </a:extLst>
          </p:cNvPr>
          <p:cNvCxnSpPr>
            <a:cxnSpLocks/>
          </p:cNvCxnSpPr>
          <p:nvPr/>
        </p:nvCxnSpPr>
        <p:spPr>
          <a:xfrm>
            <a:off x="15737208" y="10620227"/>
            <a:ext cx="2645493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4" name="Straight Connector 983">
            <a:extLst>
              <a:ext uri="{FF2B5EF4-FFF2-40B4-BE49-F238E27FC236}">
                <a16:creationId xmlns:a16="http://schemas.microsoft.com/office/drawing/2014/main" id="{06F2AF18-680A-41BC-92F5-EBDD16F7595C}"/>
              </a:ext>
            </a:extLst>
          </p:cNvPr>
          <p:cNvCxnSpPr>
            <a:cxnSpLocks/>
          </p:cNvCxnSpPr>
          <p:nvPr/>
        </p:nvCxnSpPr>
        <p:spPr>
          <a:xfrm>
            <a:off x="15737208" y="9843009"/>
            <a:ext cx="862987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Straight Connector 984">
            <a:extLst>
              <a:ext uri="{FF2B5EF4-FFF2-40B4-BE49-F238E27FC236}">
                <a16:creationId xmlns:a16="http://schemas.microsoft.com/office/drawing/2014/main" id="{DCD83940-EDBC-4D25-8D40-360D4860C591}"/>
              </a:ext>
            </a:extLst>
          </p:cNvPr>
          <p:cNvCxnSpPr>
            <a:cxnSpLocks/>
          </p:cNvCxnSpPr>
          <p:nvPr/>
        </p:nvCxnSpPr>
        <p:spPr>
          <a:xfrm>
            <a:off x="15737208" y="10222490"/>
            <a:ext cx="1738526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Straight Connector 985">
            <a:extLst>
              <a:ext uri="{FF2B5EF4-FFF2-40B4-BE49-F238E27FC236}">
                <a16:creationId xmlns:a16="http://schemas.microsoft.com/office/drawing/2014/main" id="{1B6700D6-1AD4-44C6-BCEC-8C6D5F3A2F60}"/>
              </a:ext>
            </a:extLst>
          </p:cNvPr>
          <p:cNvCxnSpPr>
            <a:cxnSpLocks/>
          </p:cNvCxnSpPr>
          <p:nvPr/>
        </p:nvCxnSpPr>
        <p:spPr>
          <a:xfrm>
            <a:off x="15737208" y="11018685"/>
            <a:ext cx="3445081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7" name="Straight Connector 986">
            <a:extLst>
              <a:ext uri="{FF2B5EF4-FFF2-40B4-BE49-F238E27FC236}">
                <a16:creationId xmlns:a16="http://schemas.microsoft.com/office/drawing/2014/main" id="{52AF3D5D-D7A4-4D79-85E7-9F9C95930E86}"/>
              </a:ext>
            </a:extLst>
          </p:cNvPr>
          <p:cNvCxnSpPr>
            <a:cxnSpLocks/>
          </p:cNvCxnSpPr>
          <p:nvPr/>
        </p:nvCxnSpPr>
        <p:spPr>
          <a:xfrm>
            <a:off x="15737208" y="11402482"/>
            <a:ext cx="4233822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5C25A024-23E6-43FE-917E-3AA168286F67}"/>
              </a:ext>
            </a:extLst>
          </p:cNvPr>
          <p:cNvCxnSpPr>
            <a:cxnSpLocks/>
          </p:cNvCxnSpPr>
          <p:nvPr/>
        </p:nvCxnSpPr>
        <p:spPr>
          <a:xfrm>
            <a:off x="15737208" y="9474615"/>
            <a:ext cx="5148028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1A2707ED-EBE5-4234-BBFB-4C9C157E3508}"/>
              </a:ext>
            </a:extLst>
          </p:cNvPr>
          <p:cNvGrpSpPr/>
          <p:nvPr/>
        </p:nvGrpSpPr>
        <p:grpSpPr>
          <a:xfrm>
            <a:off x="-5917837" y="-8246657"/>
            <a:ext cx="19472369" cy="20889341"/>
            <a:chOff x="-5917837" y="-8246657"/>
            <a:chExt cx="19472369" cy="20889341"/>
          </a:xfrm>
        </p:grpSpPr>
        <p:sp>
          <p:nvSpPr>
            <p:cNvPr id="642" name="Rectangle 641">
              <a:extLst>
                <a:ext uri="{FF2B5EF4-FFF2-40B4-BE49-F238E27FC236}">
                  <a16:creationId xmlns:a16="http://schemas.microsoft.com/office/drawing/2014/main" id="{4A14142E-2966-4BF6-9439-CB604335C79E}"/>
                </a:ext>
              </a:extLst>
            </p:cNvPr>
            <p:cNvSpPr/>
            <p:nvPr/>
          </p:nvSpPr>
          <p:spPr>
            <a:xfrm>
              <a:off x="6644627" y="-8188822"/>
              <a:ext cx="6909905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dirty="0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other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764" name="Group 763">
              <a:extLst>
                <a:ext uri="{FF2B5EF4-FFF2-40B4-BE49-F238E27FC236}">
                  <a16:creationId xmlns:a16="http://schemas.microsoft.com/office/drawing/2014/main" id="{8C8D0761-0403-4DD1-82DB-5746C31922A4}"/>
                </a:ext>
              </a:extLst>
            </p:cNvPr>
            <p:cNvGrpSpPr/>
            <p:nvPr/>
          </p:nvGrpSpPr>
          <p:grpSpPr>
            <a:xfrm>
              <a:off x="655761" y="-6900804"/>
              <a:ext cx="5089991" cy="5060443"/>
              <a:chOff x="-4879250" y="177991"/>
              <a:chExt cx="5089991" cy="5060443"/>
            </a:xfrm>
          </p:grpSpPr>
          <p:sp>
            <p:nvSpPr>
              <p:cNvPr id="765" name="Rectangle 764">
                <a:extLst>
                  <a:ext uri="{FF2B5EF4-FFF2-40B4-BE49-F238E27FC236}">
                    <a16:creationId xmlns:a16="http://schemas.microsoft.com/office/drawing/2014/main" id="{83E66F96-478E-42D0-A6E1-7B933D2E2205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6" name="Rectangle 765">
                <a:extLst>
                  <a:ext uri="{FF2B5EF4-FFF2-40B4-BE49-F238E27FC236}">
                    <a16:creationId xmlns:a16="http://schemas.microsoft.com/office/drawing/2014/main" id="{939F7586-160C-43B2-A272-EFC0748117CB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7" name="Rectangle 766">
                <a:extLst>
                  <a:ext uri="{FF2B5EF4-FFF2-40B4-BE49-F238E27FC236}">
                    <a16:creationId xmlns:a16="http://schemas.microsoft.com/office/drawing/2014/main" id="{CE4BBA94-E272-40CC-AE27-F059B7067E83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8" name="Rectangle 767">
                <a:extLst>
                  <a:ext uri="{FF2B5EF4-FFF2-40B4-BE49-F238E27FC236}">
                    <a16:creationId xmlns:a16="http://schemas.microsoft.com/office/drawing/2014/main" id="{F536658E-3E9D-4B19-AA7E-263F6336377B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9" name="Rectangle 768">
                <a:extLst>
                  <a:ext uri="{FF2B5EF4-FFF2-40B4-BE49-F238E27FC236}">
                    <a16:creationId xmlns:a16="http://schemas.microsoft.com/office/drawing/2014/main" id="{41F4DE27-3436-4341-9FD7-2812FA1AB4A7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0" name="Rectangle 769">
                <a:extLst>
                  <a:ext uri="{FF2B5EF4-FFF2-40B4-BE49-F238E27FC236}">
                    <a16:creationId xmlns:a16="http://schemas.microsoft.com/office/drawing/2014/main" id="{4CAE4D20-7063-48D7-8190-D7DC156A541A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1" name="Rectangle 770">
                <a:extLst>
                  <a:ext uri="{FF2B5EF4-FFF2-40B4-BE49-F238E27FC236}">
                    <a16:creationId xmlns:a16="http://schemas.microsoft.com/office/drawing/2014/main" id="{57502298-D491-4312-AE64-F7FD27297C01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2" name="Rectangle 771">
                <a:extLst>
                  <a:ext uri="{FF2B5EF4-FFF2-40B4-BE49-F238E27FC236}">
                    <a16:creationId xmlns:a16="http://schemas.microsoft.com/office/drawing/2014/main" id="{C3C561B5-B236-4850-9D04-1C0837038C3A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3" name="Rectangle 772">
                <a:extLst>
                  <a:ext uri="{FF2B5EF4-FFF2-40B4-BE49-F238E27FC236}">
                    <a16:creationId xmlns:a16="http://schemas.microsoft.com/office/drawing/2014/main" id="{212EDA01-BF28-41B4-B2B1-9659BF45FB18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4" name="Rectangle 773">
                <a:extLst>
                  <a:ext uri="{FF2B5EF4-FFF2-40B4-BE49-F238E27FC236}">
                    <a16:creationId xmlns:a16="http://schemas.microsoft.com/office/drawing/2014/main" id="{DABB0BCE-161C-4506-B258-39F999226948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5" name="Rectangle 774">
                <a:extLst>
                  <a:ext uri="{FF2B5EF4-FFF2-40B4-BE49-F238E27FC236}">
                    <a16:creationId xmlns:a16="http://schemas.microsoft.com/office/drawing/2014/main" id="{8E6FBB4F-8646-431D-B29E-E26E2F645A89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6" name="Rectangle 775">
                <a:extLst>
                  <a:ext uri="{FF2B5EF4-FFF2-40B4-BE49-F238E27FC236}">
                    <a16:creationId xmlns:a16="http://schemas.microsoft.com/office/drawing/2014/main" id="{572DE853-FDA1-4FF3-8DF2-53CFD656931A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7" name="Rectangle 776">
                <a:extLst>
                  <a:ext uri="{FF2B5EF4-FFF2-40B4-BE49-F238E27FC236}">
                    <a16:creationId xmlns:a16="http://schemas.microsoft.com/office/drawing/2014/main" id="{9C8251DB-0C40-45CF-B5E6-46A7876CA632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8" name="Rectangle 777">
                <a:extLst>
                  <a:ext uri="{FF2B5EF4-FFF2-40B4-BE49-F238E27FC236}">
                    <a16:creationId xmlns:a16="http://schemas.microsoft.com/office/drawing/2014/main" id="{036BEF5C-9EB1-42A1-8B3B-277FD9E09622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9" name="Rectangle 778">
                <a:extLst>
                  <a:ext uri="{FF2B5EF4-FFF2-40B4-BE49-F238E27FC236}">
                    <a16:creationId xmlns:a16="http://schemas.microsoft.com/office/drawing/2014/main" id="{FF14CA20-30AA-4A09-94E7-52D6CED80C5E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80" name="Rectangle 779">
                <a:extLst>
                  <a:ext uri="{FF2B5EF4-FFF2-40B4-BE49-F238E27FC236}">
                    <a16:creationId xmlns:a16="http://schemas.microsoft.com/office/drawing/2014/main" id="{809A7C23-C9CD-47FC-B7C4-389308CE87A3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81" name="Rectangle 780">
                <a:extLst>
                  <a:ext uri="{FF2B5EF4-FFF2-40B4-BE49-F238E27FC236}">
                    <a16:creationId xmlns:a16="http://schemas.microsoft.com/office/drawing/2014/main" id="{FD092254-5778-44F9-B003-BA3D5B68272E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2" name="Rectangle 781">
                <a:extLst>
                  <a:ext uri="{FF2B5EF4-FFF2-40B4-BE49-F238E27FC236}">
                    <a16:creationId xmlns:a16="http://schemas.microsoft.com/office/drawing/2014/main" id="{D8F045FA-E94D-44D2-9108-D675133F12A9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3" name="Rectangle 782">
                <a:extLst>
                  <a:ext uri="{FF2B5EF4-FFF2-40B4-BE49-F238E27FC236}">
                    <a16:creationId xmlns:a16="http://schemas.microsoft.com/office/drawing/2014/main" id="{065DF4D6-C58A-4C9E-9D7C-AD384CEAB096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4" name="Rectangle 783">
                <a:extLst>
                  <a:ext uri="{FF2B5EF4-FFF2-40B4-BE49-F238E27FC236}">
                    <a16:creationId xmlns:a16="http://schemas.microsoft.com/office/drawing/2014/main" id="{8528C391-0B84-4895-BBF6-5BBE6C23EE61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5" name="Rectangle 784">
                <a:extLst>
                  <a:ext uri="{FF2B5EF4-FFF2-40B4-BE49-F238E27FC236}">
                    <a16:creationId xmlns:a16="http://schemas.microsoft.com/office/drawing/2014/main" id="{28A0BC86-E8DB-46A8-8A81-A19C37A2AC51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6" name="Rectangle 785">
                <a:extLst>
                  <a:ext uri="{FF2B5EF4-FFF2-40B4-BE49-F238E27FC236}">
                    <a16:creationId xmlns:a16="http://schemas.microsoft.com/office/drawing/2014/main" id="{34DEFDA5-D392-438E-B213-7E2118C199D0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7" name="Rectangle 786">
                <a:extLst>
                  <a:ext uri="{FF2B5EF4-FFF2-40B4-BE49-F238E27FC236}">
                    <a16:creationId xmlns:a16="http://schemas.microsoft.com/office/drawing/2014/main" id="{D0BC1C28-92BB-42F6-A13E-C56BC30CB224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8" name="Rectangle 787">
                <a:extLst>
                  <a:ext uri="{FF2B5EF4-FFF2-40B4-BE49-F238E27FC236}">
                    <a16:creationId xmlns:a16="http://schemas.microsoft.com/office/drawing/2014/main" id="{33C37884-1740-4CDB-8644-711AB535027D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9" name="Rectangle 788">
                <a:extLst>
                  <a:ext uri="{FF2B5EF4-FFF2-40B4-BE49-F238E27FC236}">
                    <a16:creationId xmlns:a16="http://schemas.microsoft.com/office/drawing/2014/main" id="{E343B93A-79EB-4FEC-8434-410162A2111B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0" name="Rectangle 789">
                <a:extLst>
                  <a:ext uri="{FF2B5EF4-FFF2-40B4-BE49-F238E27FC236}">
                    <a16:creationId xmlns:a16="http://schemas.microsoft.com/office/drawing/2014/main" id="{F7CAC6F6-5842-414B-A830-7683E03BC2BE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1" name="Rectangle 790">
                <a:extLst>
                  <a:ext uri="{FF2B5EF4-FFF2-40B4-BE49-F238E27FC236}">
                    <a16:creationId xmlns:a16="http://schemas.microsoft.com/office/drawing/2014/main" id="{896C4CA6-6177-4480-A636-06E669F6415B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2" name="Rectangle 791">
                <a:extLst>
                  <a:ext uri="{FF2B5EF4-FFF2-40B4-BE49-F238E27FC236}">
                    <a16:creationId xmlns:a16="http://schemas.microsoft.com/office/drawing/2014/main" id="{F367BA6B-6E1F-492B-A609-8A3A761AAAD7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3" name="Rectangle 792">
                <a:extLst>
                  <a:ext uri="{FF2B5EF4-FFF2-40B4-BE49-F238E27FC236}">
                    <a16:creationId xmlns:a16="http://schemas.microsoft.com/office/drawing/2014/main" id="{6EF68359-4766-4022-8451-1BC714669876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4" name="Rectangle 793">
                <a:extLst>
                  <a:ext uri="{FF2B5EF4-FFF2-40B4-BE49-F238E27FC236}">
                    <a16:creationId xmlns:a16="http://schemas.microsoft.com/office/drawing/2014/main" id="{12F7281D-BB8F-4E7D-A7C9-7AAD0E9DA089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5" name="Rectangle 794">
                <a:extLst>
                  <a:ext uri="{FF2B5EF4-FFF2-40B4-BE49-F238E27FC236}">
                    <a16:creationId xmlns:a16="http://schemas.microsoft.com/office/drawing/2014/main" id="{7AC78242-30EB-4C3E-9C5E-F26522C3463C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6" name="Rectangle 795">
                <a:extLst>
                  <a:ext uri="{FF2B5EF4-FFF2-40B4-BE49-F238E27FC236}">
                    <a16:creationId xmlns:a16="http://schemas.microsoft.com/office/drawing/2014/main" id="{1B4843F4-D678-4B86-A55A-52A3C4958B02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7" name="Rectangle 796">
                <a:extLst>
                  <a:ext uri="{FF2B5EF4-FFF2-40B4-BE49-F238E27FC236}">
                    <a16:creationId xmlns:a16="http://schemas.microsoft.com/office/drawing/2014/main" id="{C77B1DC4-87A2-49D8-B68A-3FF6FD7C0709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8" name="Rectangle 797">
                <a:extLst>
                  <a:ext uri="{FF2B5EF4-FFF2-40B4-BE49-F238E27FC236}">
                    <a16:creationId xmlns:a16="http://schemas.microsoft.com/office/drawing/2014/main" id="{454B68AF-EE94-4BAA-8CA3-10B4061F39ED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9" name="Rectangle 798">
                <a:extLst>
                  <a:ext uri="{FF2B5EF4-FFF2-40B4-BE49-F238E27FC236}">
                    <a16:creationId xmlns:a16="http://schemas.microsoft.com/office/drawing/2014/main" id="{66922052-9F37-4223-97B5-335CEB50BFED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00" name="Rectangle 799">
                <a:extLst>
                  <a:ext uri="{FF2B5EF4-FFF2-40B4-BE49-F238E27FC236}">
                    <a16:creationId xmlns:a16="http://schemas.microsoft.com/office/drawing/2014/main" id="{9F9C6039-CD8B-47C2-BD95-5FF7CC00B218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801" name="Rectangle 800">
              <a:extLst>
                <a:ext uri="{FF2B5EF4-FFF2-40B4-BE49-F238E27FC236}">
                  <a16:creationId xmlns:a16="http://schemas.microsoft.com/office/drawing/2014/main" id="{6F2FF73C-AA88-4DBC-AC05-F9A6D2FAB5CB}"/>
                </a:ext>
              </a:extLst>
            </p:cNvPr>
            <p:cNvSpPr/>
            <p:nvPr/>
          </p:nvSpPr>
          <p:spPr>
            <a:xfrm>
              <a:off x="407141" y="-8224591"/>
              <a:ext cx="569098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>
                  <a:solidFill>
                    <a:srgbClr val="99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symmetries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any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mirroring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rotation</a:t>
              </a:r>
              <a:endParaRPr lang="pt-PT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830" name="Group 829">
              <a:extLst>
                <a:ext uri="{FF2B5EF4-FFF2-40B4-BE49-F238E27FC236}">
                  <a16:creationId xmlns:a16="http://schemas.microsoft.com/office/drawing/2014/main" id="{9F12A9F3-AE9E-4B3A-A0E4-17171D84D558}"/>
                </a:ext>
              </a:extLst>
            </p:cNvPr>
            <p:cNvGrpSpPr/>
            <p:nvPr/>
          </p:nvGrpSpPr>
          <p:grpSpPr>
            <a:xfrm>
              <a:off x="-5550813" y="-6922870"/>
              <a:ext cx="5089991" cy="5060443"/>
              <a:chOff x="-4879250" y="177991"/>
              <a:chExt cx="5089991" cy="5060443"/>
            </a:xfrm>
          </p:grpSpPr>
          <p:sp>
            <p:nvSpPr>
              <p:cNvPr id="831" name="Rectangle 830">
                <a:extLst>
                  <a:ext uri="{FF2B5EF4-FFF2-40B4-BE49-F238E27FC236}">
                    <a16:creationId xmlns:a16="http://schemas.microsoft.com/office/drawing/2014/main" id="{550B235C-3C1C-4BDF-9FAD-1B20A5F5CCA0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2" name="Rectangle 831">
                <a:extLst>
                  <a:ext uri="{FF2B5EF4-FFF2-40B4-BE49-F238E27FC236}">
                    <a16:creationId xmlns:a16="http://schemas.microsoft.com/office/drawing/2014/main" id="{C5268E1E-A9BA-4A5A-84CC-940DDCDE423B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3" name="Rectangle 832">
                <a:extLst>
                  <a:ext uri="{FF2B5EF4-FFF2-40B4-BE49-F238E27FC236}">
                    <a16:creationId xmlns:a16="http://schemas.microsoft.com/office/drawing/2014/main" id="{F2C4BCBE-FFBF-4E0A-8EA0-728A80EF14DA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4" name="Rectangle 833">
                <a:extLst>
                  <a:ext uri="{FF2B5EF4-FFF2-40B4-BE49-F238E27FC236}">
                    <a16:creationId xmlns:a16="http://schemas.microsoft.com/office/drawing/2014/main" id="{E29EF5F7-6C20-40B6-BCA6-A20317581493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5" name="Rectangle 834">
                <a:extLst>
                  <a:ext uri="{FF2B5EF4-FFF2-40B4-BE49-F238E27FC236}">
                    <a16:creationId xmlns:a16="http://schemas.microsoft.com/office/drawing/2014/main" id="{D1D522FB-0ABF-4DF0-8ACD-EAE6A410C74A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6" name="Rectangle 835">
                <a:extLst>
                  <a:ext uri="{FF2B5EF4-FFF2-40B4-BE49-F238E27FC236}">
                    <a16:creationId xmlns:a16="http://schemas.microsoft.com/office/drawing/2014/main" id="{D026536E-69DA-4888-A794-E425164820E6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7" name="Rectangle 836">
                <a:extLst>
                  <a:ext uri="{FF2B5EF4-FFF2-40B4-BE49-F238E27FC236}">
                    <a16:creationId xmlns:a16="http://schemas.microsoft.com/office/drawing/2014/main" id="{31B6F229-CBEB-4315-88FB-8B125F9F5261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8" name="Rectangle 837">
                <a:extLst>
                  <a:ext uri="{FF2B5EF4-FFF2-40B4-BE49-F238E27FC236}">
                    <a16:creationId xmlns:a16="http://schemas.microsoft.com/office/drawing/2014/main" id="{7E66F639-7F33-426B-82A1-D28424E47A0D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9" name="Rectangle 838">
                <a:extLst>
                  <a:ext uri="{FF2B5EF4-FFF2-40B4-BE49-F238E27FC236}">
                    <a16:creationId xmlns:a16="http://schemas.microsoft.com/office/drawing/2014/main" id="{90401040-8AB7-4591-A3E9-8B83866FE4D3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0" name="Rectangle 839">
                <a:extLst>
                  <a:ext uri="{FF2B5EF4-FFF2-40B4-BE49-F238E27FC236}">
                    <a16:creationId xmlns:a16="http://schemas.microsoft.com/office/drawing/2014/main" id="{AEDE40B9-E223-42CC-9A62-E77B2F53A194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1" name="Rectangle 840">
                <a:extLst>
                  <a:ext uri="{FF2B5EF4-FFF2-40B4-BE49-F238E27FC236}">
                    <a16:creationId xmlns:a16="http://schemas.microsoft.com/office/drawing/2014/main" id="{5CAF2422-52C1-4BFD-98A1-6FD2B2D73F91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2" name="Rectangle 841">
                <a:extLst>
                  <a:ext uri="{FF2B5EF4-FFF2-40B4-BE49-F238E27FC236}">
                    <a16:creationId xmlns:a16="http://schemas.microsoft.com/office/drawing/2014/main" id="{790475DB-1A9D-4FC2-A56C-588255E0E27D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3" name="Rectangle 842">
                <a:extLst>
                  <a:ext uri="{FF2B5EF4-FFF2-40B4-BE49-F238E27FC236}">
                    <a16:creationId xmlns:a16="http://schemas.microsoft.com/office/drawing/2014/main" id="{193DD35F-EBC1-4A0D-A152-6D65FC4C4C6A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4" name="Rectangle 843">
                <a:extLst>
                  <a:ext uri="{FF2B5EF4-FFF2-40B4-BE49-F238E27FC236}">
                    <a16:creationId xmlns:a16="http://schemas.microsoft.com/office/drawing/2014/main" id="{C9D568C7-4E92-43CC-BBE6-FCF9BE220549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5" name="Rectangle 844">
                <a:extLst>
                  <a:ext uri="{FF2B5EF4-FFF2-40B4-BE49-F238E27FC236}">
                    <a16:creationId xmlns:a16="http://schemas.microsoft.com/office/drawing/2014/main" id="{67ACC62F-0FA2-4ADB-9A95-CC0DC03B84DA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846" name="Rectangle 845">
                <a:extLst>
                  <a:ext uri="{FF2B5EF4-FFF2-40B4-BE49-F238E27FC236}">
                    <a16:creationId xmlns:a16="http://schemas.microsoft.com/office/drawing/2014/main" id="{97F1F8A9-C1CA-46FC-959B-69F6E85ACA86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847" name="Rectangle 846">
                <a:extLst>
                  <a:ext uri="{FF2B5EF4-FFF2-40B4-BE49-F238E27FC236}">
                    <a16:creationId xmlns:a16="http://schemas.microsoft.com/office/drawing/2014/main" id="{92EA3706-0F3D-49AF-AC1C-931FCC27FAFC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8" name="Rectangle 847">
                <a:extLst>
                  <a:ext uri="{FF2B5EF4-FFF2-40B4-BE49-F238E27FC236}">
                    <a16:creationId xmlns:a16="http://schemas.microsoft.com/office/drawing/2014/main" id="{9EE6C473-8C24-40C8-8E3A-65B10DDA7268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9" name="Rectangle 848">
                <a:extLst>
                  <a:ext uri="{FF2B5EF4-FFF2-40B4-BE49-F238E27FC236}">
                    <a16:creationId xmlns:a16="http://schemas.microsoft.com/office/drawing/2014/main" id="{26242188-38C5-41E8-9256-5F148986EA54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0" name="Rectangle 849">
                <a:extLst>
                  <a:ext uri="{FF2B5EF4-FFF2-40B4-BE49-F238E27FC236}">
                    <a16:creationId xmlns:a16="http://schemas.microsoft.com/office/drawing/2014/main" id="{2AA06425-BAC8-4FB1-8422-7492D5A5A219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1" name="Rectangle 850">
                <a:extLst>
                  <a:ext uri="{FF2B5EF4-FFF2-40B4-BE49-F238E27FC236}">
                    <a16:creationId xmlns:a16="http://schemas.microsoft.com/office/drawing/2014/main" id="{32CC750A-0875-48B3-B805-33E4AEDDFBBE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2" name="Rectangle 851">
                <a:extLst>
                  <a:ext uri="{FF2B5EF4-FFF2-40B4-BE49-F238E27FC236}">
                    <a16:creationId xmlns:a16="http://schemas.microsoft.com/office/drawing/2014/main" id="{748AED28-E5E8-4525-8AEB-FB4D85AFBFA5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3" name="Rectangle 852">
                <a:extLst>
                  <a:ext uri="{FF2B5EF4-FFF2-40B4-BE49-F238E27FC236}">
                    <a16:creationId xmlns:a16="http://schemas.microsoft.com/office/drawing/2014/main" id="{A830BB64-5777-4D2A-BA30-7BB2B7BDCADD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4" name="Rectangle 853">
                <a:extLst>
                  <a:ext uri="{FF2B5EF4-FFF2-40B4-BE49-F238E27FC236}">
                    <a16:creationId xmlns:a16="http://schemas.microsoft.com/office/drawing/2014/main" id="{AB111C3F-5DEB-4871-9057-575C450C15C0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5" name="Rectangle 854">
                <a:extLst>
                  <a:ext uri="{FF2B5EF4-FFF2-40B4-BE49-F238E27FC236}">
                    <a16:creationId xmlns:a16="http://schemas.microsoft.com/office/drawing/2014/main" id="{ADF231C3-DD3F-487A-80FF-6CC1B5082B57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6" name="Rectangle 855">
                <a:extLst>
                  <a:ext uri="{FF2B5EF4-FFF2-40B4-BE49-F238E27FC236}">
                    <a16:creationId xmlns:a16="http://schemas.microsoft.com/office/drawing/2014/main" id="{0A6CD4B6-4A4C-43BF-93FF-77605EA8AC56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7" name="Rectangle 856">
                <a:extLst>
                  <a:ext uri="{FF2B5EF4-FFF2-40B4-BE49-F238E27FC236}">
                    <a16:creationId xmlns:a16="http://schemas.microsoft.com/office/drawing/2014/main" id="{1A0C736C-ECD3-47DD-AD9C-B61EDF3B6664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8" name="Rectangle 857">
                <a:extLst>
                  <a:ext uri="{FF2B5EF4-FFF2-40B4-BE49-F238E27FC236}">
                    <a16:creationId xmlns:a16="http://schemas.microsoft.com/office/drawing/2014/main" id="{0BD0009B-2F3B-461F-929E-58DC4A98547B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9" name="Rectangle 858">
                <a:extLst>
                  <a:ext uri="{FF2B5EF4-FFF2-40B4-BE49-F238E27FC236}">
                    <a16:creationId xmlns:a16="http://schemas.microsoft.com/office/drawing/2014/main" id="{C9C56D6D-0DAC-4BE1-AF0B-7FFF6995D76B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0" name="Rectangle 859">
                <a:extLst>
                  <a:ext uri="{FF2B5EF4-FFF2-40B4-BE49-F238E27FC236}">
                    <a16:creationId xmlns:a16="http://schemas.microsoft.com/office/drawing/2014/main" id="{C53819C3-54BF-4164-9FC2-22112F9F6CB2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1" name="Rectangle 860">
                <a:extLst>
                  <a:ext uri="{FF2B5EF4-FFF2-40B4-BE49-F238E27FC236}">
                    <a16:creationId xmlns:a16="http://schemas.microsoft.com/office/drawing/2014/main" id="{20A9F848-BDEE-4C2F-BE30-752190467A1E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2" name="Rectangle 861">
                <a:extLst>
                  <a:ext uri="{FF2B5EF4-FFF2-40B4-BE49-F238E27FC236}">
                    <a16:creationId xmlns:a16="http://schemas.microsoft.com/office/drawing/2014/main" id="{1A0F4DBE-6F3F-4157-A2BB-D7E262C4C5C2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3" name="Rectangle 862">
                <a:extLst>
                  <a:ext uri="{FF2B5EF4-FFF2-40B4-BE49-F238E27FC236}">
                    <a16:creationId xmlns:a16="http://schemas.microsoft.com/office/drawing/2014/main" id="{38D7BA26-A990-4DF8-8067-AB413E51650B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4" name="Rectangle 863">
                <a:extLst>
                  <a:ext uri="{FF2B5EF4-FFF2-40B4-BE49-F238E27FC236}">
                    <a16:creationId xmlns:a16="http://schemas.microsoft.com/office/drawing/2014/main" id="{36FD0418-C4DF-4D90-925E-93F6BC003295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5" name="Rectangle 864">
                <a:extLst>
                  <a:ext uri="{FF2B5EF4-FFF2-40B4-BE49-F238E27FC236}">
                    <a16:creationId xmlns:a16="http://schemas.microsoft.com/office/drawing/2014/main" id="{B3440756-2026-4594-ADC3-AB78A502FE58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6" name="Rectangle 865">
                <a:extLst>
                  <a:ext uri="{FF2B5EF4-FFF2-40B4-BE49-F238E27FC236}">
                    <a16:creationId xmlns:a16="http://schemas.microsoft.com/office/drawing/2014/main" id="{C81D6B12-5DC1-4FFF-98C5-A5A4093A0259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867" name="Rectangle 866">
              <a:extLst>
                <a:ext uri="{FF2B5EF4-FFF2-40B4-BE49-F238E27FC236}">
                  <a16:creationId xmlns:a16="http://schemas.microsoft.com/office/drawing/2014/main" id="{E2D00F8C-ABD5-496F-8910-6BDEC959E944}"/>
                </a:ext>
              </a:extLst>
            </p:cNvPr>
            <p:cNvSpPr/>
            <p:nvPr/>
          </p:nvSpPr>
          <p:spPr>
            <a:xfrm>
              <a:off x="-5589771" y="-8246657"/>
              <a:ext cx="350288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>
                  <a:solidFill>
                    <a:srgbClr val="99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lacks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lacks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EA33FC79-17EE-4C55-BEB1-FF2AD054F984}"/>
                </a:ext>
              </a:extLst>
            </p:cNvPr>
            <p:cNvSpPr/>
            <p:nvPr/>
          </p:nvSpPr>
          <p:spPr>
            <a:xfrm rot="2607834" flipH="1">
              <a:off x="5633335" y="-63136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810E5201-C20D-45B6-8527-B1E7A96C0EB0}"/>
                </a:ext>
              </a:extLst>
            </p:cNvPr>
            <p:cNvSpPr/>
            <p:nvPr/>
          </p:nvSpPr>
          <p:spPr>
            <a:xfrm rot="2607834" flipH="1">
              <a:off x="3951892" y="-728292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ADED65EC-7792-41E4-9458-0430E376B2CD}"/>
                </a:ext>
              </a:extLst>
            </p:cNvPr>
            <p:cNvSpPr/>
            <p:nvPr/>
          </p:nvSpPr>
          <p:spPr>
            <a:xfrm rot="2607834" flipH="1">
              <a:off x="5558092" y="-544751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1EAD099E-C6CA-4E0A-A294-C75E51A03FC7}"/>
                </a:ext>
              </a:extLst>
            </p:cNvPr>
            <p:cNvSpPr/>
            <p:nvPr/>
          </p:nvSpPr>
          <p:spPr>
            <a:xfrm rot="2607834" flipH="1">
              <a:off x="4685950" y="-382403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CDC4F43D-AB10-4C31-AE50-4AF6178C39C8}"/>
                </a:ext>
              </a:extLst>
            </p:cNvPr>
            <p:cNvSpPr/>
            <p:nvPr/>
          </p:nvSpPr>
          <p:spPr>
            <a:xfrm rot="2700000">
              <a:off x="4559621" y="-643385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DA7C2EEB-05AF-424B-B9BD-9732D29A4728}"/>
                </a:ext>
              </a:extLst>
            </p:cNvPr>
            <p:cNvSpPr/>
            <p:nvPr/>
          </p:nvSpPr>
          <p:spPr>
            <a:xfrm>
              <a:off x="3810869" y="-464793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A431BCEE-B59C-4CF2-A703-5869F6FCD1F4}"/>
                </a:ext>
              </a:extLst>
            </p:cNvPr>
            <p:cNvSpPr/>
            <p:nvPr/>
          </p:nvSpPr>
          <p:spPr>
            <a:xfrm rot="2700000">
              <a:off x="476452" y="-642747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FFD999ED-119E-4510-A0B8-D8FF40165010}"/>
                </a:ext>
              </a:extLst>
            </p:cNvPr>
            <p:cNvSpPr/>
            <p:nvPr/>
          </p:nvSpPr>
          <p:spPr>
            <a:xfrm>
              <a:off x="3034351" y="-4607587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72479385-234A-41E6-A5B1-EB689DDEA0CD}"/>
                </a:ext>
              </a:extLst>
            </p:cNvPr>
            <p:cNvSpPr/>
            <p:nvPr/>
          </p:nvSpPr>
          <p:spPr>
            <a:xfrm>
              <a:off x="1292436" y="-464793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964" name="Straight Connector 963">
              <a:extLst>
                <a:ext uri="{FF2B5EF4-FFF2-40B4-BE49-F238E27FC236}">
                  <a16:creationId xmlns:a16="http://schemas.microsoft.com/office/drawing/2014/main" id="{51579C45-47AA-4942-81B0-2A7E4C32CC9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423086" y="-6410594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0" name="Multiplication Sign 999">
              <a:extLst>
                <a:ext uri="{FF2B5EF4-FFF2-40B4-BE49-F238E27FC236}">
                  <a16:creationId xmlns:a16="http://schemas.microsoft.com/office/drawing/2014/main" id="{F8C292F4-B0D4-4BAB-83D4-45A83DCB7213}"/>
                </a:ext>
              </a:extLst>
            </p:cNvPr>
            <p:cNvSpPr/>
            <p:nvPr/>
          </p:nvSpPr>
          <p:spPr>
            <a:xfrm>
              <a:off x="5152361" y="-6867303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230" name="Straight Connector 1229">
              <a:extLst>
                <a:ext uri="{FF2B5EF4-FFF2-40B4-BE49-F238E27FC236}">
                  <a16:creationId xmlns:a16="http://schemas.microsoft.com/office/drawing/2014/main" id="{1BE89775-B973-4186-8544-572363B92F05}"/>
                </a:ext>
              </a:extLst>
            </p:cNvPr>
            <p:cNvCxnSpPr>
              <a:cxnSpLocks/>
            </p:cNvCxnSpPr>
            <p:nvPr/>
          </p:nvCxnSpPr>
          <p:spPr>
            <a:xfrm>
              <a:off x="5779339" y="-5203976"/>
              <a:ext cx="0" cy="1738092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1" name="Straight Connector 1230">
              <a:extLst>
                <a:ext uri="{FF2B5EF4-FFF2-40B4-BE49-F238E27FC236}">
                  <a16:creationId xmlns:a16="http://schemas.microsoft.com/office/drawing/2014/main" id="{042BE119-8DBC-439A-AF14-FE7C6353248C}"/>
                </a:ext>
              </a:extLst>
            </p:cNvPr>
            <p:cNvCxnSpPr>
              <a:cxnSpLocks/>
            </p:cNvCxnSpPr>
            <p:nvPr/>
          </p:nvCxnSpPr>
          <p:spPr>
            <a:xfrm>
              <a:off x="4159204" y="-687517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2" name="Multiplication Sign 1231">
              <a:extLst>
                <a:ext uri="{FF2B5EF4-FFF2-40B4-BE49-F238E27FC236}">
                  <a16:creationId xmlns:a16="http://schemas.microsoft.com/office/drawing/2014/main" id="{488C7116-12E6-4F73-8383-A05A11308BDE}"/>
                </a:ext>
              </a:extLst>
            </p:cNvPr>
            <p:cNvSpPr/>
            <p:nvPr/>
          </p:nvSpPr>
          <p:spPr>
            <a:xfrm>
              <a:off x="5076496" y="-4177473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72565BC-5BD1-4ADD-A42E-8E49557C7389}"/>
                </a:ext>
              </a:extLst>
            </p:cNvPr>
            <p:cNvSpPr/>
            <p:nvPr/>
          </p:nvSpPr>
          <p:spPr>
            <a:xfrm rot="2607834" flipH="1">
              <a:off x="1350860" y="-635933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6D9B2887-82A5-4439-802F-222E4409238C}"/>
                </a:ext>
              </a:extLst>
            </p:cNvPr>
            <p:cNvSpPr/>
            <p:nvPr/>
          </p:nvSpPr>
          <p:spPr>
            <a:xfrm rot="2607834" flipH="1">
              <a:off x="2154004" y="-728292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D8AA8B2F-B91B-486F-8636-F7CE609ACAA6}"/>
                </a:ext>
              </a:extLst>
            </p:cNvPr>
            <p:cNvSpPr/>
            <p:nvPr/>
          </p:nvSpPr>
          <p:spPr>
            <a:xfrm rot="2607834" flipH="1">
              <a:off x="-737562" y="-63356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5BF559DD-8263-4820-B0A0-02891C4B6600}"/>
                </a:ext>
              </a:extLst>
            </p:cNvPr>
            <p:cNvSpPr/>
            <p:nvPr/>
          </p:nvSpPr>
          <p:spPr>
            <a:xfrm rot="2607834" flipH="1">
              <a:off x="-687187" y="-546958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656DBAC8-0F6D-44F4-ACC9-4B755F47A1A3}"/>
                </a:ext>
              </a:extLst>
            </p:cNvPr>
            <p:cNvSpPr/>
            <p:nvPr/>
          </p:nvSpPr>
          <p:spPr>
            <a:xfrm rot="2607834" flipH="1">
              <a:off x="-1549962" y="-38461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9298E4F4-165B-4B50-B71E-CD91D9202EA8}"/>
                </a:ext>
              </a:extLst>
            </p:cNvPr>
            <p:cNvSpPr/>
            <p:nvPr/>
          </p:nvSpPr>
          <p:spPr>
            <a:xfrm rot="2700000">
              <a:off x="-1592384" y="-632405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3482E41-C1BA-445A-BEBF-1B63EF1C07C2}"/>
                </a:ext>
              </a:extLst>
            </p:cNvPr>
            <p:cNvSpPr/>
            <p:nvPr/>
          </p:nvSpPr>
          <p:spPr>
            <a:xfrm>
              <a:off x="-2395705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D3058123-9128-435C-A527-D45979079840}"/>
                </a:ext>
              </a:extLst>
            </p:cNvPr>
            <p:cNvSpPr/>
            <p:nvPr/>
          </p:nvSpPr>
          <p:spPr>
            <a:xfrm rot="2700000">
              <a:off x="-5730122" y="-644954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23587A09-7692-465D-B5D1-0AE6CF8D60BB}"/>
                </a:ext>
              </a:extLst>
            </p:cNvPr>
            <p:cNvSpPr/>
            <p:nvPr/>
          </p:nvSpPr>
          <p:spPr>
            <a:xfrm>
              <a:off x="-3172223" y="-462965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DAC52709-200D-457D-8ED2-D5ABB375FF9F}"/>
                </a:ext>
              </a:extLst>
            </p:cNvPr>
            <p:cNvSpPr/>
            <p:nvPr/>
          </p:nvSpPr>
          <p:spPr>
            <a:xfrm>
              <a:off x="-4914138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BD5742B4-8B57-449A-97F1-0BB45E35DF4C}"/>
                </a:ext>
              </a:extLst>
            </p:cNvPr>
            <p:cNvSpPr/>
            <p:nvPr/>
          </p:nvSpPr>
          <p:spPr>
            <a:xfrm rot="2607834" flipH="1">
              <a:off x="-2446746" y="-730498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34" name="Multiplication Sign 1033">
              <a:extLst>
                <a:ext uri="{FF2B5EF4-FFF2-40B4-BE49-F238E27FC236}">
                  <a16:creationId xmlns:a16="http://schemas.microsoft.com/office/drawing/2014/main" id="{26742E99-3B2B-474E-9E3D-126994763E8F}"/>
                </a:ext>
              </a:extLst>
            </p:cNvPr>
            <p:cNvSpPr/>
            <p:nvPr/>
          </p:nvSpPr>
          <p:spPr>
            <a:xfrm>
              <a:off x="-1618138" y="-4413386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19EFFCF4-0551-4F68-BAE6-99472F413ED3}"/>
                </a:ext>
              </a:extLst>
            </p:cNvPr>
            <p:cNvSpPr/>
            <p:nvPr/>
          </p:nvSpPr>
          <p:spPr>
            <a:xfrm>
              <a:off x="-4010931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DE640BFE-E62E-4F07-8856-A60F0511EB39}"/>
                </a:ext>
              </a:extLst>
            </p:cNvPr>
            <p:cNvSpPr/>
            <p:nvPr/>
          </p:nvSpPr>
          <p:spPr>
            <a:xfrm>
              <a:off x="2031975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10507FE6-C8AD-4DC5-9EAD-72F54B5510AD}"/>
                </a:ext>
              </a:extLst>
            </p:cNvPr>
            <p:cNvSpPr/>
            <p:nvPr/>
          </p:nvSpPr>
          <p:spPr>
            <a:xfrm rot="2607834" flipH="1">
              <a:off x="-4868042" y="-640821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DBC87429-D8C6-4788-B0CF-CB7D928EA97F}"/>
                </a:ext>
              </a:extLst>
            </p:cNvPr>
            <p:cNvSpPr/>
            <p:nvPr/>
          </p:nvSpPr>
          <p:spPr>
            <a:xfrm rot="2607834" flipH="1">
              <a:off x="-4064898" y="-730315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272" name="Straight Connector 1271">
              <a:extLst>
                <a:ext uri="{FF2B5EF4-FFF2-40B4-BE49-F238E27FC236}">
                  <a16:creationId xmlns:a16="http://schemas.microsoft.com/office/drawing/2014/main" id="{3EA1FCB3-A928-4711-84C1-B3A5778D68A1}"/>
                </a:ext>
              </a:extLst>
            </p:cNvPr>
            <p:cNvCxnSpPr>
              <a:cxnSpLocks/>
            </p:cNvCxnSpPr>
            <p:nvPr/>
          </p:nvCxnSpPr>
          <p:spPr>
            <a:xfrm>
              <a:off x="1591994" y="-6892440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EC2C14F-DCDB-436E-BB09-ED47D784AE2E}"/>
                </a:ext>
              </a:extLst>
            </p:cNvPr>
            <p:cNvGrpSpPr/>
            <p:nvPr/>
          </p:nvGrpSpPr>
          <p:grpSpPr>
            <a:xfrm>
              <a:off x="618219" y="100049"/>
              <a:ext cx="5089991" cy="5060443"/>
              <a:chOff x="-4879250" y="177991"/>
              <a:chExt cx="5089991" cy="5060443"/>
            </a:xfrm>
          </p:grpSpPr>
          <p:sp>
            <p:nvSpPr>
              <p:cNvPr id="526" name="Rectangle 525">
                <a:extLst>
                  <a:ext uri="{FF2B5EF4-FFF2-40B4-BE49-F238E27FC236}">
                    <a16:creationId xmlns:a16="http://schemas.microsoft.com/office/drawing/2014/main" id="{65C0FCCC-ED40-4885-AB51-FE978260C10E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786CEDE7-8BAC-44FF-9A06-7466CAC9F9E3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8" name="Rectangle 527">
                <a:extLst>
                  <a:ext uri="{FF2B5EF4-FFF2-40B4-BE49-F238E27FC236}">
                    <a16:creationId xmlns:a16="http://schemas.microsoft.com/office/drawing/2014/main" id="{BD6791BF-2CB0-4B3D-9BDF-2BDD1E8BE6AC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59057003-9864-4D3A-BE58-DDD58F42073E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9521C951-B8D3-4AE4-A701-EB7DFA24783A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1" name="Rectangle 530">
                <a:extLst>
                  <a:ext uri="{FF2B5EF4-FFF2-40B4-BE49-F238E27FC236}">
                    <a16:creationId xmlns:a16="http://schemas.microsoft.com/office/drawing/2014/main" id="{C36F94AB-E768-4D27-B04E-41003C3FB687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2" name="Rectangle 531">
                <a:extLst>
                  <a:ext uri="{FF2B5EF4-FFF2-40B4-BE49-F238E27FC236}">
                    <a16:creationId xmlns:a16="http://schemas.microsoft.com/office/drawing/2014/main" id="{2D782223-7C0C-48DA-99D0-D0CDECC1E12E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3" name="Rectangle 532">
                <a:extLst>
                  <a:ext uri="{FF2B5EF4-FFF2-40B4-BE49-F238E27FC236}">
                    <a16:creationId xmlns:a16="http://schemas.microsoft.com/office/drawing/2014/main" id="{FB4D4087-06E2-4823-AFD5-14530538D6F1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4" name="Rectangle 533">
                <a:extLst>
                  <a:ext uri="{FF2B5EF4-FFF2-40B4-BE49-F238E27FC236}">
                    <a16:creationId xmlns:a16="http://schemas.microsoft.com/office/drawing/2014/main" id="{F73386CD-6DD2-4CF2-A18B-AD811E4E9CEB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E08FAF02-49C7-4FB8-A821-FF3981820308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6" name="Rectangle 535">
                <a:extLst>
                  <a:ext uri="{FF2B5EF4-FFF2-40B4-BE49-F238E27FC236}">
                    <a16:creationId xmlns:a16="http://schemas.microsoft.com/office/drawing/2014/main" id="{8E898B6C-62B8-4984-91A3-6A297146475C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7" name="Rectangle 536">
                <a:extLst>
                  <a:ext uri="{FF2B5EF4-FFF2-40B4-BE49-F238E27FC236}">
                    <a16:creationId xmlns:a16="http://schemas.microsoft.com/office/drawing/2014/main" id="{C72E116E-79DE-411A-9DCB-A9B188F1CD22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8" name="Rectangle 537">
                <a:extLst>
                  <a:ext uri="{FF2B5EF4-FFF2-40B4-BE49-F238E27FC236}">
                    <a16:creationId xmlns:a16="http://schemas.microsoft.com/office/drawing/2014/main" id="{245C5CBC-50EF-444E-8B0C-16A19D2AE451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9" name="Rectangle 538">
                <a:extLst>
                  <a:ext uri="{FF2B5EF4-FFF2-40B4-BE49-F238E27FC236}">
                    <a16:creationId xmlns:a16="http://schemas.microsoft.com/office/drawing/2014/main" id="{9B9EC542-783A-4B49-B1BF-659ACE1E5D2D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0" name="Rectangle 539">
                <a:extLst>
                  <a:ext uri="{FF2B5EF4-FFF2-40B4-BE49-F238E27FC236}">
                    <a16:creationId xmlns:a16="http://schemas.microsoft.com/office/drawing/2014/main" id="{47EBD33C-8FAF-4638-97E3-FBA9B10D0043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41" name="Rectangle 540">
                <a:extLst>
                  <a:ext uri="{FF2B5EF4-FFF2-40B4-BE49-F238E27FC236}">
                    <a16:creationId xmlns:a16="http://schemas.microsoft.com/office/drawing/2014/main" id="{3B965DD6-4635-4645-8099-9435A081DC72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42" name="Rectangle 541">
                <a:extLst>
                  <a:ext uri="{FF2B5EF4-FFF2-40B4-BE49-F238E27FC236}">
                    <a16:creationId xmlns:a16="http://schemas.microsoft.com/office/drawing/2014/main" id="{D4413B85-0F78-4D1F-8FCB-ACB0DD57A54C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3" name="Rectangle 542">
                <a:extLst>
                  <a:ext uri="{FF2B5EF4-FFF2-40B4-BE49-F238E27FC236}">
                    <a16:creationId xmlns:a16="http://schemas.microsoft.com/office/drawing/2014/main" id="{7EE221A6-9E08-4E4F-BB71-3D248254D24D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4" name="Rectangle 543">
                <a:extLst>
                  <a:ext uri="{FF2B5EF4-FFF2-40B4-BE49-F238E27FC236}">
                    <a16:creationId xmlns:a16="http://schemas.microsoft.com/office/drawing/2014/main" id="{214BB3FE-3C03-4F2B-A8AF-BC762C617405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5" name="Rectangle 544">
                <a:extLst>
                  <a:ext uri="{FF2B5EF4-FFF2-40B4-BE49-F238E27FC236}">
                    <a16:creationId xmlns:a16="http://schemas.microsoft.com/office/drawing/2014/main" id="{308759B2-CC21-404E-8E0C-2D742B4D5FB1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6" name="Rectangle 545">
                <a:extLst>
                  <a:ext uri="{FF2B5EF4-FFF2-40B4-BE49-F238E27FC236}">
                    <a16:creationId xmlns:a16="http://schemas.microsoft.com/office/drawing/2014/main" id="{8A7C8E51-ABBC-454A-ADEB-D3CE2D6FC680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7" name="Rectangle 546">
                <a:extLst>
                  <a:ext uri="{FF2B5EF4-FFF2-40B4-BE49-F238E27FC236}">
                    <a16:creationId xmlns:a16="http://schemas.microsoft.com/office/drawing/2014/main" id="{87040C06-B3C2-4CCF-96B1-FC1F8ACDE791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8" name="Rectangle 547">
                <a:extLst>
                  <a:ext uri="{FF2B5EF4-FFF2-40B4-BE49-F238E27FC236}">
                    <a16:creationId xmlns:a16="http://schemas.microsoft.com/office/drawing/2014/main" id="{3E6EC5BC-D946-4685-B445-FC7558A20477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9" name="Rectangle 548">
                <a:extLst>
                  <a:ext uri="{FF2B5EF4-FFF2-40B4-BE49-F238E27FC236}">
                    <a16:creationId xmlns:a16="http://schemas.microsoft.com/office/drawing/2014/main" id="{60326D43-8FEB-47F9-9C18-8452A4AFF084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0" name="Rectangle 549">
                <a:extLst>
                  <a:ext uri="{FF2B5EF4-FFF2-40B4-BE49-F238E27FC236}">
                    <a16:creationId xmlns:a16="http://schemas.microsoft.com/office/drawing/2014/main" id="{74A69142-B406-4B38-9EFE-7A58AC60163F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0" name="Rectangle 579">
                <a:extLst>
                  <a:ext uri="{FF2B5EF4-FFF2-40B4-BE49-F238E27FC236}">
                    <a16:creationId xmlns:a16="http://schemas.microsoft.com/office/drawing/2014/main" id="{9254EFDA-9252-402C-AE3E-9924F6C514CC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1" name="Rectangle 580">
                <a:extLst>
                  <a:ext uri="{FF2B5EF4-FFF2-40B4-BE49-F238E27FC236}">
                    <a16:creationId xmlns:a16="http://schemas.microsoft.com/office/drawing/2014/main" id="{891B6516-94D4-4F43-AB73-3096879FF4EE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2" name="Rectangle 581">
                <a:extLst>
                  <a:ext uri="{FF2B5EF4-FFF2-40B4-BE49-F238E27FC236}">
                    <a16:creationId xmlns:a16="http://schemas.microsoft.com/office/drawing/2014/main" id="{C52BE7FF-9C61-4A24-8A59-1D30EA2FD81B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3" name="Rectangle 582">
                <a:extLst>
                  <a:ext uri="{FF2B5EF4-FFF2-40B4-BE49-F238E27FC236}">
                    <a16:creationId xmlns:a16="http://schemas.microsoft.com/office/drawing/2014/main" id="{EAC1C019-A2EF-4EC6-A3DD-457A2A48CD15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4" name="Rectangle 583">
                <a:extLst>
                  <a:ext uri="{FF2B5EF4-FFF2-40B4-BE49-F238E27FC236}">
                    <a16:creationId xmlns:a16="http://schemas.microsoft.com/office/drawing/2014/main" id="{CC8295F1-EED8-4D52-B5BD-9EEE5CCB1C9C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5" name="Rectangle 584">
                <a:extLst>
                  <a:ext uri="{FF2B5EF4-FFF2-40B4-BE49-F238E27FC236}">
                    <a16:creationId xmlns:a16="http://schemas.microsoft.com/office/drawing/2014/main" id="{873C8709-CEA2-4D93-9A03-8611A1F41784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6" name="Rectangle 585">
                <a:extLst>
                  <a:ext uri="{FF2B5EF4-FFF2-40B4-BE49-F238E27FC236}">
                    <a16:creationId xmlns:a16="http://schemas.microsoft.com/office/drawing/2014/main" id="{5E88473A-42A4-4289-A9D6-241B75291715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7" name="Rectangle 586">
                <a:extLst>
                  <a:ext uri="{FF2B5EF4-FFF2-40B4-BE49-F238E27FC236}">
                    <a16:creationId xmlns:a16="http://schemas.microsoft.com/office/drawing/2014/main" id="{06D58432-4EB8-47A3-B307-06819B068122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8" name="Rectangle 587">
                <a:extLst>
                  <a:ext uri="{FF2B5EF4-FFF2-40B4-BE49-F238E27FC236}">
                    <a16:creationId xmlns:a16="http://schemas.microsoft.com/office/drawing/2014/main" id="{6CD78750-FC21-4B15-B7A4-C78F19B44945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9" name="Rectangle 588">
                <a:extLst>
                  <a:ext uri="{FF2B5EF4-FFF2-40B4-BE49-F238E27FC236}">
                    <a16:creationId xmlns:a16="http://schemas.microsoft.com/office/drawing/2014/main" id="{1C2D8FF9-A523-4EB1-B04A-EE4178453037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0" name="Rectangle 589">
                <a:extLst>
                  <a:ext uri="{FF2B5EF4-FFF2-40B4-BE49-F238E27FC236}">
                    <a16:creationId xmlns:a16="http://schemas.microsoft.com/office/drawing/2014/main" id="{CA8956B7-AB89-421C-ACB5-080C28BB3343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E42E7627-DF9B-46CB-B5DD-AED59DE35D01}"/>
                </a:ext>
              </a:extLst>
            </p:cNvPr>
            <p:cNvSpPr/>
            <p:nvPr/>
          </p:nvSpPr>
          <p:spPr>
            <a:xfrm>
              <a:off x="430385" y="-1146417"/>
              <a:ext cx="564449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00009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Blueberries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connectable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679" name="Group 678">
              <a:extLst>
                <a:ext uri="{FF2B5EF4-FFF2-40B4-BE49-F238E27FC236}">
                  <a16:creationId xmlns:a16="http://schemas.microsoft.com/office/drawing/2014/main" id="{E7EB222F-8F8E-4798-8049-01811B9DE435}"/>
                </a:ext>
              </a:extLst>
            </p:cNvPr>
            <p:cNvGrpSpPr/>
            <p:nvPr/>
          </p:nvGrpSpPr>
          <p:grpSpPr>
            <a:xfrm>
              <a:off x="6909435" y="100049"/>
              <a:ext cx="5089991" cy="5060443"/>
              <a:chOff x="-4879250" y="177991"/>
              <a:chExt cx="5089991" cy="5060443"/>
            </a:xfrm>
          </p:grpSpPr>
          <p:sp>
            <p:nvSpPr>
              <p:cNvPr id="680" name="Rectangle 679">
                <a:extLst>
                  <a:ext uri="{FF2B5EF4-FFF2-40B4-BE49-F238E27FC236}">
                    <a16:creationId xmlns:a16="http://schemas.microsoft.com/office/drawing/2014/main" id="{F36E34FD-CCDE-4781-A1B1-7A543579F095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1" name="Rectangle 680">
                <a:extLst>
                  <a:ext uri="{FF2B5EF4-FFF2-40B4-BE49-F238E27FC236}">
                    <a16:creationId xmlns:a16="http://schemas.microsoft.com/office/drawing/2014/main" id="{07CCCFD2-E507-4495-A1D6-029D19E8271A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2" name="Rectangle 681">
                <a:extLst>
                  <a:ext uri="{FF2B5EF4-FFF2-40B4-BE49-F238E27FC236}">
                    <a16:creationId xmlns:a16="http://schemas.microsoft.com/office/drawing/2014/main" id="{0D948E4B-EBD0-4C41-84B6-724904A1ABB0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3" name="Rectangle 682">
                <a:extLst>
                  <a:ext uri="{FF2B5EF4-FFF2-40B4-BE49-F238E27FC236}">
                    <a16:creationId xmlns:a16="http://schemas.microsoft.com/office/drawing/2014/main" id="{C09AB395-374A-4233-BAE1-0F461EE0B6D5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4" name="Rectangle 683">
                <a:extLst>
                  <a:ext uri="{FF2B5EF4-FFF2-40B4-BE49-F238E27FC236}">
                    <a16:creationId xmlns:a16="http://schemas.microsoft.com/office/drawing/2014/main" id="{B22D8146-C7B7-4655-8D74-1351F0A22B09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5" name="Rectangle 684">
                <a:extLst>
                  <a:ext uri="{FF2B5EF4-FFF2-40B4-BE49-F238E27FC236}">
                    <a16:creationId xmlns:a16="http://schemas.microsoft.com/office/drawing/2014/main" id="{652AC0F1-609B-4548-9ACC-22078555A761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6" name="Rectangle 685">
                <a:extLst>
                  <a:ext uri="{FF2B5EF4-FFF2-40B4-BE49-F238E27FC236}">
                    <a16:creationId xmlns:a16="http://schemas.microsoft.com/office/drawing/2014/main" id="{8CA75A5B-3251-4A2E-A21C-8D8B7D9AFA7D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7" name="Rectangle 686">
                <a:extLst>
                  <a:ext uri="{FF2B5EF4-FFF2-40B4-BE49-F238E27FC236}">
                    <a16:creationId xmlns:a16="http://schemas.microsoft.com/office/drawing/2014/main" id="{B6A5DD89-A482-48EC-95C3-5D29D7A87CC7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8" name="Rectangle 687">
                <a:extLst>
                  <a:ext uri="{FF2B5EF4-FFF2-40B4-BE49-F238E27FC236}">
                    <a16:creationId xmlns:a16="http://schemas.microsoft.com/office/drawing/2014/main" id="{7467B405-BF39-4A1A-A5E4-88EA88061185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9" name="Rectangle 688">
                <a:extLst>
                  <a:ext uri="{FF2B5EF4-FFF2-40B4-BE49-F238E27FC236}">
                    <a16:creationId xmlns:a16="http://schemas.microsoft.com/office/drawing/2014/main" id="{64D0E174-A4F3-4045-8D6F-C49D0495EFB8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0" name="Rectangle 689">
                <a:extLst>
                  <a:ext uri="{FF2B5EF4-FFF2-40B4-BE49-F238E27FC236}">
                    <a16:creationId xmlns:a16="http://schemas.microsoft.com/office/drawing/2014/main" id="{9807F9AC-F641-4F83-B938-0EDEEA798374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1" name="Rectangle 690">
                <a:extLst>
                  <a:ext uri="{FF2B5EF4-FFF2-40B4-BE49-F238E27FC236}">
                    <a16:creationId xmlns:a16="http://schemas.microsoft.com/office/drawing/2014/main" id="{635B9C13-E534-4C05-BB72-2A808806BFCF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7F8BA28-B4B0-490C-AE61-553A6758CAB4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116646AA-88CB-4033-B394-F2BA560508DB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4" name="Rectangle 693">
                <a:extLst>
                  <a:ext uri="{FF2B5EF4-FFF2-40B4-BE49-F238E27FC236}">
                    <a16:creationId xmlns:a16="http://schemas.microsoft.com/office/drawing/2014/main" id="{CCFDD65F-46D6-42A3-A1A4-D26B65756C0F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44AC2230-543B-43AA-BE19-56DF43ADC75B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AD58FDB-8710-468C-BE00-720FDF277134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7" name="Rectangle 696">
                <a:extLst>
                  <a:ext uri="{FF2B5EF4-FFF2-40B4-BE49-F238E27FC236}">
                    <a16:creationId xmlns:a16="http://schemas.microsoft.com/office/drawing/2014/main" id="{BA663F9E-7456-4F0E-A7A4-39DC9ED4E978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8" name="Rectangle 697">
                <a:extLst>
                  <a:ext uri="{FF2B5EF4-FFF2-40B4-BE49-F238E27FC236}">
                    <a16:creationId xmlns:a16="http://schemas.microsoft.com/office/drawing/2014/main" id="{0F3FB85A-AC8F-400D-8CC6-B31BE572470C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9" name="Rectangle 698">
                <a:extLst>
                  <a:ext uri="{FF2B5EF4-FFF2-40B4-BE49-F238E27FC236}">
                    <a16:creationId xmlns:a16="http://schemas.microsoft.com/office/drawing/2014/main" id="{F9EEE31D-6982-4745-AC69-71073DE521E4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0" name="Rectangle 699">
                <a:extLst>
                  <a:ext uri="{FF2B5EF4-FFF2-40B4-BE49-F238E27FC236}">
                    <a16:creationId xmlns:a16="http://schemas.microsoft.com/office/drawing/2014/main" id="{0AD5AD23-D368-4279-A162-3D1567CCA897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1" name="Rectangle 700">
                <a:extLst>
                  <a:ext uri="{FF2B5EF4-FFF2-40B4-BE49-F238E27FC236}">
                    <a16:creationId xmlns:a16="http://schemas.microsoft.com/office/drawing/2014/main" id="{0B3E5647-3C41-494C-AFAD-5938C9CB28C2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02" name="Rectangle 701">
                <a:extLst>
                  <a:ext uri="{FF2B5EF4-FFF2-40B4-BE49-F238E27FC236}">
                    <a16:creationId xmlns:a16="http://schemas.microsoft.com/office/drawing/2014/main" id="{21229357-C0F8-4C9A-97C1-68E9D136D9AD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3" name="Rectangle 702">
                <a:extLst>
                  <a:ext uri="{FF2B5EF4-FFF2-40B4-BE49-F238E27FC236}">
                    <a16:creationId xmlns:a16="http://schemas.microsoft.com/office/drawing/2014/main" id="{15E0A2FE-173C-4796-985B-5C4C0C067180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4" name="Rectangle 703">
                <a:extLst>
                  <a:ext uri="{FF2B5EF4-FFF2-40B4-BE49-F238E27FC236}">
                    <a16:creationId xmlns:a16="http://schemas.microsoft.com/office/drawing/2014/main" id="{170C39F3-6ECB-4C89-B4D9-EB585EE414F3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5" name="Rectangle 704">
                <a:extLst>
                  <a:ext uri="{FF2B5EF4-FFF2-40B4-BE49-F238E27FC236}">
                    <a16:creationId xmlns:a16="http://schemas.microsoft.com/office/drawing/2014/main" id="{CD02278C-4B97-4319-96A6-1E53E4FAB642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6" name="Rectangle 705">
                <a:extLst>
                  <a:ext uri="{FF2B5EF4-FFF2-40B4-BE49-F238E27FC236}">
                    <a16:creationId xmlns:a16="http://schemas.microsoft.com/office/drawing/2014/main" id="{2EA870B0-E910-48C1-8B77-DE02AE441434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7" name="Rectangle 706">
                <a:extLst>
                  <a:ext uri="{FF2B5EF4-FFF2-40B4-BE49-F238E27FC236}">
                    <a16:creationId xmlns:a16="http://schemas.microsoft.com/office/drawing/2014/main" id="{B0816168-41A9-458F-B96E-2747DA91FE30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8" name="Rectangle 707">
                <a:extLst>
                  <a:ext uri="{FF2B5EF4-FFF2-40B4-BE49-F238E27FC236}">
                    <a16:creationId xmlns:a16="http://schemas.microsoft.com/office/drawing/2014/main" id="{36DA9F4C-3531-42F7-B9C5-0E56311D4FD0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9" name="Rectangle 708">
                <a:extLst>
                  <a:ext uri="{FF2B5EF4-FFF2-40B4-BE49-F238E27FC236}">
                    <a16:creationId xmlns:a16="http://schemas.microsoft.com/office/drawing/2014/main" id="{DEB08378-430D-497F-B33B-D59537883003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0" name="Rectangle 709">
                <a:extLst>
                  <a:ext uri="{FF2B5EF4-FFF2-40B4-BE49-F238E27FC236}">
                    <a16:creationId xmlns:a16="http://schemas.microsoft.com/office/drawing/2014/main" id="{9051294B-84B2-4D72-B682-A7D5F88F256A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1" name="Rectangle 710">
                <a:extLst>
                  <a:ext uri="{FF2B5EF4-FFF2-40B4-BE49-F238E27FC236}">
                    <a16:creationId xmlns:a16="http://schemas.microsoft.com/office/drawing/2014/main" id="{9AF83B55-97D1-4EDD-AFDC-8766E11AAFF7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2" name="Rectangle 711">
                <a:extLst>
                  <a:ext uri="{FF2B5EF4-FFF2-40B4-BE49-F238E27FC236}">
                    <a16:creationId xmlns:a16="http://schemas.microsoft.com/office/drawing/2014/main" id="{1D07E874-BB65-4369-9A29-E68FBAF2A955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3" name="Rectangle 712">
                <a:extLst>
                  <a:ext uri="{FF2B5EF4-FFF2-40B4-BE49-F238E27FC236}">
                    <a16:creationId xmlns:a16="http://schemas.microsoft.com/office/drawing/2014/main" id="{5BEF7F9D-E2CA-4A10-82DB-A493FCC8058B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4" name="Rectangle 713">
                <a:extLst>
                  <a:ext uri="{FF2B5EF4-FFF2-40B4-BE49-F238E27FC236}">
                    <a16:creationId xmlns:a16="http://schemas.microsoft.com/office/drawing/2014/main" id="{D16998DD-2B64-4A57-B232-984246CD8CE0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5" name="Rectangle 714">
                <a:extLst>
                  <a:ext uri="{FF2B5EF4-FFF2-40B4-BE49-F238E27FC236}">
                    <a16:creationId xmlns:a16="http://schemas.microsoft.com/office/drawing/2014/main" id="{D7785069-5C29-4954-90D7-8BF840ECBF5A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725A898D-F6A3-4A7A-9AED-956F8AAC0B0E}"/>
                </a:ext>
              </a:extLst>
            </p:cNvPr>
            <p:cNvSpPr/>
            <p:nvPr/>
          </p:nvSpPr>
          <p:spPr>
            <a:xfrm rot="2700000">
              <a:off x="10889813" y="60107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68D87B5A-3183-4AFD-A19B-80A8B073F712}"/>
                </a:ext>
              </a:extLst>
            </p:cNvPr>
            <p:cNvSpPr/>
            <p:nvPr/>
          </p:nvSpPr>
          <p:spPr>
            <a:xfrm>
              <a:off x="10064543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6322B304-E3D3-4318-B01C-D042B6BF546C}"/>
                </a:ext>
              </a:extLst>
            </p:cNvPr>
            <p:cNvSpPr/>
            <p:nvPr/>
          </p:nvSpPr>
          <p:spPr>
            <a:xfrm>
              <a:off x="9288025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DFD3A46-90CF-435A-9EFC-3C19A99DC992}"/>
                </a:ext>
              </a:extLst>
            </p:cNvPr>
            <p:cNvSpPr/>
            <p:nvPr/>
          </p:nvSpPr>
          <p:spPr>
            <a:xfrm>
              <a:off x="7546110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2CB88D82-AC51-425D-B438-DBA32B8EEC57}"/>
                </a:ext>
              </a:extLst>
            </p:cNvPr>
            <p:cNvCxnSpPr>
              <a:cxnSpLocks/>
            </p:cNvCxnSpPr>
            <p:nvPr/>
          </p:nvCxnSpPr>
          <p:spPr>
            <a:xfrm>
              <a:off x="6950108" y="936933"/>
              <a:ext cx="1" cy="806820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6FE17397-00CF-4C20-86D1-B5FD795EEEA4}"/>
                </a:ext>
              </a:extLst>
            </p:cNvPr>
            <p:cNvCxnSpPr>
              <a:cxnSpLocks/>
              <a:endCxn id="697" idx="2"/>
            </p:cNvCxnSpPr>
            <p:nvPr/>
          </p:nvCxnSpPr>
          <p:spPr>
            <a:xfrm>
              <a:off x="7040860" y="1777582"/>
              <a:ext cx="3686438" cy="19295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42AF97EC-45D0-4516-B0A6-92A44EBCE789}"/>
                </a:ext>
              </a:extLst>
            </p:cNvPr>
            <p:cNvSpPr/>
            <p:nvPr/>
          </p:nvSpPr>
          <p:spPr>
            <a:xfrm rot="2700000">
              <a:off x="4626505" y="57606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8D5347A0-28F7-4694-8478-A73740E0B827}"/>
                </a:ext>
              </a:extLst>
            </p:cNvPr>
            <p:cNvSpPr/>
            <p:nvPr/>
          </p:nvSpPr>
          <p:spPr>
            <a:xfrm>
              <a:off x="3773327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7A2E0D68-2F25-4EE2-9A58-295CD8AB8635}"/>
                </a:ext>
              </a:extLst>
            </p:cNvPr>
            <p:cNvSpPr/>
            <p:nvPr/>
          </p:nvSpPr>
          <p:spPr>
            <a:xfrm rot="2700000">
              <a:off x="438910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9EAD7656-9BD7-4F3C-B4C9-F49C7C4B91EC}"/>
                </a:ext>
              </a:extLst>
            </p:cNvPr>
            <p:cNvSpPr/>
            <p:nvPr/>
          </p:nvSpPr>
          <p:spPr>
            <a:xfrm>
              <a:off x="2996809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BF040121-685E-4EA2-A7C9-28A1B5095E9C}"/>
                </a:ext>
              </a:extLst>
            </p:cNvPr>
            <p:cNvSpPr/>
            <p:nvPr/>
          </p:nvSpPr>
          <p:spPr>
            <a:xfrm>
              <a:off x="1254894" y="243372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596" name="Straight Connector 595">
              <a:extLst>
                <a:ext uri="{FF2B5EF4-FFF2-40B4-BE49-F238E27FC236}">
                  <a16:creationId xmlns:a16="http://schemas.microsoft.com/office/drawing/2014/main" id="{4BC27069-A471-47E1-9472-40482F9F040B}"/>
                </a:ext>
              </a:extLst>
            </p:cNvPr>
            <p:cNvCxnSpPr>
              <a:cxnSpLocks/>
            </p:cNvCxnSpPr>
            <p:nvPr/>
          </p:nvCxnSpPr>
          <p:spPr>
            <a:xfrm>
              <a:off x="1474312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1" name="Multiplication Sign 970">
              <a:extLst>
                <a:ext uri="{FF2B5EF4-FFF2-40B4-BE49-F238E27FC236}">
                  <a16:creationId xmlns:a16="http://schemas.microsoft.com/office/drawing/2014/main" id="{60845713-2792-482C-B800-29B9246632B6}"/>
                </a:ext>
              </a:extLst>
            </p:cNvPr>
            <p:cNvSpPr/>
            <p:nvPr/>
          </p:nvSpPr>
          <p:spPr>
            <a:xfrm>
              <a:off x="1630998" y="2338536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16" name="Multiplication Sign 1015">
              <a:extLst>
                <a:ext uri="{FF2B5EF4-FFF2-40B4-BE49-F238E27FC236}">
                  <a16:creationId xmlns:a16="http://schemas.microsoft.com/office/drawing/2014/main" id="{EF2E423D-A3B6-42F3-AD56-07539BD4B8CF}"/>
                </a:ext>
              </a:extLst>
            </p:cNvPr>
            <p:cNvSpPr/>
            <p:nvPr/>
          </p:nvSpPr>
          <p:spPr>
            <a:xfrm>
              <a:off x="2377938" y="2336239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FA004249-D382-4799-95DC-F2431CD10165}"/>
                </a:ext>
              </a:extLst>
            </p:cNvPr>
            <p:cNvSpPr/>
            <p:nvPr/>
          </p:nvSpPr>
          <p:spPr>
            <a:xfrm>
              <a:off x="2158101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C32408CE-963C-4A17-BFE0-12C395D6AB27}"/>
                </a:ext>
              </a:extLst>
            </p:cNvPr>
            <p:cNvSpPr/>
            <p:nvPr/>
          </p:nvSpPr>
          <p:spPr>
            <a:xfrm>
              <a:off x="8384762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F85748EA-7084-4170-A447-4A76ACFF6DE1}"/>
                </a:ext>
              </a:extLst>
            </p:cNvPr>
            <p:cNvSpPr/>
            <p:nvPr/>
          </p:nvSpPr>
          <p:spPr>
            <a:xfrm>
              <a:off x="6738878" y="-1223738"/>
              <a:ext cx="4818948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ED7D3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Oranges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connectable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0E2D82F5-A242-4CFD-9C7A-FEDA5669F030}"/>
                </a:ext>
              </a:extLst>
            </p:cNvPr>
            <p:cNvGrpSpPr/>
            <p:nvPr/>
          </p:nvGrpSpPr>
          <p:grpSpPr>
            <a:xfrm>
              <a:off x="-5527899" y="100049"/>
              <a:ext cx="5089991" cy="5060443"/>
              <a:chOff x="-4879250" y="177991"/>
              <a:chExt cx="5089991" cy="5060443"/>
            </a:xfrm>
          </p:grpSpPr>
          <p:sp>
            <p:nvSpPr>
              <p:cNvPr id="1136" name="Rectangle 1135">
                <a:extLst>
                  <a:ext uri="{FF2B5EF4-FFF2-40B4-BE49-F238E27FC236}">
                    <a16:creationId xmlns:a16="http://schemas.microsoft.com/office/drawing/2014/main" id="{76F9D834-2C40-4DF5-99BE-FEC78D643E22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7" name="Rectangle 1136">
                <a:extLst>
                  <a:ext uri="{FF2B5EF4-FFF2-40B4-BE49-F238E27FC236}">
                    <a16:creationId xmlns:a16="http://schemas.microsoft.com/office/drawing/2014/main" id="{CF7ED26F-46B6-45E1-B7EB-74890BF33A62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8" name="Rectangle 1137">
                <a:extLst>
                  <a:ext uri="{FF2B5EF4-FFF2-40B4-BE49-F238E27FC236}">
                    <a16:creationId xmlns:a16="http://schemas.microsoft.com/office/drawing/2014/main" id="{105ED406-22FB-46FA-A7A5-E8C320140992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9" name="Rectangle 1138">
                <a:extLst>
                  <a:ext uri="{FF2B5EF4-FFF2-40B4-BE49-F238E27FC236}">
                    <a16:creationId xmlns:a16="http://schemas.microsoft.com/office/drawing/2014/main" id="{78DE6E5E-2394-4FBE-B33D-845F6252371E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0" name="Rectangle 1139">
                <a:extLst>
                  <a:ext uri="{FF2B5EF4-FFF2-40B4-BE49-F238E27FC236}">
                    <a16:creationId xmlns:a16="http://schemas.microsoft.com/office/drawing/2014/main" id="{29B9EA6F-710D-4BCE-8453-8C5A0F1CA08F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1" name="Rectangle 1140">
                <a:extLst>
                  <a:ext uri="{FF2B5EF4-FFF2-40B4-BE49-F238E27FC236}">
                    <a16:creationId xmlns:a16="http://schemas.microsoft.com/office/drawing/2014/main" id="{D7B0E751-B2DB-426B-B9F3-E00A9547EA94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2" name="Rectangle 1141">
                <a:extLst>
                  <a:ext uri="{FF2B5EF4-FFF2-40B4-BE49-F238E27FC236}">
                    <a16:creationId xmlns:a16="http://schemas.microsoft.com/office/drawing/2014/main" id="{41518D46-7D05-4C25-9973-FA8A588E19ED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3" name="Rectangle 1142">
                <a:extLst>
                  <a:ext uri="{FF2B5EF4-FFF2-40B4-BE49-F238E27FC236}">
                    <a16:creationId xmlns:a16="http://schemas.microsoft.com/office/drawing/2014/main" id="{3912C0A0-3C0B-4158-87E4-505DB5040A1F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4" name="Rectangle 1143">
                <a:extLst>
                  <a:ext uri="{FF2B5EF4-FFF2-40B4-BE49-F238E27FC236}">
                    <a16:creationId xmlns:a16="http://schemas.microsoft.com/office/drawing/2014/main" id="{30C9DDFB-40FB-426E-A268-12A1C9420BE2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5" name="Rectangle 1144">
                <a:extLst>
                  <a:ext uri="{FF2B5EF4-FFF2-40B4-BE49-F238E27FC236}">
                    <a16:creationId xmlns:a16="http://schemas.microsoft.com/office/drawing/2014/main" id="{1406BA1D-C4D4-4C30-B25A-34BD5570B667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6" name="Rectangle 1145">
                <a:extLst>
                  <a:ext uri="{FF2B5EF4-FFF2-40B4-BE49-F238E27FC236}">
                    <a16:creationId xmlns:a16="http://schemas.microsoft.com/office/drawing/2014/main" id="{5B08D700-FCF5-4254-AAC0-9FD479DDFE89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7" name="Rectangle 1146">
                <a:extLst>
                  <a:ext uri="{FF2B5EF4-FFF2-40B4-BE49-F238E27FC236}">
                    <a16:creationId xmlns:a16="http://schemas.microsoft.com/office/drawing/2014/main" id="{187B994B-CBA9-4D7D-9FFE-6B493391C9B2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8" name="Rectangle 1147">
                <a:extLst>
                  <a:ext uri="{FF2B5EF4-FFF2-40B4-BE49-F238E27FC236}">
                    <a16:creationId xmlns:a16="http://schemas.microsoft.com/office/drawing/2014/main" id="{25DAA3B5-5DDF-4E1B-803D-C5CD56DB7762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9" name="Rectangle 1148">
                <a:extLst>
                  <a:ext uri="{FF2B5EF4-FFF2-40B4-BE49-F238E27FC236}">
                    <a16:creationId xmlns:a16="http://schemas.microsoft.com/office/drawing/2014/main" id="{5DB1F162-535E-4844-9356-56E3629089AE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0" name="Rectangle 1149">
                <a:extLst>
                  <a:ext uri="{FF2B5EF4-FFF2-40B4-BE49-F238E27FC236}">
                    <a16:creationId xmlns:a16="http://schemas.microsoft.com/office/drawing/2014/main" id="{872CCC45-77E9-43D3-B9CD-8B71601A54BB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1" name="Rectangle 1150">
                <a:extLst>
                  <a:ext uri="{FF2B5EF4-FFF2-40B4-BE49-F238E27FC236}">
                    <a16:creationId xmlns:a16="http://schemas.microsoft.com/office/drawing/2014/main" id="{BE3FE652-49AF-4161-BDAB-8AB983998A06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2" name="Rectangle 1151">
                <a:extLst>
                  <a:ext uri="{FF2B5EF4-FFF2-40B4-BE49-F238E27FC236}">
                    <a16:creationId xmlns:a16="http://schemas.microsoft.com/office/drawing/2014/main" id="{C16A1688-F7B5-4D5B-A368-621C9B725787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3" name="Rectangle 1152">
                <a:extLst>
                  <a:ext uri="{FF2B5EF4-FFF2-40B4-BE49-F238E27FC236}">
                    <a16:creationId xmlns:a16="http://schemas.microsoft.com/office/drawing/2014/main" id="{5FDCA59F-A981-43A7-9302-7191E0D5956D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4" name="Rectangle 1153">
                <a:extLst>
                  <a:ext uri="{FF2B5EF4-FFF2-40B4-BE49-F238E27FC236}">
                    <a16:creationId xmlns:a16="http://schemas.microsoft.com/office/drawing/2014/main" id="{F72C76FF-0388-49FC-84F1-306216063B78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5" name="Rectangle 1154">
                <a:extLst>
                  <a:ext uri="{FF2B5EF4-FFF2-40B4-BE49-F238E27FC236}">
                    <a16:creationId xmlns:a16="http://schemas.microsoft.com/office/drawing/2014/main" id="{C657448D-7841-40C6-BC80-0EC0EEF7E7B1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6" name="Rectangle 1155">
                <a:extLst>
                  <a:ext uri="{FF2B5EF4-FFF2-40B4-BE49-F238E27FC236}">
                    <a16:creationId xmlns:a16="http://schemas.microsoft.com/office/drawing/2014/main" id="{BC6F58B0-D8A1-49C5-9B01-1A254FA6C23D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7" name="Rectangle 1156">
                <a:extLst>
                  <a:ext uri="{FF2B5EF4-FFF2-40B4-BE49-F238E27FC236}">
                    <a16:creationId xmlns:a16="http://schemas.microsoft.com/office/drawing/2014/main" id="{835F8900-AAE5-4D6E-975B-C04B4ADA9DF7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8" name="Rectangle 1157">
                <a:extLst>
                  <a:ext uri="{FF2B5EF4-FFF2-40B4-BE49-F238E27FC236}">
                    <a16:creationId xmlns:a16="http://schemas.microsoft.com/office/drawing/2014/main" id="{08E811EE-FB27-494F-82C6-E1669C047A23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9" name="Rectangle 1158">
                <a:extLst>
                  <a:ext uri="{FF2B5EF4-FFF2-40B4-BE49-F238E27FC236}">
                    <a16:creationId xmlns:a16="http://schemas.microsoft.com/office/drawing/2014/main" id="{9570CDC8-4644-4089-BC98-10994B789003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0" name="Rectangle 1159">
                <a:extLst>
                  <a:ext uri="{FF2B5EF4-FFF2-40B4-BE49-F238E27FC236}">
                    <a16:creationId xmlns:a16="http://schemas.microsoft.com/office/drawing/2014/main" id="{CFBAAAB3-376B-4294-99EB-7249EDDA7647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1" name="Rectangle 1160">
                <a:extLst>
                  <a:ext uri="{FF2B5EF4-FFF2-40B4-BE49-F238E27FC236}">
                    <a16:creationId xmlns:a16="http://schemas.microsoft.com/office/drawing/2014/main" id="{EB33D14F-AA7E-4868-8801-8C518C79D5B7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2" name="Rectangle 1161">
                <a:extLst>
                  <a:ext uri="{FF2B5EF4-FFF2-40B4-BE49-F238E27FC236}">
                    <a16:creationId xmlns:a16="http://schemas.microsoft.com/office/drawing/2014/main" id="{81A10D7F-C2F7-4262-9C86-39AFC4043B26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3" name="Rectangle 1162">
                <a:extLst>
                  <a:ext uri="{FF2B5EF4-FFF2-40B4-BE49-F238E27FC236}">
                    <a16:creationId xmlns:a16="http://schemas.microsoft.com/office/drawing/2014/main" id="{914D8A47-5CFF-48B2-A96B-65B6E1BC52F1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4" name="Rectangle 1163">
                <a:extLst>
                  <a:ext uri="{FF2B5EF4-FFF2-40B4-BE49-F238E27FC236}">
                    <a16:creationId xmlns:a16="http://schemas.microsoft.com/office/drawing/2014/main" id="{F6BE0DC7-4174-436B-8A0C-A24163E00F95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5" name="Rectangle 1164">
                <a:extLst>
                  <a:ext uri="{FF2B5EF4-FFF2-40B4-BE49-F238E27FC236}">
                    <a16:creationId xmlns:a16="http://schemas.microsoft.com/office/drawing/2014/main" id="{9EE12C7A-7D10-46D7-AC92-654651AD9E39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6" name="Rectangle 1165">
                <a:extLst>
                  <a:ext uri="{FF2B5EF4-FFF2-40B4-BE49-F238E27FC236}">
                    <a16:creationId xmlns:a16="http://schemas.microsoft.com/office/drawing/2014/main" id="{F83D4C00-B0BC-426E-A2B1-4BE391605A5B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7" name="Rectangle 1166">
                <a:extLst>
                  <a:ext uri="{FF2B5EF4-FFF2-40B4-BE49-F238E27FC236}">
                    <a16:creationId xmlns:a16="http://schemas.microsoft.com/office/drawing/2014/main" id="{E6953DC4-6775-4CAB-B468-6AA6777DE46D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8" name="Rectangle 1167">
                <a:extLst>
                  <a:ext uri="{FF2B5EF4-FFF2-40B4-BE49-F238E27FC236}">
                    <a16:creationId xmlns:a16="http://schemas.microsoft.com/office/drawing/2014/main" id="{009CA77F-4D43-442D-951F-014E9D5C77A7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9" name="Rectangle 1168">
                <a:extLst>
                  <a:ext uri="{FF2B5EF4-FFF2-40B4-BE49-F238E27FC236}">
                    <a16:creationId xmlns:a16="http://schemas.microsoft.com/office/drawing/2014/main" id="{CA0060CC-64CB-4110-8D6A-A16C8D32A174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0" name="Rectangle 1169">
                <a:extLst>
                  <a:ext uri="{FF2B5EF4-FFF2-40B4-BE49-F238E27FC236}">
                    <a16:creationId xmlns:a16="http://schemas.microsoft.com/office/drawing/2014/main" id="{6E8A6412-D564-4645-A479-25C6CFB9C831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1" name="Rectangle 1170">
                <a:extLst>
                  <a:ext uri="{FF2B5EF4-FFF2-40B4-BE49-F238E27FC236}">
                    <a16:creationId xmlns:a16="http://schemas.microsoft.com/office/drawing/2014/main" id="{A9B3B0DB-744D-4F07-8BFD-A3608D554760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172" name="Rectangle 1171">
              <a:extLst>
                <a:ext uri="{FF2B5EF4-FFF2-40B4-BE49-F238E27FC236}">
                  <a16:creationId xmlns:a16="http://schemas.microsoft.com/office/drawing/2014/main" id="{4C4D4AFC-0516-4F5D-84EA-9C1BED78D090}"/>
                </a:ext>
              </a:extLst>
            </p:cNvPr>
            <p:cNvSpPr/>
            <p:nvPr/>
          </p:nvSpPr>
          <p:spPr>
            <a:xfrm>
              <a:off x="-5715733" y="-1146417"/>
              <a:ext cx="4324261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 err="1">
                  <a:solidFill>
                    <a:srgbClr val="00009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Blueberry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>
                  <a:solidFill>
                    <a:srgbClr val="ED7D3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Orange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A403055C-0B87-4EB3-93C8-7890FD31C7C8}"/>
                </a:ext>
              </a:extLst>
            </p:cNvPr>
            <p:cNvSpPr/>
            <p:nvPr/>
          </p:nvSpPr>
          <p:spPr>
            <a:xfrm rot="2607834" flipH="1">
              <a:off x="1300402" y="56601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98904CD1-ADD1-4ABE-B568-F936A5CF4910}"/>
                </a:ext>
              </a:extLst>
            </p:cNvPr>
            <p:cNvSpPr/>
            <p:nvPr/>
          </p:nvSpPr>
          <p:spPr>
            <a:xfrm rot="2607834" flipH="1">
              <a:off x="2103546" y="-24727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C43C7A5E-565D-43B2-AAAD-C78E89F49164}"/>
                </a:ext>
              </a:extLst>
            </p:cNvPr>
            <p:cNvSpPr/>
            <p:nvPr/>
          </p:nvSpPr>
          <p:spPr>
            <a:xfrm rot="2607834" flipH="1">
              <a:off x="7654038" y="6154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0589C9AC-F9DE-4C24-8DD0-1B046E2A989D}"/>
                </a:ext>
              </a:extLst>
            </p:cNvPr>
            <p:cNvSpPr/>
            <p:nvPr/>
          </p:nvSpPr>
          <p:spPr>
            <a:xfrm rot="2607834" flipH="1">
              <a:off x="8457182" y="-24826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466" name="Straight Connector 1465">
              <a:extLst>
                <a:ext uri="{FF2B5EF4-FFF2-40B4-BE49-F238E27FC236}">
                  <a16:creationId xmlns:a16="http://schemas.microsoft.com/office/drawing/2014/main" id="{E0155A4E-86C4-4A36-8BB9-F9BCED73044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391936" y="516972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4AA95ED8-F067-4BCF-89DD-04440BC9B32D}"/>
                </a:ext>
              </a:extLst>
            </p:cNvPr>
            <p:cNvSpPr/>
            <p:nvPr/>
          </p:nvSpPr>
          <p:spPr>
            <a:xfrm rot="2607834" flipH="1">
              <a:off x="-656803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D53151B9-B0D5-4132-B1F1-B3BF79E6E303}"/>
                </a:ext>
              </a:extLst>
            </p:cNvPr>
            <p:cNvSpPr/>
            <p:nvPr/>
          </p:nvSpPr>
          <p:spPr>
            <a:xfrm rot="2607834" flipH="1">
              <a:off x="-2338246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90D3041D-6BFC-4733-8782-95D68356E24D}"/>
                </a:ext>
              </a:extLst>
            </p:cNvPr>
            <p:cNvSpPr/>
            <p:nvPr/>
          </p:nvSpPr>
          <p:spPr>
            <a:xfrm rot="2607834" flipH="1">
              <a:off x="-656804" y="155333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07C4A2C6-5A2C-4B16-976D-472493826364}"/>
                </a:ext>
              </a:extLst>
            </p:cNvPr>
            <p:cNvSpPr/>
            <p:nvPr/>
          </p:nvSpPr>
          <p:spPr>
            <a:xfrm rot="2607834" flipH="1">
              <a:off x="-1528946" y="31768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30956CE3-9FB2-44BD-83E6-5987036543D2}"/>
                </a:ext>
              </a:extLst>
            </p:cNvPr>
            <p:cNvSpPr/>
            <p:nvPr/>
          </p:nvSpPr>
          <p:spPr>
            <a:xfrm rot="2700000">
              <a:off x="-1520220" y="53873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2A5F8759-1F4B-4EB7-8192-4506DAABD035}"/>
                </a:ext>
              </a:extLst>
            </p:cNvPr>
            <p:cNvSpPr/>
            <p:nvPr/>
          </p:nvSpPr>
          <p:spPr>
            <a:xfrm rot="2700000">
              <a:off x="-5707208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49BB2BD1-5514-4453-89AC-61F00A9DB7CF}"/>
                </a:ext>
              </a:extLst>
            </p:cNvPr>
            <p:cNvSpPr/>
            <p:nvPr/>
          </p:nvSpPr>
          <p:spPr>
            <a:xfrm>
              <a:off x="-3149309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CDE38075-40F8-4DA8-B5FF-F3640D959BA8}"/>
                </a:ext>
              </a:extLst>
            </p:cNvPr>
            <p:cNvSpPr/>
            <p:nvPr/>
          </p:nvSpPr>
          <p:spPr>
            <a:xfrm>
              <a:off x="-4891224" y="240152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03" name="Multiplication Sign 1202">
              <a:extLst>
                <a:ext uri="{FF2B5EF4-FFF2-40B4-BE49-F238E27FC236}">
                  <a16:creationId xmlns:a16="http://schemas.microsoft.com/office/drawing/2014/main" id="{EEB6BABA-B2B5-4C30-8707-D135C4F1E0EB}"/>
                </a:ext>
              </a:extLst>
            </p:cNvPr>
            <p:cNvSpPr/>
            <p:nvPr/>
          </p:nvSpPr>
          <p:spPr>
            <a:xfrm>
              <a:off x="-3101615" y="715572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029EFD81-3B78-4840-B62B-DD8D69A81DFA}"/>
                </a:ext>
              </a:extLst>
            </p:cNvPr>
            <p:cNvSpPr/>
            <p:nvPr/>
          </p:nvSpPr>
          <p:spPr>
            <a:xfrm rot="2607834" flipH="1">
              <a:off x="-4820796" y="64346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C6EEFA70-2A89-4D5A-8BCA-157FC0A3371C}"/>
                </a:ext>
              </a:extLst>
            </p:cNvPr>
            <p:cNvSpPr/>
            <p:nvPr/>
          </p:nvSpPr>
          <p:spPr>
            <a:xfrm rot="2607834" flipH="1">
              <a:off x="-4017652" y="-27291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6ED131BA-23EF-4AE5-A4FA-C0874CB242A6}"/>
                </a:ext>
              </a:extLst>
            </p:cNvPr>
            <p:cNvSpPr/>
            <p:nvPr/>
          </p:nvSpPr>
          <p:spPr>
            <a:xfrm>
              <a:off x="-2372791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02A15581-C588-40D9-B886-45D49572FAE0}"/>
                </a:ext>
              </a:extLst>
            </p:cNvPr>
            <p:cNvSpPr/>
            <p:nvPr/>
          </p:nvSpPr>
          <p:spPr>
            <a:xfrm>
              <a:off x="-3988017" y="701074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26" name="Rectangle 925">
              <a:extLst>
                <a:ext uri="{FF2B5EF4-FFF2-40B4-BE49-F238E27FC236}">
                  <a16:creationId xmlns:a16="http://schemas.microsoft.com/office/drawing/2014/main" id="{3BC72E8E-B96F-4908-B2C5-EAA562B4981D}"/>
                </a:ext>
              </a:extLst>
            </p:cNvPr>
            <p:cNvSpPr/>
            <p:nvPr/>
          </p:nvSpPr>
          <p:spPr>
            <a:xfrm>
              <a:off x="6792955" y="5930821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sp>
          <p:nvSpPr>
            <p:cNvPr id="1447" name="Rectangle 1446">
              <a:extLst>
                <a:ext uri="{FF2B5EF4-FFF2-40B4-BE49-F238E27FC236}">
                  <a16:creationId xmlns:a16="http://schemas.microsoft.com/office/drawing/2014/main" id="{2646F8A1-EB9E-4CFC-A38A-40A6D57249EA}"/>
                </a:ext>
              </a:extLst>
            </p:cNvPr>
            <p:cNvSpPr/>
            <p:nvPr/>
          </p:nvSpPr>
          <p:spPr>
            <a:xfrm>
              <a:off x="-5917837" y="5924295"/>
              <a:ext cx="5589636" cy="135421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dangling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ending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72" name="Group 1471">
              <a:extLst>
                <a:ext uri="{FF2B5EF4-FFF2-40B4-BE49-F238E27FC236}">
                  <a16:creationId xmlns:a16="http://schemas.microsoft.com/office/drawing/2014/main" id="{79DC95E9-F14B-4E52-AA5C-3004DF60CD15}"/>
                </a:ext>
              </a:extLst>
            </p:cNvPr>
            <p:cNvGrpSpPr/>
            <p:nvPr/>
          </p:nvGrpSpPr>
          <p:grpSpPr>
            <a:xfrm>
              <a:off x="-5599125" y="7198972"/>
              <a:ext cx="5089991" cy="5060443"/>
              <a:chOff x="-4879250" y="177991"/>
              <a:chExt cx="5089991" cy="5060443"/>
            </a:xfrm>
          </p:grpSpPr>
          <p:sp>
            <p:nvSpPr>
              <p:cNvPr id="1473" name="Rectangle 1472">
                <a:extLst>
                  <a:ext uri="{FF2B5EF4-FFF2-40B4-BE49-F238E27FC236}">
                    <a16:creationId xmlns:a16="http://schemas.microsoft.com/office/drawing/2014/main" id="{D8FB4A28-D553-4599-9096-9374B804D333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4" name="Rectangle 1473">
                <a:extLst>
                  <a:ext uri="{FF2B5EF4-FFF2-40B4-BE49-F238E27FC236}">
                    <a16:creationId xmlns:a16="http://schemas.microsoft.com/office/drawing/2014/main" id="{4B3959C5-5E0B-4DDE-9D95-F0F1DF37C9B6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5" name="Rectangle 1474">
                <a:extLst>
                  <a:ext uri="{FF2B5EF4-FFF2-40B4-BE49-F238E27FC236}">
                    <a16:creationId xmlns:a16="http://schemas.microsoft.com/office/drawing/2014/main" id="{FE3BF9C6-9CD8-4D8B-98D2-205B2BDB9306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6" name="Rectangle 1475">
                <a:extLst>
                  <a:ext uri="{FF2B5EF4-FFF2-40B4-BE49-F238E27FC236}">
                    <a16:creationId xmlns:a16="http://schemas.microsoft.com/office/drawing/2014/main" id="{F737003C-A57B-4F03-96A7-3A29C7377817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7" name="Rectangle 1476">
                <a:extLst>
                  <a:ext uri="{FF2B5EF4-FFF2-40B4-BE49-F238E27FC236}">
                    <a16:creationId xmlns:a16="http://schemas.microsoft.com/office/drawing/2014/main" id="{236E6B25-9851-4E31-B9D2-369F8C972354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8" name="Rectangle 1477">
                <a:extLst>
                  <a:ext uri="{FF2B5EF4-FFF2-40B4-BE49-F238E27FC236}">
                    <a16:creationId xmlns:a16="http://schemas.microsoft.com/office/drawing/2014/main" id="{D989E22B-C656-4A24-8C73-62492D36BA59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9" name="Rectangle 1478">
                <a:extLst>
                  <a:ext uri="{FF2B5EF4-FFF2-40B4-BE49-F238E27FC236}">
                    <a16:creationId xmlns:a16="http://schemas.microsoft.com/office/drawing/2014/main" id="{FA4DA5CB-8A6A-471C-BED3-4F7AF89EFCAC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0" name="Rectangle 1479">
                <a:extLst>
                  <a:ext uri="{FF2B5EF4-FFF2-40B4-BE49-F238E27FC236}">
                    <a16:creationId xmlns:a16="http://schemas.microsoft.com/office/drawing/2014/main" id="{0C39CE0D-BF07-4E1B-8FDE-552358C03F45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1" name="Rectangle 1480">
                <a:extLst>
                  <a:ext uri="{FF2B5EF4-FFF2-40B4-BE49-F238E27FC236}">
                    <a16:creationId xmlns:a16="http://schemas.microsoft.com/office/drawing/2014/main" id="{36E464F9-EF90-4D80-9D26-FA7816CA99BC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2" name="Rectangle 1481">
                <a:extLst>
                  <a:ext uri="{FF2B5EF4-FFF2-40B4-BE49-F238E27FC236}">
                    <a16:creationId xmlns:a16="http://schemas.microsoft.com/office/drawing/2014/main" id="{FC8ECCB9-C204-4918-B8AC-52877EB3784D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3" name="Rectangle 1482">
                <a:extLst>
                  <a:ext uri="{FF2B5EF4-FFF2-40B4-BE49-F238E27FC236}">
                    <a16:creationId xmlns:a16="http://schemas.microsoft.com/office/drawing/2014/main" id="{F3C41D8B-696A-44C1-9117-BE390A0CCB9E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4" name="Rectangle 1483">
                <a:extLst>
                  <a:ext uri="{FF2B5EF4-FFF2-40B4-BE49-F238E27FC236}">
                    <a16:creationId xmlns:a16="http://schemas.microsoft.com/office/drawing/2014/main" id="{9679099E-4C1A-4C89-A5AA-F530547983D6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5" name="Rectangle 1484">
                <a:extLst>
                  <a:ext uri="{FF2B5EF4-FFF2-40B4-BE49-F238E27FC236}">
                    <a16:creationId xmlns:a16="http://schemas.microsoft.com/office/drawing/2014/main" id="{FB5BDEC5-3DEF-4650-BF43-52BAE535445A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6" name="Rectangle 1485">
                <a:extLst>
                  <a:ext uri="{FF2B5EF4-FFF2-40B4-BE49-F238E27FC236}">
                    <a16:creationId xmlns:a16="http://schemas.microsoft.com/office/drawing/2014/main" id="{F852323F-103A-4F9C-AE44-632047409DF3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7" name="Rectangle 1486">
                <a:extLst>
                  <a:ext uri="{FF2B5EF4-FFF2-40B4-BE49-F238E27FC236}">
                    <a16:creationId xmlns:a16="http://schemas.microsoft.com/office/drawing/2014/main" id="{113D05CF-5585-4BE1-9A25-F09CC78A8AF0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88" name="Rectangle 1487">
                <a:extLst>
                  <a:ext uri="{FF2B5EF4-FFF2-40B4-BE49-F238E27FC236}">
                    <a16:creationId xmlns:a16="http://schemas.microsoft.com/office/drawing/2014/main" id="{C35E431C-BAF8-4F91-9F3C-3ADC0491ECA2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89" name="Rectangle 1488">
                <a:extLst>
                  <a:ext uri="{FF2B5EF4-FFF2-40B4-BE49-F238E27FC236}">
                    <a16:creationId xmlns:a16="http://schemas.microsoft.com/office/drawing/2014/main" id="{8355CBF0-E505-4647-8D6B-EB2D7F4250F5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0" name="Rectangle 1489">
                <a:extLst>
                  <a:ext uri="{FF2B5EF4-FFF2-40B4-BE49-F238E27FC236}">
                    <a16:creationId xmlns:a16="http://schemas.microsoft.com/office/drawing/2014/main" id="{6DDD00D9-36D5-466C-8A3E-9015CA45D6FE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1" name="Rectangle 1490">
                <a:extLst>
                  <a:ext uri="{FF2B5EF4-FFF2-40B4-BE49-F238E27FC236}">
                    <a16:creationId xmlns:a16="http://schemas.microsoft.com/office/drawing/2014/main" id="{F70CE344-E4A1-4D69-BE50-9E947314F83F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2" name="Rectangle 1491">
                <a:extLst>
                  <a:ext uri="{FF2B5EF4-FFF2-40B4-BE49-F238E27FC236}">
                    <a16:creationId xmlns:a16="http://schemas.microsoft.com/office/drawing/2014/main" id="{051B3CDA-84DD-425B-9856-E234D9BC95E1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3" name="Rectangle 1492">
                <a:extLst>
                  <a:ext uri="{FF2B5EF4-FFF2-40B4-BE49-F238E27FC236}">
                    <a16:creationId xmlns:a16="http://schemas.microsoft.com/office/drawing/2014/main" id="{9ADF67D1-E35B-4DCB-9BD2-9CD7B95334AD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4" name="Rectangle 1493">
                <a:extLst>
                  <a:ext uri="{FF2B5EF4-FFF2-40B4-BE49-F238E27FC236}">
                    <a16:creationId xmlns:a16="http://schemas.microsoft.com/office/drawing/2014/main" id="{6D55650D-FC3E-46EF-BBFC-11E1BD914BD4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5" name="Rectangle 1494">
                <a:extLst>
                  <a:ext uri="{FF2B5EF4-FFF2-40B4-BE49-F238E27FC236}">
                    <a16:creationId xmlns:a16="http://schemas.microsoft.com/office/drawing/2014/main" id="{6D5CDBC0-465B-46F3-8466-436137E19E9E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6" name="Rectangle 1495">
                <a:extLst>
                  <a:ext uri="{FF2B5EF4-FFF2-40B4-BE49-F238E27FC236}">
                    <a16:creationId xmlns:a16="http://schemas.microsoft.com/office/drawing/2014/main" id="{143405BF-AE0F-46ED-A391-A20A7E7EF30E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7" name="Rectangle 1496">
                <a:extLst>
                  <a:ext uri="{FF2B5EF4-FFF2-40B4-BE49-F238E27FC236}">
                    <a16:creationId xmlns:a16="http://schemas.microsoft.com/office/drawing/2014/main" id="{370B9577-BD6A-479B-A917-3B223CF0520C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8" name="Rectangle 1497">
                <a:extLst>
                  <a:ext uri="{FF2B5EF4-FFF2-40B4-BE49-F238E27FC236}">
                    <a16:creationId xmlns:a16="http://schemas.microsoft.com/office/drawing/2014/main" id="{0F03CF58-ADA4-47A2-9FCF-C2AF451595EE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9" name="Rectangle 1498">
                <a:extLst>
                  <a:ext uri="{FF2B5EF4-FFF2-40B4-BE49-F238E27FC236}">
                    <a16:creationId xmlns:a16="http://schemas.microsoft.com/office/drawing/2014/main" id="{94C1A5D0-FAE0-4EA1-B82F-66AD20C2F237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0" name="Rectangle 1499">
                <a:extLst>
                  <a:ext uri="{FF2B5EF4-FFF2-40B4-BE49-F238E27FC236}">
                    <a16:creationId xmlns:a16="http://schemas.microsoft.com/office/drawing/2014/main" id="{DC43952A-C730-40B8-BF5F-719590082DCC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1" name="Rectangle 1500">
                <a:extLst>
                  <a:ext uri="{FF2B5EF4-FFF2-40B4-BE49-F238E27FC236}">
                    <a16:creationId xmlns:a16="http://schemas.microsoft.com/office/drawing/2014/main" id="{DA038989-F485-4DD6-86CB-0522B9F4858F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2" name="Rectangle 1501">
                <a:extLst>
                  <a:ext uri="{FF2B5EF4-FFF2-40B4-BE49-F238E27FC236}">
                    <a16:creationId xmlns:a16="http://schemas.microsoft.com/office/drawing/2014/main" id="{9BC41062-6180-4A0A-90E5-7D4943186233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3" name="Rectangle 1502">
                <a:extLst>
                  <a:ext uri="{FF2B5EF4-FFF2-40B4-BE49-F238E27FC236}">
                    <a16:creationId xmlns:a16="http://schemas.microsoft.com/office/drawing/2014/main" id="{876578A2-7DDE-4C7A-8096-34D861758170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4" name="Rectangle 1503">
                <a:extLst>
                  <a:ext uri="{FF2B5EF4-FFF2-40B4-BE49-F238E27FC236}">
                    <a16:creationId xmlns:a16="http://schemas.microsoft.com/office/drawing/2014/main" id="{BFC4167E-A85B-4533-BAFD-77ABDAE8BC4B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5" name="Rectangle 1504">
                <a:extLst>
                  <a:ext uri="{FF2B5EF4-FFF2-40B4-BE49-F238E27FC236}">
                    <a16:creationId xmlns:a16="http://schemas.microsoft.com/office/drawing/2014/main" id="{0AD57E59-E0DC-40C1-A39F-194106C20C2B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6" name="Rectangle 1505">
                <a:extLst>
                  <a:ext uri="{FF2B5EF4-FFF2-40B4-BE49-F238E27FC236}">
                    <a16:creationId xmlns:a16="http://schemas.microsoft.com/office/drawing/2014/main" id="{5CB7685D-2D39-47AF-8138-47A866B99262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7" name="Rectangle 1506">
                <a:extLst>
                  <a:ext uri="{FF2B5EF4-FFF2-40B4-BE49-F238E27FC236}">
                    <a16:creationId xmlns:a16="http://schemas.microsoft.com/office/drawing/2014/main" id="{B264C943-0062-4EA0-8119-DDEAD7C4F37B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8" name="Rectangle 1507">
                <a:extLst>
                  <a:ext uri="{FF2B5EF4-FFF2-40B4-BE49-F238E27FC236}">
                    <a16:creationId xmlns:a16="http://schemas.microsoft.com/office/drawing/2014/main" id="{4EF3ABF5-1D3D-4124-8D8C-F8AE5FD4E5F9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585" name="Rectangle 1584">
              <a:extLst>
                <a:ext uri="{FF2B5EF4-FFF2-40B4-BE49-F238E27FC236}">
                  <a16:creationId xmlns:a16="http://schemas.microsoft.com/office/drawing/2014/main" id="{3DB26E7F-1BD7-4C4D-8BD2-036898DEEC78}"/>
                </a:ext>
              </a:extLst>
            </p:cNvPr>
            <p:cNvSpPr/>
            <p:nvPr/>
          </p:nvSpPr>
          <p:spPr>
            <a:xfrm>
              <a:off x="-93915" y="5924194"/>
              <a:ext cx="637309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Different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overlap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least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point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1586" name="Group 1585">
              <a:extLst>
                <a:ext uri="{FF2B5EF4-FFF2-40B4-BE49-F238E27FC236}">
                  <a16:creationId xmlns:a16="http://schemas.microsoft.com/office/drawing/2014/main" id="{54F818E9-3E9E-4B95-97E2-E66560E08258}"/>
                </a:ext>
              </a:extLst>
            </p:cNvPr>
            <p:cNvGrpSpPr/>
            <p:nvPr/>
          </p:nvGrpSpPr>
          <p:grpSpPr>
            <a:xfrm>
              <a:off x="451341" y="7198972"/>
              <a:ext cx="5089991" cy="5060443"/>
              <a:chOff x="-4879250" y="177991"/>
              <a:chExt cx="5089991" cy="5060443"/>
            </a:xfrm>
          </p:grpSpPr>
          <p:sp>
            <p:nvSpPr>
              <p:cNvPr id="1587" name="Rectangle 1586">
                <a:extLst>
                  <a:ext uri="{FF2B5EF4-FFF2-40B4-BE49-F238E27FC236}">
                    <a16:creationId xmlns:a16="http://schemas.microsoft.com/office/drawing/2014/main" id="{9B7FE5A8-E66A-449B-B85E-B04D81F49B85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8" name="Rectangle 1587">
                <a:extLst>
                  <a:ext uri="{FF2B5EF4-FFF2-40B4-BE49-F238E27FC236}">
                    <a16:creationId xmlns:a16="http://schemas.microsoft.com/office/drawing/2014/main" id="{63C396CA-D9C3-4753-93A7-7E2C84537197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9" name="Rectangle 1588">
                <a:extLst>
                  <a:ext uri="{FF2B5EF4-FFF2-40B4-BE49-F238E27FC236}">
                    <a16:creationId xmlns:a16="http://schemas.microsoft.com/office/drawing/2014/main" id="{AE3604AF-8FE0-42B6-A966-749CC46AA056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0" name="Rectangle 1589">
                <a:extLst>
                  <a:ext uri="{FF2B5EF4-FFF2-40B4-BE49-F238E27FC236}">
                    <a16:creationId xmlns:a16="http://schemas.microsoft.com/office/drawing/2014/main" id="{3BD7466D-EE3C-426B-A8C8-32C77C0C07D6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1" name="Rectangle 1590">
                <a:extLst>
                  <a:ext uri="{FF2B5EF4-FFF2-40B4-BE49-F238E27FC236}">
                    <a16:creationId xmlns:a16="http://schemas.microsoft.com/office/drawing/2014/main" id="{1F22F543-AC7E-4B6B-8DFC-37A77165F2F0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2" name="Rectangle 1591">
                <a:extLst>
                  <a:ext uri="{FF2B5EF4-FFF2-40B4-BE49-F238E27FC236}">
                    <a16:creationId xmlns:a16="http://schemas.microsoft.com/office/drawing/2014/main" id="{31F18925-2BB4-4E3E-BEBD-A758EEDCB0C9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3" name="Rectangle 1592">
                <a:extLst>
                  <a:ext uri="{FF2B5EF4-FFF2-40B4-BE49-F238E27FC236}">
                    <a16:creationId xmlns:a16="http://schemas.microsoft.com/office/drawing/2014/main" id="{1ADFBE4E-3871-44F7-8BD8-6E9FCF03CB3E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4" name="Rectangle 1593">
                <a:extLst>
                  <a:ext uri="{FF2B5EF4-FFF2-40B4-BE49-F238E27FC236}">
                    <a16:creationId xmlns:a16="http://schemas.microsoft.com/office/drawing/2014/main" id="{BD33C1D8-7273-4036-B5CF-9BB85D071F6C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5" name="Rectangle 1594">
                <a:extLst>
                  <a:ext uri="{FF2B5EF4-FFF2-40B4-BE49-F238E27FC236}">
                    <a16:creationId xmlns:a16="http://schemas.microsoft.com/office/drawing/2014/main" id="{997C66D7-E980-4D43-A5C5-60D0E3978720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6" name="Rectangle 1595">
                <a:extLst>
                  <a:ext uri="{FF2B5EF4-FFF2-40B4-BE49-F238E27FC236}">
                    <a16:creationId xmlns:a16="http://schemas.microsoft.com/office/drawing/2014/main" id="{D33E7DE0-7060-46E1-8D97-5E519EA0A342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7" name="Rectangle 1596">
                <a:extLst>
                  <a:ext uri="{FF2B5EF4-FFF2-40B4-BE49-F238E27FC236}">
                    <a16:creationId xmlns:a16="http://schemas.microsoft.com/office/drawing/2014/main" id="{2633492E-3605-4942-87C9-9BF6053D87E4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8" name="Rectangle 1597">
                <a:extLst>
                  <a:ext uri="{FF2B5EF4-FFF2-40B4-BE49-F238E27FC236}">
                    <a16:creationId xmlns:a16="http://schemas.microsoft.com/office/drawing/2014/main" id="{041FB9E5-AE88-482E-BE94-B8F8EF0E8A01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9" name="Rectangle 1598">
                <a:extLst>
                  <a:ext uri="{FF2B5EF4-FFF2-40B4-BE49-F238E27FC236}">
                    <a16:creationId xmlns:a16="http://schemas.microsoft.com/office/drawing/2014/main" id="{B9702C72-2410-4A8B-8888-B590BA36C302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0" name="Rectangle 1599">
                <a:extLst>
                  <a:ext uri="{FF2B5EF4-FFF2-40B4-BE49-F238E27FC236}">
                    <a16:creationId xmlns:a16="http://schemas.microsoft.com/office/drawing/2014/main" id="{96FFDF08-737B-440C-9E52-E54930EAC9E3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1" name="Rectangle 1600">
                <a:extLst>
                  <a:ext uri="{FF2B5EF4-FFF2-40B4-BE49-F238E27FC236}">
                    <a16:creationId xmlns:a16="http://schemas.microsoft.com/office/drawing/2014/main" id="{E824EC4C-0FF6-49DD-8AEB-EE0F800F6484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602" name="Rectangle 1601">
                <a:extLst>
                  <a:ext uri="{FF2B5EF4-FFF2-40B4-BE49-F238E27FC236}">
                    <a16:creationId xmlns:a16="http://schemas.microsoft.com/office/drawing/2014/main" id="{82B7C095-8C44-4F93-9C65-FD881803861C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603" name="Rectangle 1602">
                <a:extLst>
                  <a:ext uri="{FF2B5EF4-FFF2-40B4-BE49-F238E27FC236}">
                    <a16:creationId xmlns:a16="http://schemas.microsoft.com/office/drawing/2014/main" id="{E29F9E44-3805-44D1-B7B4-E4F676182D47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4" name="Rectangle 1603">
                <a:extLst>
                  <a:ext uri="{FF2B5EF4-FFF2-40B4-BE49-F238E27FC236}">
                    <a16:creationId xmlns:a16="http://schemas.microsoft.com/office/drawing/2014/main" id="{483E81B7-E247-46B5-917B-38F4B32C81B7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5" name="Rectangle 1604">
                <a:extLst>
                  <a:ext uri="{FF2B5EF4-FFF2-40B4-BE49-F238E27FC236}">
                    <a16:creationId xmlns:a16="http://schemas.microsoft.com/office/drawing/2014/main" id="{C28DB64F-A6A7-4517-BE9A-933BEB4523A0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6" name="Rectangle 1605">
                <a:extLst>
                  <a:ext uri="{FF2B5EF4-FFF2-40B4-BE49-F238E27FC236}">
                    <a16:creationId xmlns:a16="http://schemas.microsoft.com/office/drawing/2014/main" id="{64769DAD-0A2B-4453-A96C-A04DEA3CC2F9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7" name="Rectangle 1606">
                <a:extLst>
                  <a:ext uri="{FF2B5EF4-FFF2-40B4-BE49-F238E27FC236}">
                    <a16:creationId xmlns:a16="http://schemas.microsoft.com/office/drawing/2014/main" id="{F3255FEC-84AD-4921-9172-E10B0CA06693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8" name="Rectangle 1607">
                <a:extLst>
                  <a:ext uri="{FF2B5EF4-FFF2-40B4-BE49-F238E27FC236}">
                    <a16:creationId xmlns:a16="http://schemas.microsoft.com/office/drawing/2014/main" id="{061405D7-4889-41EC-A92C-E9F9809272E4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9" name="Rectangle 1608">
                <a:extLst>
                  <a:ext uri="{FF2B5EF4-FFF2-40B4-BE49-F238E27FC236}">
                    <a16:creationId xmlns:a16="http://schemas.microsoft.com/office/drawing/2014/main" id="{80665E53-206C-4745-96A6-AFCD5244065F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0" name="Rectangle 1609">
                <a:extLst>
                  <a:ext uri="{FF2B5EF4-FFF2-40B4-BE49-F238E27FC236}">
                    <a16:creationId xmlns:a16="http://schemas.microsoft.com/office/drawing/2014/main" id="{4907A348-6153-469A-865E-43C59A47D892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1" name="Rectangle 1610">
                <a:extLst>
                  <a:ext uri="{FF2B5EF4-FFF2-40B4-BE49-F238E27FC236}">
                    <a16:creationId xmlns:a16="http://schemas.microsoft.com/office/drawing/2014/main" id="{F67B9303-D399-45DB-892E-1288735734AD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2" name="Rectangle 1611">
                <a:extLst>
                  <a:ext uri="{FF2B5EF4-FFF2-40B4-BE49-F238E27FC236}">
                    <a16:creationId xmlns:a16="http://schemas.microsoft.com/office/drawing/2014/main" id="{AD64D046-4609-48AE-93D0-90DD11309E15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3" name="Rectangle 1612">
                <a:extLst>
                  <a:ext uri="{FF2B5EF4-FFF2-40B4-BE49-F238E27FC236}">
                    <a16:creationId xmlns:a16="http://schemas.microsoft.com/office/drawing/2014/main" id="{D24BEDA6-2AC4-4EB8-BA36-6046EABBF031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4" name="Rectangle 1613">
                <a:extLst>
                  <a:ext uri="{FF2B5EF4-FFF2-40B4-BE49-F238E27FC236}">
                    <a16:creationId xmlns:a16="http://schemas.microsoft.com/office/drawing/2014/main" id="{0B2FF33A-4D58-43F0-880C-E005F9763BD3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5" name="Rectangle 1614">
                <a:extLst>
                  <a:ext uri="{FF2B5EF4-FFF2-40B4-BE49-F238E27FC236}">
                    <a16:creationId xmlns:a16="http://schemas.microsoft.com/office/drawing/2014/main" id="{715B4B4D-D2F6-4939-BE74-D5241795D433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6" name="Rectangle 1615">
                <a:extLst>
                  <a:ext uri="{FF2B5EF4-FFF2-40B4-BE49-F238E27FC236}">
                    <a16:creationId xmlns:a16="http://schemas.microsoft.com/office/drawing/2014/main" id="{5E07D4D2-0468-4F23-B83A-5C93ACBE2499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7" name="Rectangle 1616">
                <a:extLst>
                  <a:ext uri="{FF2B5EF4-FFF2-40B4-BE49-F238E27FC236}">
                    <a16:creationId xmlns:a16="http://schemas.microsoft.com/office/drawing/2014/main" id="{853E618C-778B-432B-B0D6-2A0D424539A2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8" name="Rectangle 1617">
                <a:extLst>
                  <a:ext uri="{FF2B5EF4-FFF2-40B4-BE49-F238E27FC236}">
                    <a16:creationId xmlns:a16="http://schemas.microsoft.com/office/drawing/2014/main" id="{B3A39551-FADC-4D74-9507-D42903B15FBD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9" name="Rectangle 1618">
                <a:extLst>
                  <a:ext uri="{FF2B5EF4-FFF2-40B4-BE49-F238E27FC236}">
                    <a16:creationId xmlns:a16="http://schemas.microsoft.com/office/drawing/2014/main" id="{CCF3E356-AD7D-4F0D-B11F-84130C6CBEF5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0" name="Rectangle 1619">
                <a:extLst>
                  <a:ext uri="{FF2B5EF4-FFF2-40B4-BE49-F238E27FC236}">
                    <a16:creationId xmlns:a16="http://schemas.microsoft.com/office/drawing/2014/main" id="{29C905BE-AFFF-441F-AA54-81AE8E278103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1" name="Rectangle 1620">
                <a:extLst>
                  <a:ext uri="{FF2B5EF4-FFF2-40B4-BE49-F238E27FC236}">
                    <a16:creationId xmlns:a16="http://schemas.microsoft.com/office/drawing/2014/main" id="{AAF87556-FED8-4FF9-9756-B1554A3B5283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2" name="Rectangle 1621">
                <a:extLst>
                  <a:ext uri="{FF2B5EF4-FFF2-40B4-BE49-F238E27FC236}">
                    <a16:creationId xmlns:a16="http://schemas.microsoft.com/office/drawing/2014/main" id="{616835C9-0D31-42B4-B5E0-10550B13C949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7187B30F-CEE0-4359-922D-A06F554B74E4}"/>
                </a:ext>
              </a:extLst>
            </p:cNvPr>
            <p:cNvSpPr/>
            <p:nvPr/>
          </p:nvSpPr>
          <p:spPr>
            <a:xfrm rot="2700000">
              <a:off x="-1590816" y="7663531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2C52045E-38E6-4BE3-ACB9-2DB676F28182}"/>
                </a:ext>
              </a:extLst>
            </p:cNvPr>
            <p:cNvSpPr/>
            <p:nvPr/>
          </p:nvSpPr>
          <p:spPr>
            <a:xfrm>
              <a:off x="-2444017" y="94518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FF50F91E-3921-4BE7-BFFB-F3C1D88B4D8C}"/>
                </a:ext>
              </a:extLst>
            </p:cNvPr>
            <p:cNvSpPr/>
            <p:nvPr/>
          </p:nvSpPr>
          <p:spPr>
            <a:xfrm rot="2700000">
              <a:off x="-5778434" y="767229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367D8B61-9A64-47A6-872D-9DF9E0EFEF01}"/>
                </a:ext>
              </a:extLst>
            </p:cNvPr>
            <p:cNvSpPr/>
            <p:nvPr/>
          </p:nvSpPr>
          <p:spPr>
            <a:xfrm>
              <a:off x="-3220535" y="949218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F0DFE954-9FBF-4D5B-BBFC-E13C6B9D28AD}"/>
                </a:ext>
              </a:extLst>
            </p:cNvPr>
            <p:cNvSpPr/>
            <p:nvPr/>
          </p:nvSpPr>
          <p:spPr>
            <a:xfrm>
              <a:off x="-4962450" y="94518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7EA89AFF-B185-497D-9007-3660DE4FFC25}"/>
                </a:ext>
              </a:extLst>
            </p:cNvPr>
            <p:cNvSpPr/>
            <p:nvPr/>
          </p:nvSpPr>
          <p:spPr>
            <a:xfrm>
              <a:off x="-4059243" y="784006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A26C0CBA-77A3-4547-AC6E-6D56C6FFD1B0}"/>
                </a:ext>
              </a:extLst>
            </p:cNvPr>
            <p:cNvSpPr/>
            <p:nvPr/>
          </p:nvSpPr>
          <p:spPr>
            <a:xfrm rot="2607834" flipH="1">
              <a:off x="-4854522" y="771432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EA7FBF90-0D83-4D89-AFD7-AD39966F02C7}"/>
                </a:ext>
              </a:extLst>
            </p:cNvPr>
            <p:cNvSpPr/>
            <p:nvPr/>
          </p:nvSpPr>
          <p:spPr>
            <a:xfrm rot="2607834" flipH="1">
              <a:off x="-4051378" y="685066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582" name="Multiplication Sign 1581">
              <a:extLst>
                <a:ext uri="{FF2B5EF4-FFF2-40B4-BE49-F238E27FC236}">
                  <a16:creationId xmlns:a16="http://schemas.microsoft.com/office/drawing/2014/main" id="{AD84AF49-AD00-44E9-8697-5C2BB2646178}"/>
                </a:ext>
              </a:extLst>
            </p:cNvPr>
            <p:cNvSpPr/>
            <p:nvPr/>
          </p:nvSpPr>
          <p:spPr>
            <a:xfrm>
              <a:off x="-3079522" y="10251232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672" name="Straight Connector 1671">
              <a:extLst>
                <a:ext uri="{FF2B5EF4-FFF2-40B4-BE49-F238E27FC236}">
                  <a16:creationId xmlns:a16="http://schemas.microsoft.com/office/drawing/2014/main" id="{AC0F63E2-51F1-4AF0-A90F-D8F1B77C9EC4}"/>
                </a:ext>
              </a:extLst>
            </p:cNvPr>
            <p:cNvCxnSpPr>
              <a:cxnSpLocks/>
            </p:cNvCxnSpPr>
            <p:nvPr/>
          </p:nvCxnSpPr>
          <p:spPr>
            <a:xfrm>
              <a:off x="-4710786" y="7202737"/>
              <a:ext cx="0" cy="844649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7" name="Multiplication Sign 1656">
              <a:extLst>
                <a:ext uri="{FF2B5EF4-FFF2-40B4-BE49-F238E27FC236}">
                  <a16:creationId xmlns:a16="http://schemas.microsoft.com/office/drawing/2014/main" id="{A91F7EF1-623B-451F-9F3F-DFE75A0D804C}"/>
                </a:ext>
              </a:extLst>
            </p:cNvPr>
            <p:cNvSpPr/>
            <p:nvPr/>
          </p:nvSpPr>
          <p:spPr>
            <a:xfrm>
              <a:off x="3127347" y="1068510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D05ACE68-2D05-4CCB-A68F-0AB80FA2F530}"/>
                </a:ext>
              </a:extLst>
            </p:cNvPr>
            <p:cNvGrpSpPr/>
            <p:nvPr/>
          </p:nvGrpSpPr>
          <p:grpSpPr>
            <a:xfrm>
              <a:off x="-5739567" y="-3145389"/>
              <a:ext cx="5648639" cy="1690022"/>
              <a:chOff x="-5739567" y="-3203703"/>
              <a:chExt cx="5648639" cy="1690022"/>
            </a:xfrm>
          </p:grpSpPr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42C78FA8-6DED-42B3-A5E4-8846887ED669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0B2E2FFB-BA39-4F57-89B6-B6D127C0386E}"/>
                  </a:ext>
                </a:extLst>
              </p:cNvPr>
              <p:cNvSpPr/>
              <p:nvPr/>
            </p:nvSpPr>
            <p:spPr>
              <a:xfrm rot="20876803">
                <a:off x="-4033060" y="-312173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BDF3BADA-AEC3-499C-BF67-3D8588C60C8E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149C69D0-5D93-4A64-BE0A-27B4902ECF07}"/>
                  </a:ext>
                </a:extLst>
              </p:cNvPr>
              <p:cNvSpPr/>
              <p:nvPr/>
            </p:nvSpPr>
            <p:spPr>
              <a:xfrm rot="20876803">
                <a:off x="-1372862" y="-22802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E220E124-B4D8-41E6-AF37-1551465E2401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882" name="Straight Connector 881">
                <a:extLst>
                  <a:ext uri="{FF2B5EF4-FFF2-40B4-BE49-F238E27FC236}">
                    <a16:creationId xmlns:a16="http://schemas.microsoft.com/office/drawing/2014/main" id="{F3C35AD7-4CCA-4902-BD14-1F11D35CB6D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178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2" name="Straight Connector 1031">
                <a:extLst>
                  <a:ext uri="{FF2B5EF4-FFF2-40B4-BE49-F238E27FC236}">
                    <a16:creationId xmlns:a16="http://schemas.microsoft.com/office/drawing/2014/main" id="{CAAB08AB-34DC-45A1-B5D7-310EDDB675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72536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9" name="Straight Connector 1378">
                <a:extLst>
                  <a:ext uri="{FF2B5EF4-FFF2-40B4-BE49-F238E27FC236}">
                    <a16:creationId xmlns:a16="http://schemas.microsoft.com/office/drawing/2014/main" id="{631ABBFE-0E66-4F01-88AC-6F5D01C3AF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6F5282C5-A721-4A32-9E43-48931C201EF8}"/>
                  </a:ext>
                </a:extLst>
              </p:cNvPr>
              <p:cNvSpPr/>
              <p:nvPr/>
            </p:nvSpPr>
            <p:spPr>
              <a:xfrm rot="2700000">
                <a:off x="-4875571" y="-3146160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52" name="Multiplication Sign 1451">
                <a:extLst>
                  <a:ext uri="{FF2B5EF4-FFF2-40B4-BE49-F238E27FC236}">
                    <a16:creationId xmlns:a16="http://schemas.microsoft.com/office/drawing/2014/main" id="{AE47D135-997B-4592-A75E-B10CCAC8A963}"/>
                  </a:ext>
                </a:extLst>
              </p:cNvPr>
              <p:cNvSpPr/>
              <p:nvPr/>
            </p:nvSpPr>
            <p:spPr>
              <a:xfrm>
                <a:off x="-787796" y="-2493326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E7E7E604-C0DF-46FF-A601-9DF28809D973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17115291-310A-4B62-AAC0-28317DEEB62A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540" name="Straight Connector 1539">
                <a:extLst>
                  <a:ext uri="{FF2B5EF4-FFF2-40B4-BE49-F238E27FC236}">
                    <a16:creationId xmlns:a16="http://schemas.microsoft.com/office/drawing/2014/main" id="{08093C98-E3E1-4526-9EEF-B30B0AE8AA1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5982530" y="-230770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8B2A7F2B-64DF-44D0-92AB-1FBED88681C3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542" name="Straight Connector 1541">
                <a:extLst>
                  <a:ext uri="{FF2B5EF4-FFF2-40B4-BE49-F238E27FC236}">
                    <a16:creationId xmlns:a16="http://schemas.microsoft.com/office/drawing/2014/main" id="{C2E596AB-7B14-445A-A461-B4E328C2BE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958286" y="-1913751"/>
                <a:ext cx="79763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8" name="Straight Connector 2187">
                <a:extLst>
                  <a:ext uri="{FF2B5EF4-FFF2-40B4-BE49-F238E27FC236}">
                    <a16:creationId xmlns:a16="http://schemas.microsoft.com/office/drawing/2014/main" id="{9C06786D-423A-47B9-9B31-8BB5BE92B7D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0697" y="-2307708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42" name="Straight Connector 1641">
              <a:extLst>
                <a:ext uri="{FF2B5EF4-FFF2-40B4-BE49-F238E27FC236}">
                  <a16:creationId xmlns:a16="http://schemas.microsoft.com/office/drawing/2014/main" id="{079A28DB-0126-4970-88D8-F7E5F68DD9E6}"/>
                </a:ext>
              </a:extLst>
            </p:cNvPr>
            <p:cNvCxnSpPr>
              <a:cxnSpLocks/>
            </p:cNvCxnSpPr>
            <p:nvPr/>
          </p:nvCxnSpPr>
          <p:spPr>
            <a:xfrm>
              <a:off x="4897338" y="-3447188"/>
              <a:ext cx="925150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C372888E-CD7D-4AB2-95B3-75BF15179A06}"/>
                </a:ext>
              </a:extLst>
            </p:cNvPr>
            <p:cNvGrpSpPr/>
            <p:nvPr/>
          </p:nvGrpSpPr>
          <p:grpSpPr>
            <a:xfrm>
              <a:off x="466278" y="-3583663"/>
              <a:ext cx="5482343" cy="2128296"/>
              <a:chOff x="-5739567" y="-3641977"/>
              <a:chExt cx="5482343" cy="2128296"/>
            </a:xfrm>
          </p:grpSpPr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3B96307B-744A-40F9-982E-63970A4AD9B5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80EE94F4-38CB-41F0-AE53-9F7D299D58AF}"/>
                  </a:ext>
                </a:extLst>
              </p:cNvPr>
              <p:cNvSpPr/>
              <p:nvPr/>
            </p:nvSpPr>
            <p:spPr>
              <a:xfrm rot="20876803">
                <a:off x="-4053009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0D4DF340-BB37-4F56-A412-B829BF0BC00B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C07A8EE0-9DCE-4D2E-B384-3F0BEFDD68B1}"/>
                  </a:ext>
                </a:extLst>
              </p:cNvPr>
              <p:cNvSpPr/>
              <p:nvPr/>
            </p:nvSpPr>
            <p:spPr>
              <a:xfrm rot="20876803">
                <a:off x="-1494326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DE5E2D36-A6A9-43D2-9B1F-C303A269FFD0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748" name="Straight Connector 1747">
                <a:extLst>
                  <a:ext uri="{FF2B5EF4-FFF2-40B4-BE49-F238E27FC236}">
                    <a16:creationId xmlns:a16="http://schemas.microsoft.com/office/drawing/2014/main" id="{543465F8-3157-4B90-BACD-21DF64FFE6F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4481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9" name="Straight Connector 1748">
                <a:extLst>
                  <a:ext uri="{FF2B5EF4-FFF2-40B4-BE49-F238E27FC236}">
                    <a16:creationId xmlns:a16="http://schemas.microsoft.com/office/drawing/2014/main" id="{DEA3B784-CC47-4275-8F98-F9E905E9C9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0" name="Straight Connector 1749">
                <a:extLst>
                  <a:ext uri="{FF2B5EF4-FFF2-40B4-BE49-F238E27FC236}">
                    <a16:creationId xmlns:a16="http://schemas.microsoft.com/office/drawing/2014/main" id="{2540B4A7-50B2-49F4-BFE9-B8596DEB0C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8226C4AF-92B0-437A-9535-1F853CCD24E7}"/>
                  </a:ext>
                </a:extLst>
              </p:cNvPr>
              <p:cNvSpPr/>
              <p:nvPr/>
            </p:nvSpPr>
            <p:spPr>
              <a:xfrm rot="2700000">
                <a:off x="-4875571" y="-3146160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AA282EDE-C007-42BA-B327-E4A09238672E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0E6928D3-ADA1-4A8D-BBEC-5DAA8A99A98E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755" name="Straight Connector 1754">
                <a:extLst>
                  <a:ext uri="{FF2B5EF4-FFF2-40B4-BE49-F238E27FC236}">
                    <a16:creationId xmlns:a16="http://schemas.microsoft.com/office/drawing/2014/main" id="{6CB6D893-FE76-47E2-9B0E-33000B40A8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2A129D5A-4154-421D-837E-26576E1DA64C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757" name="Straight Connector 1756">
                <a:extLst>
                  <a:ext uri="{FF2B5EF4-FFF2-40B4-BE49-F238E27FC236}">
                    <a16:creationId xmlns:a16="http://schemas.microsoft.com/office/drawing/2014/main" id="{A6EBF2DC-6A48-4678-9348-4E0E3CC0EC9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8" name="Straight Connector 1757">
                <a:extLst>
                  <a:ext uri="{FF2B5EF4-FFF2-40B4-BE49-F238E27FC236}">
                    <a16:creationId xmlns:a16="http://schemas.microsoft.com/office/drawing/2014/main" id="{E5EF3AC1-7E49-4E72-AA47-15B020EAF7D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3587158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9" name="Straight Connector 1758">
                <a:extLst>
                  <a:ext uri="{FF2B5EF4-FFF2-40B4-BE49-F238E27FC236}">
                    <a16:creationId xmlns:a16="http://schemas.microsoft.com/office/drawing/2014/main" id="{BA70AF5A-634B-45DF-8D51-4C95542182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3641977"/>
                <a:ext cx="0" cy="1772003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0" name="Straight Connector 1759">
                <a:extLst>
                  <a:ext uri="{FF2B5EF4-FFF2-40B4-BE49-F238E27FC236}">
                    <a16:creationId xmlns:a16="http://schemas.microsoft.com/office/drawing/2014/main" id="{BCB60358-5874-4019-99F3-70E8E1426EF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983" y="-318145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5" name="Group 1814">
              <a:extLst>
                <a:ext uri="{FF2B5EF4-FFF2-40B4-BE49-F238E27FC236}">
                  <a16:creationId xmlns:a16="http://schemas.microsoft.com/office/drawing/2014/main" id="{709B0AA6-33C6-4E92-BA11-D7090F310C4F}"/>
                </a:ext>
              </a:extLst>
            </p:cNvPr>
            <p:cNvGrpSpPr/>
            <p:nvPr/>
          </p:nvGrpSpPr>
          <p:grpSpPr>
            <a:xfrm>
              <a:off x="466278" y="1654458"/>
              <a:ext cx="5482343" cy="3774890"/>
              <a:chOff x="-5739567" y="-5288571"/>
              <a:chExt cx="5482343" cy="3774890"/>
            </a:xfrm>
          </p:grpSpPr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1B79B81C-D1FA-40A2-AB6A-D6753B549537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E17311B7-1A6C-4288-9370-937ABA929E9E}"/>
                  </a:ext>
                </a:extLst>
              </p:cNvPr>
              <p:cNvSpPr/>
              <p:nvPr/>
            </p:nvSpPr>
            <p:spPr>
              <a:xfrm rot="20876803">
                <a:off x="-4048862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B6B4ACAD-7C85-40F3-AD64-957E6F7155EB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57FA90F7-6328-4853-BC11-2028F0985174}"/>
                  </a:ext>
                </a:extLst>
              </p:cNvPr>
              <p:cNvSpPr/>
              <p:nvPr/>
            </p:nvSpPr>
            <p:spPr>
              <a:xfrm rot="20876803">
                <a:off x="-1578585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A52AAAB5-2FB8-4DCE-9EEB-73AB4CD74784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822" name="Straight Connector 1821">
                <a:extLst>
                  <a:ext uri="{FF2B5EF4-FFF2-40B4-BE49-F238E27FC236}">
                    <a16:creationId xmlns:a16="http://schemas.microsoft.com/office/drawing/2014/main" id="{CEBE50EC-B27C-4BFF-8484-751BDE1278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3" name="Straight Connector 1822">
                <a:extLst>
                  <a:ext uri="{FF2B5EF4-FFF2-40B4-BE49-F238E27FC236}">
                    <a16:creationId xmlns:a16="http://schemas.microsoft.com/office/drawing/2014/main" id="{989ED70B-8CCD-4E78-A9FA-4311D13B54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2710194"/>
                <a:ext cx="811972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A8904B84-19E0-4F76-A59D-1E6362FC0782}"/>
                  </a:ext>
                </a:extLst>
              </p:cNvPr>
              <p:cNvSpPr/>
              <p:nvPr/>
            </p:nvSpPr>
            <p:spPr>
              <a:xfrm rot="2700000">
                <a:off x="-4932586" y="-306540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B7605B7-7AF9-4F08-83C6-6B5684A379AF}"/>
                  </a:ext>
                </a:extLst>
              </p:cNvPr>
              <p:cNvSpPr/>
              <p:nvPr/>
            </p:nvSpPr>
            <p:spPr>
              <a:xfrm rot="20876803">
                <a:off x="-2392821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8680C06B-3426-4636-8EA3-416FD63C1C7A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27" name="Straight Connector 1826">
                <a:extLst>
                  <a:ext uri="{FF2B5EF4-FFF2-40B4-BE49-F238E27FC236}">
                    <a16:creationId xmlns:a16="http://schemas.microsoft.com/office/drawing/2014/main" id="{9AFE5272-DB80-47C1-B483-28EF7794F01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D133ECE9-45B8-4ECB-94F0-D4FE697DBF6E}"/>
                  </a:ext>
                </a:extLst>
              </p:cNvPr>
              <p:cNvSpPr/>
              <p:nvPr/>
            </p:nvSpPr>
            <p:spPr>
              <a:xfrm rot="2700000">
                <a:off x="-1514129" y="-300969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29" name="Straight Connector 1828">
                <a:extLst>
                  <a:ext uri="{FF2B5EF4-FFF2-40B4-BE49-F238E27FC236}">
                    <a16:creationId xmlns:a16="http://schemas.microsoft.com/office/drawing/2014/main" id="{0C6E7A7D-0945-408F-B523-D3D5A4131D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0" name="Straight Connector 1829">
                <a:extLst>
                  <a:ext uri="{FF2B5EF4-FFF2-40B4-BE49-F238E27FC236}">
                    <a16:creationId xmlns:a16="http://schemas.microsoft.com/office/drawing/2014/main" id="{988E6C75-DA68-4E6A-A8C5-FA2667ED23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5223042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1" name="Straight Connector 1830">
                <a:extLst>
                  <a:ext uri="{FF2B5EF4-FFF2-40B4-BE49-F238E27FC236}">
                    <a16:creationId xmlns:a16="http://schemas.microsoft.com/office/drawing/2014/main" id="{C0056FEB-B84D-4EDB-98B2-B6BB88A8B5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5288571"/>
                <a:ext cx="0" cy="3418597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2" name="Straight Connector 1831">
                <a:extLst>
                  <a:ext uri="{FF2B5EF4-FFF2-40B4-BE49-F238E27FC236}">
                    <a16:creationId xmlns:a16="http://schemas.microsoft.com/office/drawing/2014/main" id="{6B7E4309-9B84-44C9-836B-F275D083A7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3797489" y="-5208079"/>
                <a:ext cx="0" cy="1743288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3" name="Straight Connector 2002">
                <a:extLst>
                  <a:ext uri="{FF2B5EF4-FFF2-40B4-BE49-F238E27FC236}">
                    <a16:creationId xmlns:a16="http://schemas.microsoft.com/office/drawing/2014/main" id="{1247C52D-F8E0-4388-9F8D-5FB4191B4F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88949" y="-230770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4" name="Straight Connector 2003">
                <a:extLst>
                  <a:ext uri="{FF2B5EF4-FFF2-40B4-BE49-F238E27FC236}">
                    <a16:creationId xmlns:a16="http://schemas.microsoft.com/office/drawing/2014/main" id="{D1AEDD0A-6D27-4839-97C6-48F8A021E16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3461908" y="-305695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5" name="Straight Connector 2004">
                <a:extLst>
                  <a:ext uri="{FF2B5EF4-FFF2-40B4-BE49-F238E27FC236}">
                    <a16:creationId xmlns:a16="http://schemas.microsoft.com/office/drawing/2014/main" id="{3C1528D4-9DD0-4A19-AF3B-868C4AA7F3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3488449"/>
                <a:ext cx="811972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41" name="Freeform: Shape 1840">
              <a:extLst>
                <a:ext uri="{FF2B5EF4-FFF2-40B4-BE49-F238E27FC236}">
                  <a16:creationId xmlns:a16="http://schemas.microsoft.com/office/drawing/2014/main" id="{466AA8C4-5C2D-4AE9-97AD-7278023343B2}"/>
                </a:ext>
              </a:extLst>
            </p:cNvPr>
            <p:cNvSpPr/>
            <p:nvPr/>
          </p:nvSpPr>
          <p:spPr>
            <a:xfrm rot="20876803">
              <a:off x="-5678575" y="3739326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2" name="Freeform: Shape 1841">
              <a:extLst>
                <a:ext uri="{FF2B5EF4-FFF2-40B4-BE49-F238E27FC236}">
                  <a16:creationId xmlns:a16="http://schemas.microsoft.com/office/drawing/2014/main" id="{2CA201C8-FE5D-476B-86BE-28F5BD2497CE}"/>
                </a:ext>
              </a:extLst>
            </p:cNvPr>
            <p:cNvSpPr/>
            <p:nvPr/>
          </p:nvSpPr>
          <p:spPr>
            <a:xfrm rot="20876803">
              <a:off x="-3994123" y="3821297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3" name="Freeform: Shape 1842">
              <a:extLst>
                <a:ext uri="{FF2B5EF4-FFF2-40B4-BE49-F238E27FC236}">
                  <a16:creationId xmlns:a16="http://schemas.microsoft.com/office/drawing/2014/main" id="{4E9BACC1-2507-44EC-AD3E-454B4A79D872}"/>
                </a:ext>
              </a:extLst>
            </p:cNvPr>
            <p:cNvSpPr/>
            <p:nvPr/>
          </p:nvSpPr>
          <p:spPr>
            <a:xfrm rot="20876803">
              <a:off x="-649954" y="382832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4" name="Freeform: Shape 1843">
              <a:extLst>
                <a:ext uri="{FF2B5EF4-FFF2-40B4-BE49-F238E27FC236}">
                  <a16:creationId xmlns:a16="http://schemas.microsoft.com/office/drawing/2014/main" id="{05232E34-875F-4A51-B059-4C92A32BF600}"/>
                </a:ext>
              </a:extLst>
            </p:cNvPr>
            <p:cNvSpPr/>
            <p:nvPr/>
          </p:nvSpPr>
          <p:spPr>
            <a:xfrm rot="20876803">
              <a:off x="-1610321" y="466274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5" name="Freeform: Shape 1844">
              <a:extLst>
                <a:ext uri="{FF2B5EF4-FFF2-40B4-BE49-F238E27FC236}">
                  <a16:creationId xmlns:a16="http://schemas.microsoft.com/office/drawing/2014/main" id="{15E68B35-AFFB-4FEE-806C-679A51D8D6D1}"/>
                </a:ext>
              </a:extLst>
            </p:cNvPr>
            <p:cNvSpPr/>
            <p:nvPr/>
          </p:nvSpPr>
          <p:spPr>
            <a:xfrm rot="20876803">
              <a:off x="-3970299" y="467036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847" name="Straight Connector 1846">
              <a:extLst>
                <a:ext uri="{FF2B5EF4-FFF2-40B4-BE49-F238E27FC236}">
                  <a16:creationId xmlns:a16="http://schemas.microsoft.com/office/drawing/2014/main" id="{A0326519-F78C-4AD9-8F49-1D3D5090FE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59332" y="5160492"/>
              <a:ext cx="176633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8" name="Straight Connector 1847">
              <a:extLst>
                <a:ext uri="{FF2B5EF4-FFF2-40B4-BE49-F238E27FC236}">
                  <a16:creationId xmlns:a16="http://schemas.microsoft.com/office/drawing/2014/main" id="{FEB5E0EB-857C-475F-ABA2-48F36790DC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755821" y="4312078"/>
              <a:ext cx="3362826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9" name="Freeform: Shape 1848">
              <a:extLst>
                <a:ext uri="{FF2B5EF4-FFF2-40B4-BE49-F238E27FC236}">
                  <a16:creationId xmlns:a16="http://schemas.microsoft.com/office/drawing/2014/main" id="{B34206B5-14DA-4A4D-A4F6-2C4DB4DEF221}"/>
                </a:ext>
              </a:extLst>
            </p:cNvPr>
            <p:cNvSpPr/>
            <p:nvPr/>
          </p:nvSpPr>
          <p:spPr>
            <a:xfrm rot="2700000">
              <a:off x="-4814579" y="379686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850" name="Freeform: Shape 1849">
              <a:extLst>
                <a:ext uri="{FF2B5EF4-FFF2-40B4-BE49-F238E27FC236}">
                  <a16:creationId xmlns:a16="http://schemas.microsoft.com/office/drawing/2014/main" id="{CB6888AB-73E7-4CD6-866F-7A9452A82DDF}"/>
                </a:ext>
              </a:extLst>
            </p:cNvPr>
            <p:cNvSpPr/>
            <p:nvPr/>
          </p:nvSpPr>
          <p:spPr>
            <a:xfrm rot="20876803">
              <a:off x="-2293456" y="463278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1" name="Freeform: Shape 1850">
              <a:extLst>
                <a:ext uri="{FF2B5EF4-FFF2-40B4-BE49-F238E27FC236}">
                  <a16:creationId xmlns:a16="http://schemas.microsoft.com/office/drawing/2014/main" id="{4A664FA7-25AC-45F9-BA4F-AB2914DA8A2A}"/>
                </a:ext>
              </a:extLst>
            </p:cNvPr>
            <p:cNvSpPr/>
            <p:nvPr/>
          </p:nvSpPr>
          <p:spPr>
            <a:xfrm rot="2700000">
              <a:off x="-3197716" y="463429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852" name="Straight Connector 1851">
              <a:extLst>
                <a:ext uri="{FF2B5EF4-FFF2-40B4-BE49-F238E27FC236}">
                  <a16:creationId xmlns:a16="http://schemas.microsoft.com/office/drawing/2014/main" id="{7730C2A2-48DD-4447-A0D9-B0953374826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848104" y="474834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4" name="Straight Connector 1853">
              <a:extLst>
                <a:ext uri="{FF2B5EF4-FFF2-40B4-BE49-F238E27FC236}">
                  <a16:creationId xmlns:a16="http://schemas.microsoft.com/office/drawing/2014/main" id="{CCDCB5DA-A376-4064-BED1-4D2A6CCC3E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5537522" y="5160492"/>
              <a:ext cx="1847650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7" name="Straight Connector 1856">
              <a:extLst>
                <a:ext uri="{FF2B5EF4-FFF2-40B4-BE49-F238E27FC236}">
                  <a16:creationId xmlns:a16="http://schemas.microsoft.com/office/drawing/2014/main" id="{CD2B2FB0-8DDC-4088-BC4B-52D4CBB5052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4258977" y="470421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3" name="Freeform: Shape 1852">
              <a:extLst>
                <a:ext uri="{FF2B5EF4-FFF2-40B4-BE49-F238E27FC236}">
                  <a16:creationId xmlns:a16="http://schemas.microsoft.com/office/drawing/2014/main" id="{D09F35AE-9279-45FD-BC02-06151B8DE0B1}"/>
                </a:ext>
              </a:extLst>
            </p:cNvPr>
            <p:cNvSpPr/>
            <p:nvPr/>
          </p:nvSpPr>
          <p:spPr>
            <a:xfrm rot="2700000">
              <a:off x="-1532756" y="3835741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1860" name="Group 1859">
              <a:extLst>
                <a:ext uri="{FF2B5EF4-FFF2-40B4-BE49-F238E27FC236}">
                  <a16:creationId xmlns:a16="http://schemas.microsoft.com/office/drawing/2014/main" id="{D07D90EF-99A1-4C2B-8D34-9995241D4648}"/>
                </a:ext>
              </a:extLst>
            </p:cNvPr>
            <p:cNvGrpSpPr/>
            <p:nvPr/>
          </p:nvGrpSpPr>
          <p:grpSpPr>
            <a:xfrm>
              <a:off x="6741009" y="3301052"/>
              <a:ext cx="5482343" cy="2128296"/>
              <a:chOff x="-5739567" y="-3641977"/>
              <a:chExt cx="5482343" cy="2128296"/>
            </a:xfrm>
          </p:grpSpPr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6A6B19CA-B775-4C40-B2E9-630B97426493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0794206-CE97-4EE7-802B-2EDCC0AEB1B8}"/>
                  </a:ext>
                </a:extLst>
              </p:cNvPr>
              <p:cNvSpPr/>
              <p:nvPr/>
            </p:nvSpPr>
            <p:spPr>
              <a:xfrm rot="20876803">
                <a:off x="-3998524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04398CA1-B037-4757-A5A1-E6E78BCB828E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EE260FDE-4B2D-46B9-B535-F690918ED044}"/>
                  </a:ext>
                </a:extLst>
              </p:cNvPr>
              <p:cNvSpPr/>
              <p:nvPr/>
            </p:nvSpPr>
            <p:spPr>
              <a:xfrm rot="20876803">
                <a:off x="-1530257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2B026063-A5E9-4B18-8BF8-24F93187CE42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866" name="Straight Connector 1865">
                <a:extLst>
                  <a:ext uri="{FF2B5EF4-FFF2-40B4-BE49-F238E27FC236}">
                    <a16:creationId xmlns:a16="http://schemas.microsoft.com/office/drawing/2014/main" id="{8B249F93-7F15-41B5-AE8A-EC2E6AE565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4481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7" name="Straight Connector 1866">
                <a:extLst>
                  <a:ext uri="{FF2B5EF4-FFF2-40B4-BE49-F238E27FC236}">
                    <a16:creationId xmlns:a16="http://schemas.microsoft.com/office/drawing/2014/main" id="{8E60443D-1EE4-414E-B245-88D85EA4C5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8" name="Straight Connector 1867">
                <a:extLst>
                  <a:ext uri="{FF2B5EF4-FFF2-40B4-BE49-F238E27FC236}">
                    <a16:creationId xmlns:a16="http://schemas.microsoft.com/office/drawing/2014/main" id="{D74A69E4-6082-4436-85EE-E749238CEA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5BFD96F0-1ACD-4208-9FB7-AB8A624A3AA2}"/>
                  </a:ext>
                </a:extLst>
              </p:cNvPr>
              <p:cNvSpPr/>
              <p:nvPr/>
            </p:nvSpPr>
            <p:spPr>
              <a:xfrm rot="2700000">
                <a:off x="-4992485" y="-3027634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30F00136-8680-4A9F-9198-EBA45485D8BC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796914BB-A99E-4858-A808-C80D0CBCF2ED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72" name="Straight Connector 1871">
                <a:extLst>
                  <a:ext uri="{FF2B5EF4-FFF2-40B4-BE49-F238E27FC236}">
                    <a16:creationId xmlns:a16="http://schemas.microsoft.com/office/drawing/2014/main" id="{B57004BC-A0BF-4A33-A736-E7EFDC6357F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6B1298C9-1759-4266-B1E2-A988D7FCD7ED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74" name="Straight Connector 1873">
                <a:extLst>
                  <a:ext uri="{FF2B5EF4-FFF2-40B4-BE49-F238E27FC236}">
                    <a16:creationId xmlns:a16="http://schemas.microsoft.com/office/drawing/2014/main" id="{FD30859B-2CD7-4420-9A73-477BD5904B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5" name="Straight Connector 1874">
                <a:extLst>
                  <a:ext uri="{FF2B5EF4-FFF2-40B4-BE49-F238E27FC236}">
                    <a16:creationId xmlns:a16="http://schemas.microsoft.com/office/drawing/2014/main" id="{44E4DB20-E443-4398-A7AD-4C79EF7DFB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3587158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6" name="Straight Connector 1875">
                <a:extLst>
                  <a:ext uri="{FF2B5EF4-FFF2-40B4-BE49-F238E27FC236}">
                    <a16:creationId xmlns:a16="http://schemas.microsoft.com/office/drawing/2014/main" id="{AAC75C5E-1FEC-4DA7-AA1A-72A22D60EF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3641977"/>
                <a:ext cx="0" cy="1772003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7" name="Straight Connector 1876">
                <a:extLst>
                  <a:ext uri="{FF2B5EF4-FFF2-40B4-BE49-F238E27FC236}">
                    <a16:creationId xmlns:a16="http://schemas.microsoft.com/office/drawing/2014/main" id="{35E79141-4CF4-45D3-9EF2-5BBE753506B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983" y="-318145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78" name="Group 1877">
              <a:extLst>
                <a:ext uri="{FF2B5EF4-FFF2-40B4-BE49-F238E27FC236}">
                  <a16:creationId xmlns:a16="http://schemas.microsoft.com/office/drawing/2014/main" id="{E7926D66-2B54-48D9-9B7E-BA5ECC2B104C}"/>
                </a:ext>
              </a:extLst>
            </p:cNvPr>
            <p:cNvGrpSpPr/>
            <p:nvPr/>
          </p:nvGrpSpPr>
          <p:grpSpPr>
            <a:xfrm>
              <a:off x="-5858039" y="10462898"/>
              <a:ext cx="5482343" cy="2128296"/>
              <a:chOff x="-5739567" y="-3641977"/>
              <a:chExt cx="5482343" cy="2128296"/>
            </a:xfrm>
          </p:grpSpPr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90378DB3-233C-4F2F-9493-E4DEBF99DC95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7E959350-2A5E-49C8-9B85-35DEE350660E}"/>
                  </a:ext>
                </a:extLst>
              </p:cNvPr>
              <p:cNvSpPr/>
              <p:nvPr/>
            </p:nvSpPr>
            <p:spPr>
              <a:xfrm rot="20876803">
                <a:off x="-3970377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FE823E80-0868-414A-9D8A-CA93EEE6AB0B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52CC1DE9-4F2B-409C-9E2F-AA87AFD33AD7}"/>
                  </a:ext>
                </a:extLst>
              </p:cNvPr>
              <p:cNvSpPr/>
              <p:nvPr/>
            </p:nvSpPr>
            <p:spPr>
              <a:xfrm rot="20876803">
                <a:off x="-1479182" y="-22802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1E6B9CF8-FE14-46AD-AEB8-C6DED4DD2DEF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884" name="Straight Connector 1883">
                <a:extLst>
                  <a:ext uri="{FF2B5EF4-FFF2-40B4-BE49-F238E27FC236}">
                    <a16:creationId xmlns:a16="http://schemas.microsoft.com/office/drawing/2014/main" id="{765B9FD9-AA2C-457B-94DB-40B3330DA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4481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5" name="Straight Connector 1884">
                <a:extLst>
                  <a:ext uri="{FF2B5EF4-FFF2-40B4-BE49-F238E27FC236}">
                    <a16:creationId xmlns:a16="http://schemas.microsoft.com/office/drawing/2014/main" id="{E0A75471-61F9-4D58-BEC8-4D3D5DEA193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6" name="Straight Connector 1885">
                <a:extLst>
                  <a:ext uri="{FF2B5EF4-FFF2-40B4-BE49-F238E27FC236}">
                    <a16:creationId xmlns:a16="http://schemas.microsoft.com/office/drawing/2014/main" id="{A464D199-350D-4F9B-941A-26A462A4CCA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7BB832AC-EF59-4664-BA97-F8BF3AD0E18E}"/>
                  </a:ext>
                </a:extLst>
              </p:cNvPr>
              <p:cNvSpPr/>
              <p:nvPr/>
            </p:nvSpPr>
            <p:spPr>
              <a:xfrm rot="2700000">
                <a:off x="-5000852" y="-299146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439B11E3-0914-4F14-B8D3-118A4A93F089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2EE9ED5F-2E85-450D-B922-0EDC2510D95D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90" name="Straight Connector 1889">
                <a:extLst>
                  <a:ext uri="{FF2B5EF4-FFF2-40B4-BE49-F238E27FC236}">
                    <a16:creationId xmlns:a16="http://schemas.microsoft.com/office/drawing/2014/main" id="{6E889B7E-B73C-4EFC-9105-1AD4A073AA7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ABBB8FD7-D32A-4DAF-BB61-C351AA4E8AEA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92" name="Straight Connector 1891">
                <a:extLst>
                  <a:ext uri="{FF2B5EF4-FFF2-40B4-BE49-F238E27FC236}">
                    <a16:creationId xmlns:a16="http://schemas.microsoft.com/office/drawing/2014/main" id="{753C009E-2ECE-4481-B648-053826C70B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3" name="Straight Connector 1892">
                <a:extLst>
                  <a:ext uri="{FF2B5EF4-FFF2-40B4-BE49-F238E27FC236}">
                    <a16:creationId xmlns:a16="http://schemas.microsoft.com/office/drawing/2014/main" id="{570307FF-7640-4DB9-841C-F35AE4A012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3587158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4" name="Straight Connector 1893">
                <a:extLst>
                  <a:ext uri="{FF2B5EF4-FFF2-40B4-BE49-F238E27FC236}">
                    <a16:creationId xmlns:a16="http://schemas.microsoft.com/office/drawing/2014/main" id="{DB634959-2CA3-439A-95AA-846D3B3D10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3641977"/>
                <a:ext cx="0" cy="1772003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5" name="Straight Connector 1894">
                <a:extLst>
                  <a:ext uri="{FF2B5EF4-FFF2-40B4-BE49-F238E27FC236}">
                    <a16:creationId xmlns:a16="http://schemas.microsoft.com/office/drawing/2014/main" id="{0DBF82E4-38EC-47C9-9313-AE299FCAE8F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983" y="-318145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6" name="Straight Connector 1895">
                <a:extLst>
                  <a:ext uri="{FF2B5EF4-FFF2-40B4-BE49-F238E27FC236}">
                    <a16:creationId xmlns:a16="http://schemas.microsoft.com/office/drawing/2014/main" id="{8A0684C4-1891-4575-B7F6-AD11705CDE1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6256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97" name="Multiplication Sign 1896">
              <a:extLst>
                <a:ext uri="{FF2B5EF4-FFF2-40B4-BE49-F238E27FC236}">
                  <a16:creationId xmlns:a16="http://schemas.microsoft.com/office/drawing/2014/main" id="{A94C3174-2409-4AB4-A846-93D7786FD7F9}"/>
                </a:ext>
              </a:extLst>
            </p:cNvPr>
            <p:cNvSpPr/>
            <p:nvPr/>
          </p:nvSpPr>
          <p:spPr>
            <a:xfrm>
              <a:off x="-4640881" y="11058753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5" name="Multiplication Sign 1954">
              <a:extLst>
                <a:ext uri="{FF2B5EF4-FFF2-40B4-BE49-F238E27FC236}">
                  <a16:creationId xmlns:a16="http://schemas.microsoft.com/office/drawing/2014/main" id="{0E900459-419E-4587-A269-DC1C476B94AB}"/>
                </a:ext>
              </a:extLst>
            </p:cNvPr>
            <p:cNvSpPr/>
            <p:nvPr/>
          </p:nvSpPr>
          <p:spPr>
            <a:xfrm>
              <a:off x="-2120351" y="3665130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17ABDD6-5969-4F0D-81D2-27B9C9539EAC}"/>
                </a:ext>
              </a:extLst>
            </p:cNvPr>
            <p:cNvSpPr/>
            <p:nvPr/>
          </p:nvSpPr>
          <p:spPr>
            <a:xfrm rot="2607834" flipH="1">
              <a:off x="5469541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DA611135-5DC9-4BC3-8A3B-D588901C96D0}"/>
                </a:ext>
              </a:extLst>
            </p:cNvPr>
            <p:cNvSpPr/>
            <p:nvPr/>
          </p:nvSpPr>
          <p:spPr>
            <a:xfrm rot="2607834" flipH="1">
              <a:off x="3788098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842B852-EFCB-4D4F-8D96-57470F975E7F}"/>
                </a:ext>
              </a:extLst>
            </p:cNvPr>
            <p:cNvSpPr/>
            <p:nvPr/>
          </p:nvSpPr>
          <p:spPr>
            <a:xfrm rot="2607834" flipH="1">
              <a:off x="5481639" y="142681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5A06405A-4C52-4AFD-B5CC-A9ED7F5A24BA}"/>
                </a:ext>
              </a:extLst>
            </p:cNvPr>
            <p:cNvSpPr/>
            <p:nvPr/>
          </p:nvSpPr>
          <p:spPr>
            <a:xfrm rot="2607834" flipH="1">
              <a:off x="4698848" y="317681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958" name="Straight Connector 1957">
              <a:extLst>
                <a:ext uri="{FF2B5EF4-FFF2-40B4-BE49-F238E27FC236}">
                  <a16:creationId xmlns:a16="http://schemas.microsoft.com/office/drawing/2014/main" id="{57378E97-9C80-46F2-BC2C-288885E5706B}"/>
                </a:ext>
              </a:extLst>
            </p:cNvPr>
            <p:cNvCxnSpPr>
              <a:cxnSpLocks/>
            </p:cNvCxnSpPr>
            <p:nvPr/>
          </p:nvCxnSpPr>
          <p:spPr>
            <a:xfrm>
              <a:off x="1474312" y="67348"/>
              <a:ext cx="4253931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4" name="Freeform: Shape 1973">
              <a:extLst>
                <a:ext uri="{FF2B5EF4-FFF2-40B4-BE49-F238E27FC236}">
                  <a16:creationId xmlns:a16="http://schemas.microsoft.com/office/drawing/2014/main" id="{78A4828E-1234-4F72-9B38-3A32D0F77195}"/>
                </a:ext>
              </a:extLst>
            </p:cNvPr>
            <p:cNvSpPr/>
            <p:nvPr/>
          </p:nvSpPr>
          <p:spPr>
            <a:xfrm rot="20876803">
              <a:off x="289978" y="10952662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5" name="Freeform: Shape 1974">
              <a:extLst>
                <a:ext uri="{FF2B5EF4-FFF2-40B4-BE49-F238E27FC236}">
                  <a16:creationId xmlns:a16="http://schemas.microsoft.com/office/drawing/2014/main" id="{28D1B0F7-F84B-45BB-88ED-62F35D24586E}"/>
                </a:ext>
              </a:extLst>
            </p:cNvPr>
            <p:cNvSpPr/>
            <p:nvPr/>
          </p:nvSpPr>
          <p:spPr>
            <a:xfrm rot="20876803">
              <a:off x="1993614" y="1103463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6" name="Freeform: Shape 1975">
              <a:extLst>
                <a:ext uri="{FF2B5EF4-FFF2-40B4-BE49-F238E27FC236}">
                  <a16:creationId xmlns:a16="http://schemas.microsoft.com/office/drawing/2014/main" id="{C4E9B959-7951-4EBB-8569-C4183DD263C8}"/>
                </a:ext>
              </a:extLst>
            </p:cNvPr>
            <p:cNvSpPr/>
            <p:nvPr/>
          </p:nvSpPr>
          <p:spPr>
            <a:xfrm rot="20876803">
              <a:off x="5318599" y="1104166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7" name="Freeform: Shape 1976">
              <a:extLst>
                <a:ext uri="{FF2B5EF4-FFF2-40B4-BE49-F238E27FC236}">
                  <a16:creationId xmlns:a16="http://schemas.microsoft.com/office/drawing/2014/main" id="{4255F938-A08A-4913-9431-B42DE9D01185}"/>
                </a:ext>
              </a:extLst>
            </p:cNvPr>
            <p:cNvSpPr/>
            <p:nvPr/>
          </p:nvSpPr>
          <p:spPr>
            <a:xfrm rot="20876803">
              <a:off x="4551143" y="1187608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8" name="Freeform: Shape 1977">
              <a:extLst>
                <a:ext uri="{FF2B5EF4-FFF2-40B4-BE49-F238E27FC236}">
                  <a16:creationId xmlns:a16="http://schemas.microsoft.com/office/drawing/2014/main" id="{B770F3C5-340A-4EDF-BB9B-4D2DBE658D17}"/>
                </a:ext>
              </a:extLst>
            </p:cNvPr>
            <p:cNvSpPr/>
            <p:nvPr/>
          </p:nvSpPr>
          <p:spPr>
            <a:xfrm rot="20876803">
              <a:off x="1998254" y="11883700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79" name="Straight Connector 1978">
              <a:extLst>
                <a:ext uri="{FF2B5EF4-FFF2-40B4-BE49-F238E27FC236}">
                  <a16:creationId xmlns:a16="http://schemas.microsoft.com/office/drawing/2014/main" id="{A830AC5F-78FA-4623-A323-2786F190CB45}"/>
                </a:ext>
              </a:extLst>
            </p:cNvPr>
            <p:cNvCxnSpPr>
              <a:cxnSpLocks/>
            </p:cNvCxnSpPr>
            <p:nvPr/>
          </p:nvCxnSpPr>
          <p:spPr>
            <a:xfrm>
              <a:off x="3866403" y="10638497"/>
              <a:ext cx="0" cy="161708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82" name="Freeform: Shape 1981">
              <a:extLst>
                <a:ext uri="{FF2B5EF4-FFF2-40B4-BE49-F238E27FC236}">
                  <a16:creationId xmlns:a16="http://schemas.microsoft.com/office/drawing/2014/main" id="{A472D3E4-108E-43ED-8161-65E08D1890D5}"/>
                </a:ext>
              </a:extLst>
            </p:cNvPr>
            <p:cNvSpPr/>
            <p:nvPr/>
          </p:nvSpPr>
          <p:spPr>
            <a:xfrm rot="2700000">
              <a:off x="1077055" y="1106666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83" name="Freeform: Shape 1982">
              <a:extLst>
                <a:ext uri="{FF2B5EF4-FFF2-40B4-BE49-F238E27FC236}">
                  <a16:creationId xmlns:a16="http://schemas.microsoft.com/office/drawing/2014/main" id="{3B805080-23C6-4216-A673-71D980421813}"/>
                </a:ext>
              </a:extLst>
            </p:cNvPr>
            <p:cNvSpPr/>
            <p:nvPr/>
          </p:nvSpPr>
          <p:spPr>
            <a:xfrm rot="20876803">
              <a:off x="3675097" y="1184611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4" name="Freeform: Shape 1983">
              <a:extLst>
                <a:ext uri="{FF2B5EF4-FFF2-40B4-BE49-F238E27FC236}">
                  <a16:creationId xmlns:a16="http://schemas.microsoft.com/office/drawing/2014/main" id="{D860E83C-7029-4782-AA7A-05D74E28BF3F}"/>
                </a:ext>
              </a:extLst>
            </p:cNvPr>
            <p:cNvSpPr/>
            <p:nvPr/>
          </p:nvSpPr>
          <p:spPr>
            <a:xfrm rot="2700000">
              <a:off x="2770837" y="1184763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86" name="Freeform: Shape 1985">
              <a:extLst>
                <a:ext uri="{FF2B5EF4-FFF2-40B4-BE49-F238E27FC236}">
                  <a16:creationId xmlns:a16="http://schemas.microsoft.com/office/drawing/2014/main" id="{90DB9BB3-183C-463C-A360-B1E3460A37DA}"/>
                </a:ext>
              </a:extLst>
            </p:cNvPr>
            <p:cNvSpPr/>
            <p:nvPr/>
          </p:nvSpPr>
          <p:spPr>
            <a:xfrm rot="2700000">
              <a:off x="4435797" y="1104907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987" name="Straight Connector 1986">
              <a:extLst>
                <a:ext uri="{FF2B5EF4-FFF2-40B4-BE49-F238E27FC236}">
                  <a16:creationId xmlns:a16="http://schemas.microsoft.com/office/drawing/2014/main" id="{2F60B00A-36E4-41AC-B4B0-3B98698BE1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1031" y="12280154"/>
              <a:ext cx="1847650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9" name="Straight Connector 1988">
              <a:extLst>
                <a:ext uri="{FF2B5EF4-FFF2-40B4-BE49-F238E27FC236}">
                  <a16:creationId xmlns:a16="http://schemas.microsoft.com/office/drawing/2014/main" id="{71EF2A59-D86F-4C45-AC27-B8DF702054E6}"/>
                </a:ext>
              </a:extLst>
            </p:cNvPr>
            <p:cNvCxnSpPr>
              <a:cxnSpLocks/>
            </p:cNvCxnSpPr>
            <p:nvPr/>
          </p:nvCxnSpPr>
          <p:spPr>
            <a:xfrm>
              <a:off x="487468" y="10514388"/>
              <a:ext cx="0" cy="1772003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0" name="Straight Connector 1989">
              <a:extLst>
                <a:ext uri="{FF2B5EF4-FFF2-40B4-BE49-F238E27FC236}">
                  <a16:creationId xmlns:a16="http://schemas.microsoft.com/office/drawing/2014/main" id="{5DCAAD4C-988B-4C76-8DA5-B5305FB4FA0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727486" y="11821231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2" name="Straight Connector 1991">
              <a:extLst>
                <a:ext uri="{FF2B5EF4-FFF2-40B4-BE49-F238E27FC236}">
                  <a16:creationId xmlns:a16="http://schemas.microsoft.com/office/drawing/2014/main" id="{443CAA46-A5E8-48E9-AE56-B2CBE95E1C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09221" y="12280154"/>
              <a:ext cx="176633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3" name="Straight Connector 1992">
              <a:extLst>
                <a:ext uri="{FF2B5EF4-FFF2-40B4-BE49-F238E27FC236}">
                  <a16:creationId xmlns:a16="http://schemas.microsoft.com/office/drawing/2014/main" id="{B030CA57-7874-4BB0-88BF-1DA5288DBC8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18038" y="11877665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5" name="Group 604">
              <a:extLst>
                <a:ext uri="{FF2B5EF4-FFF2-40B4-BE49-F238E27FC236}">
                  <a16:creationId xmlns:a16="http://schemas.microsoft.com/office/drawing/2014/main" id="{EABCD1DC-5F87-4C11-AC0D-F7143B4FA5CF}"/>
                </a:ext>
              </a:extLst>
            </p:cNvPr>
            <p:cNvGrpSpPr/>
            <p:nvPr/>
          </p:nvGrpSpPr>
          <p:grpSpPr>
            <a:xfrm>
              <a:off x="6847702" y="-6922870"/>
              <a:ext cx="5089991" cy="5060443"/>
              <a:chOff x="-4879250" y="177991"/>
              <a:chExt cx="5089991" cy="5060443"/>
            </a:xfrm>
          </p:grpSpPr>
          <p:sp>
            <p:nvSpPr>
              <p:cNvPr id="606" name="Rectangle 605">
                <a:extLst>
                  <a:ext uri="{FF2B5EF4-FFF2-40B4-BE49-F238E27FC236}">
                    <a16:creationId xmlns:a16="http://schemas.microsoft.com/office/drawing/2014/main" id="{F48ABFC4-69D9-42E8-9A9F-D1D0EAAC593B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7" name="Rectangle 606">
                <a:extLst>
                  <a:ext uri="{FF2B5EF4-FFF2-40B4-BE49-F238E27FC236}">
                    <a16:creationId xmlns:a16="http://schemas.microsoft.com/office/drawing/2014/main" id="{BA3C8B37-7D02-4E22-B7EC-1BA9032054EE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8" name="Rectangle 607">
                <a:extLst>
                  <a:ext uri="{FF2B5EF4-FFF2-40B4-BE49-F238E27FC236}">
                    <a16:creationId xmlns:a16="http://schemas.microsoft.com/office/drawing/2014/main" id="{5354850A-4CFC-4FF7-9B5E-E54A326EA2F6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9" name="Rectangle 608">
                <a:extLst>
                  <a:ext uri="{FF2B5EF4-FFF2-40B4-BE49-F238E27FC236}">
                    <a16:creationId xmlns:a16="http://schemas.microsoft.com/office/drawing/2014/main" id="{D7968576-6CF1-4CA7-B255-F8E9429A6D5A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0" name="Rectangle 609">
                <a:extLst>
                  <a:ext uri="{FF2B5EF4-FFF2-40B4-BE49-F238E27FC236}">
                    <a16:creationId xmlns:a16="http://schemas.microsoft.com/office/drawing/2014/main" id="{3958CF65-7737-4431-8997-893CA9478B65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1" name="Rectangle 610">
                <a:extLst>
                  <a:ext uri="{FF2B5EF4-FFF2-40B4-BE49-F238E27FC236}">
                    <a16:creationId xmlns:a16="http://schemas.microsoft.com/office/drawing/2014/main" id="{42828DB2-BC4E-4430-9BAC-163A0D854058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2" name="Rectangle 611">
                <a:extLst>
                  <a:ext uri="{FF2B5EF4-FFF2-40B4-BE49-F238E27FC236}">
                    <a16:creationId xmlns:a16="http://schemas.microsoft.com/office/drawing/2014/main" id="{3F2EFDD2-80CD-4CFE-A1A2-D25574E7E44D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3" name="Rectangle 612">
                <a:extLst>
                  <a:ext uri="{FF2B5EF4-FFF2-40B4-BE49-F238E27FC236}">
                    <a16:creationId xmlns:a16="http://schemas.microsoft.com/office/drawing/2014/main" id="{6DB782A2-DC32-448A-AAFC-F0FC20764FF9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4" name="Rectangle 613">
                <a:extLst>
                  <a:ext uri="{FF2B5EF4-FFF2-40B4-BE49-F238E27FC236}">
                    <a16:creationId xmlns:a16="http://schemas.microsoft.com/office/drawing/2014/main" id="{1F80CA54-B67C-4FCA-97C5-2211239B9DA1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5" name="Rectangle 614">
                <a:extLst>
                  <a:ext uri="{FF2B5EF4-FFF2-40B4-BE49-F238E27FC236}">
                    <a16:creationId xmlns:a16="http://schemas.microsoft.com/office/drawing/2014/main" id="{FB073C7E-3147-4CEA-8467-E410601E4032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6" name="Rectangle 615">
                <a:extLst>
                  <a:ext uri="{FF2B5EF4-FFF2-40B4-BE49-F238E27FC236}">
                    <a16:creationId xmlns:a16="http://schemas.microsoft.com/office/drawing/2014/main" id="{30CAB283-3E13-4003-8CCB-54CBC40CAFDE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7" name="Rectangle 616">
                <a:extLst>
                  <a:ext uri="{FF2B5EF4-FFF2-40B4-BE49-F238E27FC236}">
                    <a16:creationId xmlns:a16="http://schemas.microsoft.com/office/drawing/2014/main" id="{758B0D56-7BE7-459F-BF76-DBFD8C341B35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8" name="Rectangle 617">
                <a:extLst>
                  <a:ext uri="{FF2B5EF4-FFF2-40B4-BE49-F238E27FC236}">
                    <a16:creationId xmlns:a16="http://schemas.microsoft.com/office/drawing/2014/main" id="{15C8EE38-F2FF-4B7E-AE5C-B664D18303F0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9" name="Rectangle 618">
                <a:extLst>
                  <a:ext uri="{FF2B5EF4-FFF2-40B4-BE49-F238E27FC236}">
                    <a16:creationId xmlns:a16="http://schemas.microsoft.com/office/drawing/2014/main" id="{2423FFE4-7993-47F0-B06D-9E8C1A3CEFEC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0" name="Rectangle 619">
                <a:extLst>
                  <a:ext uri="{FF2B5EF4-FFF2-40B4-BE49-F238E27FC236}">
                    <a16:creationId xmlns:a16="http://schemas.microsoft.com/office/drawing/2014/main" id="{D9323647-AE16-4F34-ACAA-A8B352E2E977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621" name="Rectangle 620">
                <a:extLst>
                  <a:ext uri="{FF2B5EF4-FFF2-40B4-BE49-F238E27FC236}">
                    <a16:creationId xmlns:a16="http://schemas.microsoft.com/office/drawing/2014/main" id="{9FB9B389-6659-4F0B-A48C-005F9DDAB7E3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B34B6618-6F1A-464D-AF4F-4252454B20EA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F1DC41DE-FC96-4D61-8D3E-AB36474D7736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4" name="Rectangle 623">
                <a:extLst>
                  <a:ext uri="{FF2B5EF4-FFF2-40B4-BE49-F238E27FC236}">
                    <a16:creationId xmlns:a16="http://schemas.microsoft.com/office/drawing/2014/main" id="{1878AE7B-ACBD-4924-919B-0FBCCB9CBE2A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5" name="Rectangle 624">
                <a:extLst>
                  <a:ext uri="{FF2B5EF4-FFF2-40B4-BE49-F238E27FC236}">
                    <a16:creationId xmlns:a16="http://schemas.microsoft.com/office/drawing/2014/main" id="{EB45BF5E-73E9-42C5-9031-440BBAE08E48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6" name="Rectangle 625">
                <a:extLst>
                  <a:ext uri="{FF2B5EF4-FFF2-40B4-BE49-F238E27FC236}">
                    <a16:creationId xmlns:a16="http://schemas.microsoft.com/office/drawing/2014/main" id="{E631E0FC-A96C-4512-886E-9CE22640F171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7" name="Rectangle 626">
                <a:extLst>
                  <a:ext uri="{FF2B5EF4-FFF2-40B4-BE49-F238E27FC236}">
                    <a16:creationId xmlns:a16="http://schemas.microsoft.com/office/drawing/2014/main" id="{7A98DA7B-2595-4CBB-8BB7-EAC2CA329D21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8" name="Rectangle 627">
                <a:extLst>
                  <a:ext uri="{FF2B5EF4-FFF2-40B4-BE49-F238E27FC236}">
                    <a16:creationId xmlns:a16="http://schemas.microsoft.com/office/drawing/2014/main" id="{84AE0D40-8C53-4341-8CEC-9143DE677D4F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9" name="Rectangle 628">
                <a:extLst>
                  <a:ext uri="{FF2B5EF4-FFF2-40B4-BE49-F238E27FC236}">
                    <a16:creationId xmlns:a16="http://schemas.microsoft.com/office/drawing/2014/main" id="{42CCC812-4746-4E9E-98DB-67C25D5CC062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0" name="Rectangle 629">
                <a:extLst>
                  <a:ext uri="{FF2B5EF4-FFF2-40B4-BE49-F238E27FC236}">
                    <a16:creationId xmlns:a16="http://schemas.microsoft.com/office/drawing/2014/main" id="{C577E156-DE5A-477F-BF3C-B763F1599830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1" name="Rectangle 630">
                <a:extLst>
                  <a:ext uri="{FF2B5EF4-FFF2-40B4-BE49-F238E27FC236}">
                    <a16:creationId xmlns:a16="http://schemas.microsoft.com/office/drawing/2014/main" id="{45927A5E-45FA-4CB7-B3B8-E781CC9BD653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2" name="Rectangle 631">
                <a:extLst>
                  <a:ext uri="{FF2B5EF4-FFF2-40B4-BE49-F238E27FC236}">
                    <a16:creationId xmlns:a16="http://schemas.microsoft.com/office/drawing/2014/main" id="{1FEBD585-741E-4C88-82AF-03955D3404CD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3" name="Rectangle 632">
                <a:extLst>
                  <a:ext uri="{FF2B5EF4-FFF2-40B4-BE49-F238E27FC236}">
                    <a16:creationId xmlns:a16="http://schemas.microsoft.com/office/drawing/2014/main" id="{45033E2D-EF51-452C-AA94-04B3A06A209A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4" name="Rectangle 633">
                <a:extLst>
                  <a:ext uri="{FF2B5EF4-FFF2-40B4-BE49-F238E27FC236}">
                    <a16:creationId xmlns:a16="http://schemas.microsoft.com/office/drawing/2014/main" id="{2A06551F-673B-4C79-896F-B32AD55B17FB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5" name="Rectangle 634">
                <a:extLst>
                  <a:ext uri="{FF2B5EF4-FFF2-40B4-BE49-F238E27FC236}">
                    <a16:creationId xmlns:a16="http://schemas.microsoft.com/office/drawing/2014/main" id="{322266A2-80C0-4743-8FB2-755AC7DB5D6C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6" name="Rectangle 635">
                <a:extLst>
                  <a:ext uri="{FF2B5EF4-FFF2-40B4-BE49-F238E27FC236}">
                    <a16:creationId xmlns:a16="http://schemas.microsoft.com/office/drawing/2014/main" id="{02E2372F-A9C0-43E7-9837-BC826C4BC015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7" name="Rectangle 636">
                <a:extLst>
                  <a:ext uri="{FF2B5EF4-FFF2-40B4-BE49-F238E27FC236}">
                    <a16:creationId xmlns:a16="http://schemas.microsoft.com/office/drawing/2014/main" id="{A9895555-7B8A-4D42-AFF0-6709C057C66B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8" name="Rectangle 637">
                <a:extLst>
                  <a:ext uri="{FF2B5EF4-FFF2-40B4-BE49-F238E27FC236}">
                    <a16:creationId xmlns:a16="http://schemas.microsoft.com/office/drawing/2014/main" id="{CBECDAB7-5043-4BD9-B970-14FFA9846F46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9" name="Rectangle 638">
                <a:extLst>
                  <a:ext uri="{FF2B5EF4-FFF2-40B4-BE49-F238E27FC236}">
                    <a16:creationId xmlns:a16="http://schemas.microsoft.com/office/drawing/2014/main" id="{89BC1A78-E85E-4D52-86AD-7165411F1B83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653194EF-02AD-42FD-8BDD-61ADA3848D49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1" name="Rectangle 640">
                <a:extLst>
                  <a:ext uri="{FF2B5EF4-FFF2-40B4-BE49-F238E27FC236}">
                    <a16:creationId xmlns:a16="http://schemas.microsoft.com/office/drawing/2014/main" id="{C41A882B-A6FE-4BAC-888E-19272A89342B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68644276-7BA0-40C6-A686-06CA425D295F}"/>
                </a:ext>
              </a:extLst>
            </p:cNvPr>
            <p:cNvSpPr/>
            <p:nvPr/>
          </p:nvSpPr>
          <p:spPr>
            <a:xfrm rot="2607834" flipH="1">
              <a:off x="11699536" y="-63356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B30F603E-E5D7-4141-85BB-714725126882}"/>
                </a:ext>
              </a:extLst>
            </p:cNvPr>
            <p:cNvSpPr/>
            <p:nvPr/>
          </p:nvSpPr>
          <p:spPr>
            <a:xfrm rot="2607834" flipH="1">
              <a:off x="11682984" y="-546958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FD80BB87-4E92-4B46-9919-A756D9432CF5}"/>
                </a:ext>
              </a:extLst>
            </p:cNvPr>
            <p:cNvSpPr/>
            <p:nvPr/>
          </p:nvSpPr>
          <p:spPr>
            <a:xfrm rot="2607834" flipH="1">
              <a:off x="10820209" y="-38461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397422D-42D7-4AD2-BD20-CFDC288909AF}"/>
                </a:ext>
              </a:extLst>
            </p:cNvPr>
            <p:cNvSpPr/>
            <p:nvPr/>
          </p:nvSpPr>
          <p:spPr>
            <a:xfrm rot="2700000">
              <a:off x="10775728" y="-649251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41636CE3-709A-4821-8E50-2D8173146BDE}"/>
                </a:ext>
              </a:extLst>
            </p:cNvPr>
            <p:cNvSpPr/>
            <p:nvPr/>
          </p:nvSpPr>
          <p:spPr>
            <a:xfrm>
              <a:off x="10002810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80A64B72-33A5-49B8-B1F5-5E32FBCAF469}"/>
                </a:ext>
              </a:extLst>
            </p:cNvPr>
            <p:cNvSpPr/>
            <p:nvPr/>
          </p:nvSpPr>
          <p:spPr>
            <a:xfrm rot="2700000">
              <a:off x="6668393" y="-644954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3E6CD29A-11CA-4A7B-AC61-67FE86041EA9}"/>
                </a:ext>
              </a:extLst>
            </p:cNvPr>
            <p:cNvSpPr/>
            <p:nvPr/>
          </p:nvSpPr>
          <p:spPr>
            <a:xfrm>
              <a:off x="9226292" y="-462965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D6350128-CA7D-4480-98A3-B1A31B35DDA7}"/>
                </a:ext>
              </a:extLst>
            </p:cNvPr>
            <p:cNvSpPr/>
            <p:nvPr/>
          </p:nvSpPr>
          <p:spPr>
            <a:xfrm>
              <a:off x="7484377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F05CDD65-BB23-4EB9-A1DC-8EA3510F3095}"/>
                </a:ext>
              </a:extLst>
            </p:cNvPr>
            <p:cNvSpPr/>
            <p:nvPr/>
          </p:nvSpPr>
          <p:spPr>
            <a:xfrm rot="2607834" flipH="1">
              <a:off x="9990352" y="-730498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9E4E4137-2E04-41E7-897F-452317C286D6}"/>
                </a:ext>
              </a:extLst>
            </p:cNvPr>
            <p:cNvSpPr/>
            <p:nvPr/>
          </p:nvSpPr>
          <p:spPr>
            <a:xfrm>
              <a:off x="8387584" y="-63085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4A858461-2E66-46A6-B120-9CB3E2EDB8DA}"/>
                </a:ext>
              </a:extLst>
            </p:cNvPr>
            <p:cNvSpPr/>
            <p:nvPr/>
          </p:nvSpPr>
          <p:spPr>
            <a:xfrm rot="2607834" flipH="1">
              <a:off x="7573452" y="-64879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856D7F45-CBF8-4926-9239-71C74FC21FE9}"/>
                </a:ext>
              </a:extLst>
            </p:cNvPr>
            <p:cNvSpPr/>
            <p:nvPr/>
          </p:nvSpPr>
          <p:spPr>
            <a:xfrm rot="2607834" flipH="1">
              <a:off x="8376596" y="-729645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6984C7CD-112E-4814-AB6E-5D0B8D5EC96E}"/>
                </a:ext>
              </a:extLst>
            </p:cNvPr>
            <p:cNvGrpSpPr/>
            <p:nvPr/>
          </p:nvGrpSpPr>
          <p:grpSpPr>
            <a:xfrm>
              <a:off x="6583129" y="-3188469"/>
              <a:ext cx="5634728" cy="1733102"/>
              <a:chOff x="6583129" y="-3188469"/>
              <a:chExt cx="5634728" cy="1733102"/>
            </a:xfrm>
          </p:grpSpPr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A304535D-BC5F-49E8-B0DF-41717F0E3B71}"/>
                  </a:ext>
                </a:extLst>
              </p:cNvPr>
              <p:cNvSpPr/>
              <p:nvPr/>
            </p:nvSpPr>
            <p:spPr>
              <a:xfrm rot="20876803">
                <a:off x="11764135" y="-313483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5F077DA7-965D-471A-8655-F9B1514E9261}"/>
                  </a:ext>
                </a:extLst>
              </p:cNvPr>
              <p:cNvSpPr/>
              <p:nvPr/>
            </p:nvSpPr>
            <p:spPr>
              <a:xfrm rot="20876803">
                <a:off x="8340546" y="-3188469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68ECB858-BC5E-47B6-9954-55DBCA4AAE97}"/>
                  </a:ext>
                </a:extLst>
              </p:cNvPr>
              <p:cNvSpPr/>
              <p:nvPr/>
            </p:nvSpPr>
            <p:spPr>
              <a:xfrm rot="20876803">
                <a:off x="6583129" y="-305638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7892294E-E46B-485F-90ED-BF4ED1480EAB}"/>
                  </a:ext>
                </a:extLst>
              </p:cNvPr>
              <p:cNvSpPr/>
              <p:nvPr/>
            </p:nvSpPr>
            <p:spPr>
              <a:xfrm rot="20876803">
                <a:off x="10778739" y="-2221967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25521129-25A9-4501-A94D-F2D312B6C06C}"/>
                  </a:ext>
                </a:extLst>
              </p:cNvPr>
              <p:cNvSpPr/>
              <p:nvPr/>
            </p:nvSpPr>
            <p:spPr>
              <a:xfrm rot="20876803">
                <a:off x="9903474" y="-221435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767" name="Straight Connector 1766">
                <a:extLst>
                  <a:ext uri="{FF2B5EF4-FFF2-40B4-BE49-F238E27FC236}">
                    <a16:creationId xmlns:a16="http://schemas.microsoft.com/office/drawing/2014/main" id="{5141C6CA-C34B-47F9-A91C-1B5CCC3ED6E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691096" y="-2299091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8" name="Straight Connector 1767">
                <a:extLst>
                  <a:ext uri="{FF2B5EF4-FFF2-40B4-BE49-F238E27FC236}">
                    <a16:creationId xmlns:a16="http://schemas.microsoft.com/office/drawing/2014/main" id="{9D740EA6-2B4B-4250-8F6B-7D192E143E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79892" y="-1845073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9" name="Straight Connector 1768">
                <a:extLst>
                  <a:ext uri="{FF2B5EF4-FFF2-40B4-BE49-F238E27FC236}">
                    <a16:creationId xmlns:a16="http://schemas.microsoft.com/office/drawing/2014/main" id="{15565EBD-2C85-4D5F-BDD8-E69F5304BA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552292" y="-2688775"/>
                <a:ext cx="159042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4E8917A8-5590-42A4-B6FB-5777A77D1089}"/>
                  </a:ext>
                </a:extLst>
              </p:cNvPr>
              <p:cNvSpPr/>
              <p:nvPr/>
            </p:nvSpPr>
            <p:spPr>
              <a:xfrm rot="2700000">
                <a:off x="10630274" y="-308784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771" name="Multiplication Sign 1770">
                <a:extLst>
                  <a:ext uri="{FF2B5EF4-FFF2-40B4-BE49-F238E27FC236}">
                    <a16:creationId xmlns:a16="http://schemas.microsoft.com/office/drawing/2014/main" id="{6C99DEA7-C1D0-4678-B766-ED5A404D283D}"/>
                  </a:ext>
                </a:extLst>
              </p:cNvPr>
              <p:cNvSpPr/>
              <p:nvPr/>
            </p:nvSpPr>
            <p:spPr>
              <a:xfrm>
                <a:off x="11226785" y="-2595543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6A485F96-1B7B-4E7A-A9A1-E54EDCB5E432}"/>
                  </a:ext>
                </a:extLst>
              </p:cNvPr>
              <p:cNvSpPr/>
              <p:nvPr/>
            </p:nvSpPr>
            <p:spPr>
              <a:xfrm rot="20876803">
                <a:off x="8334341" y="-22519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1585D01-BF8E-4883-A7CA-77AD2A63C368}"/>
                  </a:ext>
                </a:extLst>
              </p:cNvPr>
              <p:cNvSpPr/>
              <p:nvPr/>
            </p:nvSpPr>
            <p:spPr>
              <a:xfrm rot="2700000">
                <a:off x="9108694" y="-2182372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774" name="Straight Connector 1773">
                <a:extLst>
                  <a:ext uri="{FF2B5EF4-FFF2-40B4-BE49-F238E27FC236}">
                    <a16:creationId xmlns:a16="http://schemas.microsoft.com/office/drawing/2014/main" id="{390594B6-96ED-4E6A-ADE4-65D23836622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372013" y="-2249391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5B050E15-69A6-44DB-B259-A6BEF5C6B0F6}"/>
                  </a:ext>
                </a:extLst>
              </p:cNvPr>
              <p:cNvSpPr/>
              <p:nvPr/>
            </p:nvSpPr>
            <p:spPr>
              <a:xfrm rot="2700000">
                <a:off x="7348451" y="-3048974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776" name="Straight Connector 1775">
                <a:extLst>
                  <a:ext uri="{FF2B5EF4-FFF2-40B4-BE49-F238E27FC236}">
                    <a16:creationId xmlns:a16="http://schemas.microsoft.com/office/drawing/2014/main" id="{CFA048DF-6649-4141-846E-8A569587614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155330" y="-1855437"/>
                <a:ext cx="79763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7" name="Straight Connector 1776">
                <a:extLst>
                  <a:ext uri="{FF2B5EF4-FFF2-40B4-BE49-F238E27FC236}">
                    <a16:creationId xmlns:a16="http://schemas.microsoft.com/office/drawing/2014/main" id="{173675B9-8ECA-4C80-B129-C548579F3FD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551182" y="-227795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8" name="Multiplication Sign 1777">
                <a:extLst>
                  <a:ext uri="{FF2B5EF4-FFF2-40B4-BE49-F238E27FC236}">
                    <a16:creationId xmlns:a16="http://schemas.microsoft.com/office/drawing/2014/main" id="{BFA0B484-A08D-476D-869E-099EBAC857CE}"/>
                  </a:ext>
                </a:extLst>
              </p:cNvPr>
              <p:cNvSpPr/>
              <p:nvPr/>
            </p:nvSpPr>
            <p:spPr>
              <a:xfrm>
                <a:off x="6813357" y="-246509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779" name="Multiplication Sign 1778">
                <a:extLst>
                  <a:ext uri="{FF2B5EF4-FFF2-40B4-BE49-F238E27FC236}">
                    <a16:creationId xmlns:a16="http://schemas.microsoft.com/office/drawing/2014/main" id="{029BC517-66BD-41E5-B64B-4E805DBC111E}"/>
                  </a:ext>
                </a:extLst>
              </p:cNvPr>
              <p:cNvSpPr/>
              <p:nvPr/>
            </p:nvSpPr>
            <p:spPr>
              <a:xfrm>
                <a:off x="9487574" y="-277647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sp>
          <p:nvSpPr>
            <p:cNvPr id="2016" name="Freeform: Shape 2015">
              <a:extLst>
                <a:ext uri="{FF2B5EF4-FFF2-40B4-BE49-F238E27FC236}">
                  <a16:creationId xmlns:a16="http://schemas.microsoft.com/office/drawing/2014/main" id="{A4815001-3E59-49DD-95EB-CEC82DAC26C9}"/>
                </a:ext>
              </a:extLst>
            </p:cNvPr>
            <p:cNvSpPr/>
            <p:nvPr/>
          </p:nvSpPr>
          <p:spPr>
            <a:xfrm rot="2607834" flipH="1">
              <a:off x="11831852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17" name="Freeform: Shape 2016">
              <a:extLst>
                <a:ext uri="{FF2B5EF4-FFF2-40B4-BE49-F238E27FC236}">
                  <a16:creationId xmlns:a16="http://schemas.microsoft.com/office/drawing/2014/main" id="{347097C9-AFC4-465A-9698-F5ABD7F84EFF}"/>
                </a:ext>
              </a:extLst>
            </p:cNvPr>
            <p:cNvSpPr/>
            <p:nvPr/>
          </p:nvSpPr>
          <p:spPr>
            <a:xfrm rot="2607834" flipH="1">
              <a:off x="10150409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18" name="Freeform: Shape 2017">
              <a:extLst>
                <a:ext uri="{FF2B5EF4-FFF2-40B4-BE49-F238E27FC236}">
                  <a16:creationId xmlns:a16="http://schemas.microsoft.com/office/drawing/2014/main" id="{ABF571C9-920D-40FE-8E8D-24C4B095BEA6}"/>
                </a:ext>
              </a:extLst>
            </p:cNvPr>
            <p:cNvSpPr/>
            <p:nvPr/>
          </p:nvSpPr>
          <p:spPr>
            <a:xfrm rot="2607834" flipH="1">
              <a:off x="11843949" y="14650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19" name="Freeform: Shape 2018">
              <a:extLst>
                <a:ext uri="{FF2B5EF4-FFF2-40B4-BE49-F238E27FC236}">
                  <a16:creationId xmlns:a16="http://schemas.microsoft.com/office/drawing/2014/main" id="{941979AB-54AF-4CC7-8225-8FC024509729}"/>
                </a:ext>
              </a:extLst>
            </p:cNvPr>
            <p:cNvSpPr/>
            <p:nvPr/>
          </p:nvSpPr>
          <p:spPr>
            <a:xfrm rot="2607834" flipH="1">
              <a:off x="10959709" y="31768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2101" name="Group 2100">
              <a:extLst>
                <a:ext uri="{FF2B5EF4-FFF2-40B4-BE49-F238E27FC236}">
                  <a16:creationId xmlns:a16="http://schemas.microsoft.com/office/drawing/2014/main" id="{E4530C11-F1F6-4126-88A4-332F4EF33690}"/>
                </a:ext>
              </a:extLst>
            </p:cNvPr>
            <p:cNvGrpSpPr/>
            <p:nvPr/>
          </p:nvGrpSpPr>
          <p:grpSpPr>
            <a:xfrm>
              <a:off x="6847702" y="7051816"/>
              <a:ext cx="5089991" cy="5060443"/>
              <a:chOff x="-4879250" y="177991"/>
              <a:chExt cx="5089991" cy="5060443"/>
            </a:xfrm>
          </p:grpSpPr>
          <p:sp>
            <p:nvSpPr>
              <p:cNvPr id="2141" name="Rectangle 2140">
                <a:extLst>
                  <a:ext uri="{FF2B5EF4-FFF2-40B4-BE49-F238E27FC236}">
                    <a16:creationId xmlns:a16="http://schemas.microsoft.com/office/drawing/2014/main" id="{1028308B-05A7-467E-A8BB-0E8B4DF68EEF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2" name="Rectangle 2141">
                <a:extLst>
                  <a:ext uri="{FF2B5EF4-FFF2-40B4-BE49-F238E27FC236}">
                    <a16:creationId xmlns:a16="http://schemas.microsoft.com/office/drawing/2014/main" id="{4080B5BA-93C3-4A48-BFF4-F8A8386A1546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3" name="Rectangle 2142">
                <a:extLst>
                  <a:ext uri="{FF2B5EF4-FFF2-40B4-BE49-F238E27FC236}">
                    <a16:creationId xmlns:a16="http://schemas.microsoft.com/office/drawing/2014/main" id="{4DCEACB2-859E-495B-9E5E-4C9230294D2B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4" name="Rectangle 2143">
                <a:extLst>
                  <a:ext uri="{FF2B5EF4-FFF2-40B4-BE49-F238E27FC236}">
                    <a16:creationId xmlns:a16="http://schemas.microsoft.com/office/drawing/2014/main" id="{04BE106A-238F-414C-8BF6-09EDCE493312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5" name="Rectangle 2144">
                <a:extLst>
                  <a:ext uri="{FF2B5EF4-FFF2-40B4-BE49-F238E27FC236}">
                    <a16:creationId xmlns:a16="http://schemas.microsoft.com/office/drawing/2014/main" id="{974F597F-04DC-4C6B-B0F1-6DD9E96C9F31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6" name="Rectangle 2145">
                <a:extLst>
                  <a:ext uri="{FF2B5EF4-FFF2-40B4-BE49-F238E27FC236}">
                    <a16:creationId xmlns:a16="http://schemas.microsoft.com/office/drawing/2014/main" id="{27CA9F0A-09FA-47EF-A527-F468DA553D61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7" name="Rectangle 2146">
                <a:extLst>
                  <a:ext uri="{FF2B5EF4-FFF2-40B4-BE49-F238E27FC236}">
                    <a16:creationId xmlns:a16="http://schemas.microsoft.com/office/drawing/2014/main" id="{F58D9A5E-C51A-4029-9E11-83BBE91527A0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8" name="Rectangle 2147">
                <a:extLst>
                  <a:ext uri="{FF2B5EF4-FFF2-40B4-BE49-F238E27FC236}">
                    <a16:creationId xmlns:a16="http://schemas.microsoft.com/office/drawing/2014/main" id="{A1EB6B8F-5774-4768-8DE6-3076A05A1F19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9" name="Rectangle 2148">
                <a:extLst>
                  <a:ext uri="{FF2B5EF4-FFF2-40B4-BE49-F238E27FC236}">
                    <a16:creationId xmlns:a16="http://schemas.microsoft.com/office/drawing/2014/main" id="{9FC1425E-567F-46F0-BB5D-CA9D3F5E149E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0" name="Rectangle 2149">
                <a:extLst>
                  <a:ext uri="{FF2B5EF4-FFF2-40B4-BE49-F238E27FC236}">
                    <a16:creationId xmlns:a16="http://schemas.microsoft.com/office/drawing/2014/main" id="{06883AB4-D773-4B74-8DCB-B39A636FA07E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1" name="Rectangle 2150">
                <a:extLst>
                  <a:ext uri="{FF2B5EF4-FFF2-40B4-BE49-F238E27FC236}">
                    <a16:creationId xmlns:a16="http://schemas.microsoft.com/office/drawing/2014/main" id="{50A58A4B-5FB4-43EE-9D3F-0B0290E978E7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2" name="Rectangle 2151">
                <a:extLst>
                  <a:ext uri="{FF2B5EF4-FFF2-40B4-BE49-F238E27FC236}">
                    <a16:creationId xmlns:a16="http://schemas.microsoft.com/office/drawing/2014/main" id="{4DD8FCEF-87C7-413D-B4E9-487D2DCAB26D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3" name="Rectangle 2152">
                <a:extLst>
                  <a:ext uri="{FF2B5EF4-FFF2-40B4-BE49-F238E27FC236}">
                    <a16:creationId xmlns:a16="http://schemas.microsoft.com/office/drawing/2014/main" id="{5E3274B5-63AF-4813-88E3-5F3520B23302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4" name="Rectangle 2153">
                <a:extLst>
                  <a:ext uri="{FF2B5EF4-FFF2-40B4-BE49-F238E27FC236}">
                    <a16:creationId xmlns:a16="http://schemas.microsoft.com/office/drawing/2014/main" id="{8E0E2B8B-4CB9-4438-835A-0077ADEE4A52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5" name="Rectangle 2154">
                <a:extLst>
                  <a:ext uri="{FF2B5EF4-FFF2-40B4-BE49-F238E27FC236}">
                    <a16:creationId xmlns:a16="http://schemas.microsoft.com/office/drawing/2014/main" id="{9506B170-E64C-4E2D-ADF8-EA28CC74A7BD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156" name="Rectangle 2155">
                <a:extLst>
                  <a:ext uri="{FF2B5EF4-FFF2-40B4-BE49-F238E27FC236}">
                    <a16:creationId xmlns:a16="http://schemas.microsoft.com/office/drawing/2014/main" id="{080C7C44-2091-4EE2-9630-0A521B16E9F0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157" name="Rectangle 2156">
                <a:extLst>
                  <a:ext uri="{FF2B5EF4-FFF2-40B4-BE49-F238E27FC236}">
                    <a16:creationId xmlns:a16="http://schemas.microsoft.com/office/drawing/2014/main" id="{47780250-E54F-4669-A21A-DCA8EFDC4DDE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8" name="Rectangle 2157">
                <a:extLst>
                  <a:ext uri="{FF2B5EF4-FFF2-40B4-BE49-F238E27FC236}">
                    <a16:creationId xmlns:a16="http://schemas.microsoft.com/office/drawing/2014/main" id="{FA17FAF9-29F5-4D4E-9B1E-F102D2E9C013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9" name="Rectangle 2158">
                <a:extLst>
                  <a:ext uri="{FF2B5EF4-FFF2-40B4-BE49-F238E27FC236}">
                    <a16:creationId xmlns:a16="http://schemas.microsoft.com/office/drawing/2014/main" id="{8C0B78D9-A2BF-45B1-B6ED-4286FBB793CF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0" name="Rectangle 2159">
                <a:extLst>
                  <a:ext uri="{FF2B5EF4-FFF2-40B4-BE49-F238E27FC236}">
                    <a16:creationId xmlns:a16="http://schemas.microsoft.com/office/drawing/2014/main" id="{1FBDD73F-178F-49F5-A3B8-8602322EE3DC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1" name="Rectangle 2160">
                <a:extLst>
                  <a:ext uri="{FF2B5EF4-FFF2-40B4-BE49-F238E27FC236}">
                    <a16:creationId xmlns:a16="http://schemas.microsoft.com/office/drawing/2014/main" id="{71AB1D12-6297-4110-904C-CDF603F2AE92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2" name="Rectangle 2161">
                <a:extLst>
                  <a:ext uri="{FF2B5EF4-FFF2-40B4-BE49-F238E27FC236}">
                    <a16:creationId xmlns:a16="http://schemas.microsoft.com/office/drawing/2014/main" id="{3D0B505B-887C-40A5-B462-8173EAB6CF45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3" name="Rectangle 2162">
                <a:extLst>
                  <a:ext uri="{FF2B5EF4-FFF2-40B4-BE49-F238E27FC236}">
                    <a16:creationId xmlns:a16="http://schemas.microsoft.com/office/drawing/2014/main" id="{DFCD811E-2E98-46D6-A76C-5406CCFC0AD1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4" name="Rectangle 2163">
                <a:extLst>
                  <a:ext uri="{FF2B5EF4-FFF2-40B4-BE49-F238E27FC236}">
                    <a16:creationId xmlns:a16="http://schemas.microsoft.com/office/drawing/2014/main" id="{48DB8899-7026-422E-8562-EE6BC68B293E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5" name="Rectangle 2164">
                <a:extLst>
                  <a:ext uri="{FF2B5EF4-FFF2-40B4-BE49-F238E27FC236}">
                    <a16:creationId xmlns:a16="http://schemas.microsoft.com/office/drawing/2014/main" id="{0276C27D-AAC4-46F5-9DD2-CE16221B34DC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6" name="Rectangle 2165">
                <a:extLst>
                  <a:ext uri="{FF2B5EF4-FFF2-40B4-BE49-F238E27FC236}">
                    <a16:creationId xmlns:a16="http://schemas.microsoft.com/office/drawing/2014/main" id="{FF2B351E-31FD-47EB-9D6E-EA3A19C29CF4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7" name="Rectangle 2166">
                <a:extLst>
                  <a:ext uri="{FF2B5EF4-FFF2-40B4-BE49-F238E27FC236}">
                    <a16:creationId xmlns:a16="http://schemas.microsoft.com/office/drawing/2014/main" id="{B6252437-85F4-4BDD-BE8E-06A8626FB19D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8" name="Rectangle 2167">
                <a:extLst>
                  <a:ext uri="{FF2B5EF4-FFF2-40B4-BE49-F238E27FC236}">
                    <a16:creationId xmlns:a16="http://schemas.microsoft.com/office/drawing/2014/main" id="{0030EA25-9E3A-4D20-8B3E-9AC78B05764E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9" name="Rectangle 2168">
                <a:extLst>
                  <a:ext uri="{FF2B5EF4-FFF2-40B4-BE49-F238E27FC236}">
                    <a16:creationId xmlns:a16="http://schemas.microsoft.com/office/drawing/2014/main" id="{BBAC1E33-1E31-4592-A4C2-086276A9C9EE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0" name="Rectangle 2169">
                <a:extLst>
                  <a:ext uri="{FF2B5EF4-FFF2-40B4-BE49-F238E27FC236}">
                    <a16:creationId xmlns:a16="http://schemas.microsoft.com/office/drawing/2014/main" id="{34E5835A-D350-42D3-9F94-713340E8DE21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1" name="Rectangle 2170">
                <a:extLst>
                  <a:ext uri="{FF2B5EF4-FFF2-40B4-BE49-F238E27FC236}">
                    <a16:creationId xmlns:a16="http://schemas.microsoft.com/office/drawing/2014/main" id="{831E4BE1-B622-44A7-90CA-9345907B4FDF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2" name="Rectangle 2171">
                <a:extLst>
                  <a:ext uri="{FF2B5EF4-FFF2-40B4-BE49-F238E27FC236}">
                    <a16:creationId xmlns:a16="http://schemas.microsoft.com/office/drawing/2014/main" id="{2573920C-2CEC-40CD-8430-D4210F7D3850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3" name="Rectangle 2172">
                <a:extLst>
                  <a:ext uri="{FF2B5EF4-FFF2-40B4-BE49-F238E27FC236}">
                    <a16:creationId xmlns:a16="http://schemas.microsoft.com/office/drawing/2014/main" id="{F98E4230-09EE-450C-9F8F-77B894FECBD3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4" name="Rectangle 2173">
                <a:extLst>
                  <a:ext uri="{FF2B5EF4-FFF2-40B4-BE49-F238E27FC236}">
                    <a16:creationId xmlns:a16="http://schemas.microsoft.com/office/drawing/2014/main" id="{EE85DD26-D4BE-4194-893E-CAD82571FCA9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5" name="Rectangle 2174">
                <a:extLst>
                  <a:ext uri="{FF2B5EF4-FFF2-40B4-BE49-F238E27FC236}">
                    <a16:creationId xmlns:a16="http://schemas.microsoft.com/office/drawing/2014/main" id="{A1DD1FDD-877C-40E5-A128-EBA384A1E87D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6" name="Rectangle 2175">
                <a:extLst>
                  <a:ext uri="{FF2B5EF4-FFF2-40B4-BE49-F238E27FC236}">
                    <a16:creationId xmlns:a16="http://schemas.microsoft.com/office/drawing/2014/main" id="{B370B5FA-BCC7-4D92-8A37-53265E65B900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102" name="Freeform: Shape 2101">
              <a:extLst>
                <a:ext uri="{FF2B5EF4-FFF2-40B4-BE49-F238E27FC236}">
                  <a16:creationId xmlns:a16="http://schemas.microsoft.com/office/drawing/2014/main" id="{202CFECB-D19D-48CD-8E1A-A75D22C9FD52}"/>
                </a:ext>
              </a:extLst>
            </p:cNvPr>
            <p:cNvSpPr/>
            <p:nvPr/>
          </p:nvSpPr>
          <p:spPr>
            <a:xfrm rot="2607834" flipH="1">
              <a:off x="11699536" y="76390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03" name="Freeform: Shape 2102">
              <a:extLst>
                <a:ext uri="{FF2B5EF4-FFF2-40B4-BE49-F238E27FC236}">
                  <a16:creationId xmlns:a16="http://schemas.microsoft.com/office/drawing/2014/main" id="{8D5F1ED2-CF62-4357-AC3F-12F2F65F3BC3}"/>
                </a:ext>
              </a:extLst>
            </p:cNvPr>
            <p:cNvSpPr/>
            <p:nvPr/>
          </p:nvSpPr>
          <p:spPr>
            <a:xfrm rot="2607834" flipH="1">
              <a:off x="11682984" y="85051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04" name="Freeform: Shape 2103">
              <a:extLst>
                <a:ext uri="{FF2B5EF4-FFF2-40B4-BE49-F238E27FC236}">
                  <a16:creationId xmlns:a16="http://schemas.microsoft.com/office/drawing/2014/main" id="{74425578-78A6-4909-AA77-22B0EF0D94BA}"/>
                </a:ext>
              </a:extLst>
            </p:cNvPr>
            <p:cNvSpPr/>
            <p:nvPr/>
          </p:nvSpPr>
          <p:spPr>
            <a:xfrm rot="2607834" flipH="1">
              <a:off x="10896730" y="1012858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05" name="Freeform: Shape 2104">
              <a:extLst>
                <a:ext uri="{FF2B5EF4-FFF2-40B4-BE49-F238E27FC236}">
                  <a16:creationId xmlns:a16="http://schemas.microsoft.com/office/drawing/2014/main" id="{EBB18F03-747E-4031-9518-166BF625F9C0}"/>
                </a:ext>
              </a:extLst>
            </p:cNvPr>
            <p:cNvSpPr/>
            <p:nvPr/>
          </p:nvSpPr>
          <p:spPr>
            <a:xfrm rot="2700000">
              <a:off x="10775728" y="763354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06" name="Freeform: Shape 2105">
              <a:extLst>
                <a:ext uri="{FF2B5EF4-FFF2-40B4-BE49-F238E27FC236}">
                  <a16:creationId xmlns:a16="http://schemas.microsoft.com/office/drawing/2014/main" id="{FC199D80-A7ED-4094-9F9F-2919CAA1D73C}"/>
                </a:ext>
              </a:extLst>
            </p:cNvPr>
            <p:cNvSpPr/>
            <p:nvPr/>
          </p:nvSpPr>
          <p:spPr>
            <a:xfrm>
              <a:off x="10002810" y="93046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7" name="Freeform: Shape 2106">
              <a:extLst>
                <a:ext uri="{FF2B5EF4-FFF2-40B4-BE49-F238E27FC236}">
                  <a16:creationId xmlns:a16="http://schemas.microsoft.com/office/drawing/2014/main" id="{BE290D15-0D2A-4B70-B31E-A16F58199D2D}"/>
                </a:ext>
              </a:extLst>
            </p:cNvPr>
            <p:cNvSpPr/>
            <p:nvPr/>
          </p:nvSpPr>
          <p:spPr>
            <a:xfrm rot="2700000">
              <a:off x="6668393" y="762339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08" name="Freeform: Shape 2107">
              <a:extLst>
                <a:ext uri="{FF2B5EF4-FFF2-40B4-BE49-F238E27FC236}">
                  <a16:creationId xmlns:a16="http://schemas.microsoft.com/office/drawing/2014/main" id="{162AB543-A5BA-4F1F-A98A-0D5585A7AF18}"/>
                </a:ext>
              </a:extLst>
            </p:cNvPr>
            <p:cNvSpPr/>
            <p:nvPr/>
          </p:nvSpPr>
          <p:spPr>
            <a:xfrm>
              <a:off x="9226292" y="934503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9" name="Freeform: Shape 2108">
              <a:extLst>
                <a:ext uri="{FF2B5EF4-FFF2-40B4-BE49-F238E27FC236}">
                  <a16:creationId xmlns:a16="http://schemas.microsoft.com/office/drawing/2014/main" id="{D7CB3151-EEE4-43EC-AC04-A7738E1A74F8}"/>
                </a:ext>
              </a:extLst>
            </p:cNvPr>
            <p:cNvSpPr/>
            <p:nvPr/>
          </p:nvSpPr>
          <p:spPr>
            <a:xfrm>
              <a:off x="7484377" y="93046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0" name="Freeform: Shape 2109">
              <a:extLst>
                <a:ext uri="{FF2B5EF4-FFF2-40B4-BE49-F238E27FC236}">
                  <a16:creationId xmlns:a16="http://schemas.microsoft.com/office/drawing/2014/main" id="{CFA5316F-E3DD-4C26-8FF6-11DB804174A4}"/>
                </a:ext>
              </a:extLst>
            </p:cNvPr>
            <p:cNvSpPr/>
            <p:nvPr/>
          </p:nvSpPr>
          <p:spPr>
            <a:xfrm rot="2607834" flipH="1">
              <a:off x="9990352" y="666970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12" name="Freeform: Shape 2111">
              <a:extLst>
                <a:ext uri="{FF2B5EF4-FFF2-40B4-BE49-F238E27FC236}">
                  <a16:creationId xmlns:a16="http://schemas.microsoft.com/office/drawing/2014/main" id="{FED72E54-2144-4740-89A3-F4C97253DAF7}"/>
                </a:ext>
              </a:extLst>
            </p:cNvPr>
            <p:cNvSpPr/>
            <p:nvPr/>
          </p:nvSpPr>
          <p:spPr>
            <a:xfrm>
              <a:off x="8387584" y="76660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3" name="Freeform: Shape 2112">
              <a:extLst>
                <a:ext uri="{FF2B5EF4-FFF2-40B4-BE49-F238E27FC236}">
                  <a16:creationId xmlns:a16="http://schemas.microsoft.com/office/drawing/2014/main" id="{A2ED4A0B-E046-4F2D-BCAB-179C4777D708}"/>
                </a:ext>
              </a:extLst>
            </p:cNvPr>
            <p:cNvSpPr/>
            <p:nvPr/>
          </p:nvSpPr>
          <p:spPr>
            <a:xfrm rot="2607834" flipH="1">
              <a:off x="7573452" y="74866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14" name="Freeform: Shape 2113">
              <a:extLst>
                <a:ext uri="{FF2B5EF4-FFF2-40B4-BE49-F238E27FC236}">
                  <a16:creationId xmlns:a16="http://schemas.microsoft.com/office/drawing/2014/main" id="{2E4DB417-4E13-4F13-8D89-75F105176CD8}"/>
                </a:ext>
              </a:extLst>
            </p:cNvPr>
            <p:cNvSpPr/>
            <p:nvPr/>
          </p:nvSpPr>
          <p:spPr>
            <a:xfrm rot="2607834" flipH="1">
              <a:off x="8376596" y="667823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2116" name="Group 2115">
              <a:extLst>
                <a:ext uri="{FF2B5EF4-FFF2-40B4-BE49-F238E27FC236}">
                  <a16:creationId xmlns:a16="http://schemas.microsoft.com/office/drawing/2014/main" id="{B2DB0582-6EDF-4CBE-93C9-F104CB26B3A9}"/>
                </a:ext>
              </a:extLst>
            </p:cNvPr>
            <p:cNvGrpSpPr/>
            <p:nvPr/>
          </p:nvGrpSpPr>
          <p:grpSpPr>
            <a:xfrm>
              <a:off x="6583129" y="10826320"/>
              <a:ext cx="5634728" cy="1692999"/>
              <a:chOff x="-5891952" y="-3206680"/>
              <a:chExt cx="5634728" cy="1692999"/>
            </a:xfrm>
          </p:grpSpPr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C76C15EE-E5FF-4DBA-8C77-D5BFE5EB5C55}"/>
                  </a:ext>
                </a:extLst>
              </p:cNvPr>
              <p:cNvSpPr/>
              <p:nvPr/>
            </p:nvSpPr>
            <p:spPr>
              <a:xfrm rot="20876803">
                <a:off x="-5891952" y="-319314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E7B9DBC7-392D-4CF9-AEBB-C712272B826B}"/>
                  </a:ext>
                </a:extLst>
              </p:cNvPr>
              <p:cNvSpPr/>
              <p:nvPr/>
            </p:nvSpPr>
            <p:spPr>
              <a:xfrm rot="20876803">
                <a:off x="-1597196" y="-2341669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D0C3C15D-CEA1-41C2-96C1-A053A83B4F42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E7FFDE99-A93D-45D6-AD5D-12E9270E72A6}"/>
                  </a:ext>
                </a:extLst>
              </p:cNvPr>
              <p:cNvSpPr/>
              <p:nvPr/>
            </p:nvSpPr>
            <p:spPr>
              <a:xfrm rot="20876803">
                <a:off x="-4063708" y="-32066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3B9E877A-3B6A-487C-A60D-83A222465674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129" name="Straight Connector 2128">
                <a:extLst>
                  <a:ext uri="{FF2B5EF4-FFF2-40B4-BE49-F238E27FC236}">
                    <a16:creationId xmlns:a16="http://schemas.microsoft.com/office/drawing/2014/main" id="{7DC6E806-EACE-456E-ADA6-76F954A88E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0" name="Straight Connector 2129">
                <a:extLst>
                  <a:ext uri="{FF2B5EF4-FFF2-40B4-BE49-F238E27FC236}">
                    <a16:creationId xmlns:a16="http://schemas.microsoft.com/office/drawing/2014/main" id="{453EEF33-16C4-4FC4-A888-78BE9700C40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2747089"/>
                <a:ext cx="159042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D4529487-5976-4071-9653-ABD9007EC2B6}"/>
                  </a:ext>
                </a:extLst>
              </p:cNvPr>
              <p:cNvSpPr/>
              <p:nvPr/>
            </p:nvSpPr>
            <p:spPr>
              <a:xfrm rot="2700000">
                <a:off x="-5012668" y="-3067781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8C7E8DB4-7B41-489D-8618-A1344488CA0D}"/>
                  </a:ext>
                </a:extLst>
              </p:cNvPr>
              <p:cNvSpPr/>
              <p:nvPr/>
            </p:nvSpPr>
            <p:spPr>
              <a:xfrm rot="20876803">
                <a:off x="-246215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DFF1BF2F-14BC-4381-B1C0-9D080D02AC08}"/>
                  </a:ext>
                </a:extLst>
              </p:cNvPr>
              <p:cNvSpPr/>
              <p:nvPr/>
            </p:nvSpPr>
            <p:spPr>
              <a:xfrm rot="2700000">
                <a:off x="-3353991" y="-224068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2135" name="Straight Connector 2134">
                <a:extLst>
                  <a:ext uri="{FF2B5EF4-FFF2-40B4-BE49-F238E27FC236}">
                    <a16:creationId xmlns:a16="http://schemas.microsoft.com/office/drawing/2014/main" id="{208C5623-69FB-4BF0-92F9-64B68C933B6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827634D-3396-46FE-A650-6078973F72D1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2137" name="Straight Connector 2136">
                <a:extLst>
                  <a:ext uri="{FF2B5EF4-FFF2-40B4-BE49-F238E27FC236}">
                    <a16:creationId xmlns:a16="http://schemas.microsoft.com/office/drawing/2014/main" id="{0618C6CC-FB41-45EC-AB5B-88526AC949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627059" y="-1913751"/>
                <a:ext cx="177665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8" name="Straight Connector 2137">
                <a:extLst>
                  <a:ext uri="{FF2B5EF4-FFF2-40B4-BE49-F238E27FC236}">
                    <a16:creationId xmlns:a16="http://schemas.microsoft.com/office/drawing/2014/main" id="{4D928E76-104E-4896-82ED-B2FB558A6C0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6088264" y="-2336268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0" name="Straight Connector 2239">
                <a:extLst>
                  <a:ext uri="{FF2B5EF4-FFF2-40B4-BE49-F238E27FC236}">
                    <a16:creationId xmlns:a16="http://schemas.microsoft.com/office/drawing/2014/main" id="{60BF9018-BA93-4CCB-B613-D151A347FD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699267" y="-235740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18" name="Straight Connector 2117">
              <a:extLst>
                <a:ext uri="{FF2B5EF4-FFF2-40B4-BE49-F238E27FC236}">
                  <a16:creationId xmlns:a16="http://schemas.microsoft.com/office/drawing/2014/main" id="{C74DA576-60A2-4FD5-B772-2EC49441765D}"/>
                </a:ext>
              </a:extLst>
            </p:cNvPr>
            <p:cNvCxnSpPr>
              <a:cxnSpLocks/>
            </p:cNvCxnSpPr>
            <p:nvPr/>
          </p:nvCxnSpPr>
          <p:spPr>
            <a:xfrm>
              <a:off x="11029506" y="88245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81" name="Freeform: Shape 2180">
              <a:extLst>
                <a:ext uri="{FF2B5EF4-FFF2-40B4-BE49-F238E27FC236}">
                  <a16:creationId xmlns:a16="http://schemas.microsoft.com/office/drawing/2014/main" id="{14465D1B-B83B-4B56-98A2-4A8BF6B277E4}"/>
                </a:ext>
              </a:extLst>
            </p:cNvPr>
            <p:cNvSpPr/>
            <p:nvPr/>
          </p:nvSpPr>
          <p:spPr>
            <a:xfrm rot="2607834" flipH="1">
              <a:off x="-716304" y="782553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82" name="Freeform: Shape 2181">
              <a:extLst>
                <a:ext uri="{FF2B5EF4-FFF2-40B4-BE49-F238E27FC236}">
                  <a16:creationId xmlns:a16="http://schemas.microsoft.com/office/drawing/2014/main" id="{41B042D7-B44E-4DF6-9704-CD6E0557838C}"/>
                </a:ext>
              </a:extLst>
            </p:cNvPr>
            <p:cNvSpPr/>
            <p:nvPr/>
          </p:nvSpPr>
          <p:spPr>
            <a:xfrm rot="2607834" flipH="1">
              <a:off x="-2397747" y="685621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83" name="Freeform: Shape 2182">
              <a:extLst>
                <a:ext uri="{FF2B5EF4-FFF2-40B4-BE49-F238E27FC236}">
                  <a16:creationId xmlns:a16="http://schemas.microsoft.com/office/drawing/2014/main" id="{8BDC7FBE-845C-4481-9EB1-96467E2A5FF8}"/>
                </a:ext>
              </a:extLst>
            </p:cNvPr>
            <p:cNvSpPr/>
            <p:nvPr/>
          </p:nvSpPr>
          <p:spPr>
            <a:xfrm rot="2607834" flipH="1">
              <a:off x="-704207" y="860335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84" name="Freeform: Shape 2183">
              <a:extLst>
                <a:ext uri="{FF2B5EF4-FFF2-40B4-BE49-F238E27FC236}">
                  <a16:creationId xmlns:a16="http://schemas.microsoft.com/office/drawing/2014/main" id="{52711532-F7A8-4891-8B2F-CCDFDC692E5F}"/>
                </a:ext>
              </a:extLst>
            </p:cNvPr>
            <p:cNvSpPr/>
            <p:nvPr/>
          </p:nvSpPr>
          <p:spPr>
            <a:xfrm rot="2607834" flipH="1">
              <a:off x="-1511926" y="1031509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2185" name="Straight Connector 2184">
              <a:extLst>
                <a:ext uri="{FF2B5EF4-FFF2-40B4-BE49-F238E27FC236}">
                  <a16:creationId xmlns:a16="http://schemas.microsoft.com/office/drawing/2014/main" id="{AC0A7F03-FB05-4F4B-8C3E-26A3390E6C11}"/>
                </a:ext>
              </a:extLst>
            </p:cNvPr>
            <p:cNvCxnSpPr>
              <a:cxnSpLocks/>
            </p:cNvCxnSpPr>
            <p:nvPr/>
          </p:nvCxnSpPr>
          <p:spPr>
            <a:xfrm>
              <a:off x="-2340848" y="10606703"/>
              <a:ext cx="1866014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6" name="Straight Connector 2185">
              <a:extLst>
                <a:ext uri="{FF2B5EF4-FFF2-40B4-BE49-F238E27FC236}">
                  <a16:creationId xmlns:a16="http://schemas.microsoft.com/office/drawing/2014/main" id="{810ED9C6-492A-445B-AA29-36F2BC47B2B6}"/>
                </a:ext>
              </a:extLst>
            </p:cNvPr>
            <p:cNvCxnSpPr>
              <a:cxnSpLocks/>
            </p:cNvCxnSpPr>
            <p:nvPr/>
          </p:nvCxnSpPr>
          <p:spPr>
            <a:xfrm>
              <a:off x="-2323616" y="7205629"/>
              <a:ext cx="1866014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7" name="Straight Connector 2186">
              <a:extLst>
                <a:ext uri="{FF2B5EF4-FFF2-40B4-BE49-F238E27FC236}">
                  <a16:creationId xmlns:a16="http://schemas.microsoft.com/office/drawing/2014/main" id="{57B153FA-95AE-48E5-ACA4-D186D66BDA14}"/>
                </a:ext>
              </a:extLst>
            </p:cNvPr>
            <p:cNvCxnSpPr>
              <a:cxnSpLocks/>
            </p:cNvCxnSpPr>
            <p:nvPr/>
          </p:nvCxnSpPr>
          <p:spPr>
            <a:xfrm>
              <a:off x="-493298" y="7217481"/>
              <a:ext cx="0" cy="338924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7" name="Straight Connector 2196">
              <a:extLst>
                <a:ext uri="{FF2B5EF4-FFF2-40B4-BE49-F238E27FC236}">
                  <a16:creationId xmlns:a16="http://schemas.microsoft.com/office/drawing/2014/main" id="{0A2BDEFF-7351-4DA4-BB1E-C3AF32B09C6A}"/>
                </a:ext>
              </a:extLst>
            </p:cNvPr>
            <p:cNvCxnSpPr>
              <a:cxnSpLocks/>
            </p:cNvCxnSpPr>
            <p:nvPr/>
          </p:nvCxnSpPr>
          <p:spPr>
            <a:xfrm>
              <a:off x="-493298" y="-6889138"/>
              <a:ext cx="0" cy="1687824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0" name="Straight Connector 2199">
              <a:extLst>
                <a:ext uri="{FF2B5EF4-FFF2-40B4-BE49-F238E27FC236}">
                  <a16:creationId xmlns:a16="http://schemas.microsoft.com/office/drawing/2014/main" id="{6C158C47-D425-4FF8-82D6-5D4AE275EC9B}"/>
                </a:ext>
              </a:extLst>
            </p:cNvPr>
            <p:cNvCxnSpPr>
              <a:cxnSpLocks/>
            </p:cNvCxnSpPr>
            <p:nvPr/>
          </p:nvCxnSpPr>
          <p:spPr>
            <a:xfrm>
              <a:off x="-4679485" y="-6866953"/>
              <a:ext cx="0" cy="887853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1" name="Straight Connector 2200">
              <a:extLst>
                <a:ext uri="{FF2B5EF4-FFF2-40B4-BE49-F238E27FC236}">
                  <a16:creationId xmlns:a16="http://schemas.microsoft.com/office/drawing/2014/main" id="{01613A86-C9A8-4586-8354-33203B669C22}"/>
                </a:ext>
              </a:extLst>
            </p:cNvPr>
            <p:cNvCxnSpPr>
              <a:cxnSpLocks/>
            </p:cNvCxnSpPr>
            <p:nvPr/>
          </p:nvCxnSpPr>
          <p:spPr>
            <a:xfrm>
              <a:off x="-2221460" y="-6875177"/>
              <a:ext cx="1760638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9" name="Straight Connector 2238">
              <a:extLst>
                <a:ext uri="{FF2B5EF4-FFF2-40B4-BE49-F238E27FC236}">
                  <a16:creationId xmlns:a16="http://schemas.microsoft.com/office/drawing/2014/main" id="{245DF70C-1E51-4628-ACB6-DD05516E0B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38690" y="1314551"/>
              <a:ext cx="28529" cy="880364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26F17687-ED00-42E4-9012-0A5C842AA0AD}"/>
                </a:ext>
              </a:extLst>
            </p:cNvPr>
            <p:cNvSpPr/>
            <p:nvPr/>
          </p:nvSpPr>
          <p:spPr>
            <a:xfrm rot="2700000">
              <a:off x="6730126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243" name="Multiplication Sign 2242">
              <a:extLst>
                <a:ext uri="{FF2B5EF4-FFF2-40B4-BE49-F238E27FC236}">
                  <a16:creationId xmlns:a16="http://schemas.microsoft.com/office/drawing/2014/main" id="{4270636A-0780-4423-A87C-087F4BEFEF1A}"/>
                </a:ext>
              </a:extLst>
            </p:cNvPr>
            <p:cNvSpPr/>
            <p:nvPr/>
          </p:nvSpPr>
          <p:spPr>
            <a:xfrm>
              <a:off x="8456947" y="1822670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2256" name="Straight Connector 2255">
              <a:extLst>
                <a:ext uri="{FF2B5EF4-FFF2-40B4-BE49-F238E27FC236}">
                  <a16:creationId xmlns:a16="http://schemas.microsoft.com/office/drawing/2014/main" id="{B1BB77C8-21C7-40B3-96C1-C2DAA623FCA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1023230" y="795526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5" name="Straight Connector 2264">
              <a:extLst>
                <a:ext uri="{FF2B5EF4-FFF2-40B4-BE49-F238E27FC236}">
                  <a16:creationId xmlns:a16="http://schemas.microsoft.com/office/drawing/2014/main" id="{47F6B54D-31EC-4764-9E42-50DF91BD1C39}"/>
                </a:ext>
              </a:extLst>
            </p:cNvPr>
            <p:cNvCxnSpPr>
              <a:cxnSpLocks/>
            </p:cNvCxnSpPr>
            <p:nvPr/>
          </p:nvCxnSpPr>
          <p:spPr>
            <a:xfrm>
              <a:off x="-4710786" y="7152685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7" name="Straight Connector 2266">
              <a:extLst>
                <a:ext uri="{FF2B5EF4-FFF2-40B4-BE49-F238E27FC236}">
                  <a16:creationId xmlns:a16="http://schemas.microsoft.com/office/drawing/2014/main" id="{30E1E074-4F69-45BB-BB7C-0B1C0962D2A4}"/>
                </a:ext>
              </a:extLst>
            </p:cNvPr>
            <p:cNvCxnSpPr>
              <a:cxnSpLocks/>
            </p:cNvCxnSpPr>
            <p:nvPr/>
          </p:nvCxnSpPr>
          <p:spPr>
            <a:xfrm>
              <a:off x="1566756" y="-6883681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8" name="Straight Connector 2267">
              <a:extLst>
                <a:ext uri="{FF2B5EF4-FFF2-40B4-BE49-F238E27FC236}">
                  <a16:creationId xmlns:a16="http://schemas.microsoft.com/office/drawing/2014/main" id="{0434E066-B5BA-40D0-8771-7B0D8BFAE80E}"/>
                </a:ext>
              </a:extLst>
            </p:cNvPr>
            <p:cNvCxnSpPr>
              <a:cxnSpLocks/>
            </p:cNvCxnSpPr>
            <p:nvPr/>
          </p:nvCxnSpPr>
          <p:spPr>
            <a:xfrm>
              <a:off x="6803506" y="-3567524"/>
              <a:ext cx="4262919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9" name="Straight Connector 2268">
              <a:extLst>
                <a:ext uri="{FF2B5EF4-FFF2-40B4-BE49-F238E27FC236}">
                  <a16:creationId xmlns:a16="http://schemas.microsoft.com/office/drawing/2014/main" id="{AC60EE36-77B6-4B46-9365-CB5C853208D6}"/>
                </a:ext>
              </a:extLst>
            </p:cNvPr>
            <p:cNvCxnSpPr>
              <a:cxnSpLocks/>
            </p:cNvCxnSpPr>
            <p:nvPr/>
          </p:nvCxnSpPr>
          <p:spPr>
            <a:xfrm>
              <a:off x="6882062" y="-5237791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0" name="Straight Connector 2269">
              <a:extLst>
                <a:ext uri="{FF2B5EF4-FFF2-40B4-BE49-F238E27FC236}">
                  <a16:creationId xmlns:a16="http://schemas.microsoft.com/office/drawing/2014/main" id="{7CF5BA4A-DD17-431E-B1BA-2571CE3C5457}"/>
                </a:ext>
              </a:extLst>
            </p:cNvPr>
            <p:cNvCxnSpPr>
              <a:cxnSpLocks/>
            </p:cNvCxnSpPr>
            <p:nvPr/>
          </p:nvCxnSpPr>
          <p:spPr>
            <a:xfrm>
              <a:off x="7696116" y="-6932873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1" name="Straight Connector 2270">
              <a:extLst>
                <a:ext uri="{FF2B5EF4-FFF2-40B4-BE49-F238E27FC236}">
                  <a16:creationId xmlns:a16="http://schemas.microsoft.com/office/drawing/2014/main" id="{C78148AA-C44B-4C81-B897-C43610BC057D}"/>
                </a:ext>
              </a:extLst>
            </p:cNvPr>
            <p:cNvCxnSpPr>
              <a:cxnSpLocks/>
            </p:cNvCxnSpPr>
            <p:nvPr/>
          </p:nvCxnSpPr>
          <p:spPr>
            <a:xfrm>
              <a:off x="6833129" y="-5237791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3" name="Straight Connector 2272">
              <a:extLst>
                <a:ext uri="{FF2B5EF4-FFF2-40B4-BE49-F238E27FC236}">
                  <a16:creationId xmlns:a16="http://schemas.microsoft.com/office/drawing/2014/main" id="{EDAA2ECE-DF12-4E8B-B3F0-E8497E627402}"/>
                </a:ext>
              </a:extLst>
            </p:cNvPr>
            <p:cNvCxnSpPr>
              <a:cxnSpLocks/>
            </p:cNvCxnSpPr>
            <p:nvPr/>
          </p:nvCxnSpPr>
          <p:spPr>
            <a:xfrm>
              <a:off x="11193490" y="-5237791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4" name="Straight Connector 2273">
              <a:extLst>
                <a:ext uri="{FF2B5EF4-FFF2-40B4-BE49-F238E27FC236}">
                  <a16:creationId xmlns:a16="http://schemas.microsoft.com/office/drawing/2014/main" id="{A9184E73-13CC-4DEE-AA5E-FE8C28691BED}"/>
                </a:ext>
              </a:extLst>
            </p:cNvPr>
            <p:cNvCxnSpPr>
              <a:cxnSpLocks/>
            </p:cNvCxnSpPr>
            <p:nvPr/>
          </p:nvCxnSpPr>
          <p:spPr>
            <a:xfrm>
              <a:off x="11164574" y="-5237791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76" name="Freeform: Shape 2275">
              <a:extLst>
                <a:ext uri="{FF2B5EF4-FFF2-40B4-BE49-F238E27FC236}">
                  <a16:creationId xmlns:a16="http://schemas.microsoft.com/office/drawing/2014/main" id="{F3B3B396-9B4C-4F94-8299-A44C00CB81B8}"/>
                </a:ext>
              </a:extLst>
            </p:cNvPr>
            <p:cNvSpPr/>
            <p:nvPr/>
          </p:nvSpPr>
          <p:spPr>
            <a:xfrm>
              <a:off x="-2472234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7" name="Freeform: Shape 2276">
              <a:extLst>
                <a:ext uri="{FF2B5EF4-FFF2-40B4-BE49-F238E27FC236}">
                  <a16:creationId xmlns:a16="http://schemas.microsoft.com/office/drawing/2014/main" id="{9FF0BF73-CF02-4365-B3C8-AC11C2F8DAEE}"/>
                </a:ext>
              </a:extLst>
            </p:cNvPr>
            <p:cNvSpPr/>
            <p:nvPr/>
          </p:nvSpPr>
          <p:spPr>
            <a:xfrm>
              <a:off x="3570672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8" name="Freeform: Shape 2277">
              <a:extLst>
                <a:ext uri="{FF2B5EF4-FFF2-40B4-BE49-F238E27FC236}">
                  <a16:creationId xmlns:a16="http://schemas.microsoft.com/office/drawing/2014/main" id="{5154EB10-47EE-4406-B4A0-BC2F075ED87C}"/>
                </a:ext>
              </a:extLst>
            </p:cNvPr>
            <p:cNvSpPr/>
            <p:nvPr/>
          </p:nvSpPr>
          <p:spPr>
            <a:xfrm>
              <a:off x="3696798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9" name="Freeform: Shape 2278">
              <a:extLst>
                <a:ext uri="{FF2B5EF4-FFF2-40B4-BE49-F238E27FC236}">
                  <a16:creationId xmlns:a16="http://schemas.microsoft.com/office/drawing/2014/main" id="{1940FBDD-1332-4129-B201-B1FE78C3A522}"/>
                </a:ext>
              </a:extLst>
            </p:cNvPr>
            <p:cNvSpPr/>
            <p:nvPr/>
          </p:nvSpPr>
          <p:spPr>
            <a:xfrm>
              <a:off x="9923459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0" name="Freeform: Shape 2279">
              <a:extLst>
                <a:ext uri="{FF2B5EF4-FFF2-40B4-BE49-F238E27FC236}">
                  <a16:creationId xmlns:a16="http://schemas.microsoft.com/office/drawing/2014/main" id="{B8BA351C-02CA-4795-8EF5-3C2844598274}"/>
                </a:ext>
              </a:extLst>
            </p:cNvPr>
            <p:cNvSpPr/>
            <p:nvPr/>
          </p:nvSpPr>
          <p:spPr>
            <a:xfrm>
              <a:off x="-2449320" y="701074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1" name="Freeform: Shape 2280">
              <a:extLst>
                <a:ext uri="{FF2B5EF4-FFF2-40B4-BE49-F238E27FC236}">
                  <a16:creationId xmlns:a16="http://schemas.microsoft.com/office/drawing/2014/main" id="{8E6E6270-87D8-4D50-8175-E65630A02F52}"/>
                </a:ext>
              </a:extLst>
            </p:cNvPr>
            <p:cNvSpPr/>
            <p:nvPr/>
          </p:nvSpPr>
          <p:spPr>
            <a:xfrm>
              <a:off x="-2520546" y="784006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3" name="Freeform: Shape 2282">
              <a:extLst>
                <a:ext uri="{FF2B5EF4-FFF2-40B4-BE49-F238E27FC236}">
                  <a16:creationId xmlns:a16="http://schemas.microsoft.com/office/drawing/2014/main" id="{1CE360C5-6739-4BAE-809A-DEE5ADEE7462}"/>
                </a:ext>
              </a:extLst>
            </p:cNvPr>
            <p:cNvSpPr/>
            <p:nvPr/>
          </p:nvSpPr>
          <p:spPr>
            <a:xfrm>
              <a:off x="9926281" y="-63085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4" name="Freeform: Shape 2283">
              <a:extLst>
                <a:ext uri="{FF2B5EF4-FFF2-40B4-BE49-F238E27FC236}">
                  <a16:creationId xmlns:a16="http://schemas.microsoft.com/office/drawing/2014/main" id="{66D90691-1A06-465F-99E9-5BFC71415C06}"/>
                </a:ext>
              </a:extLst>
            </p:cNvPr>
            <p:cNvSpPr/>
            <p:nvPr/>
          </p:nvSpPr>
          <p:spPr>
            <a:xfrm>
              <a:off x="9926281" y="76660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2285" name="Straight Connector 2284">
              <a:extLst>
                <a:ext uri="{FF2B5EF4-FFF2-40B4-BE49-F238E27FC236}">
                  <a16:creationId xmlns:a16="http://schemas.microsoft.com/office/drawing/2014/main" id="{CDD3FA3F-3DCE-446D-863D-1C93779221A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978439" y="9616834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6" name="Straight Connector 2285">
              <a:extLst>
                <a:ext uri="{FF2B5EF4-FFF2-40B4-BE49-F238E27FC236}">
                  <a16:creationId xmlns:a16="http://schemas.microsoft.com/office/drawing/2014/main" id="{E51F148A-0227-4EEC-8F02-65DC1E42F3A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197162" y="9597058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7" name="Straight Connector 2286">
              <a:extLst>
                <a:ext uri="{FF2B5EF4-FFF2-40B4-BE49-F238E27FC236}">
                  <a16:creationId xmlns:a16="http://schemas.microsoft.com/office/drawing/2014/main" id="{668D9967-DB88-4EAC-B6CE-9DD69A67142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846116" y="797329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0" name="Straight Connector 2289">
              <a:extLst>
                <a:ext uri="{FF2B5EF4-FFF2-40B4-BE49-F238E27FC236}">
                  <a16:creationId xmlns:a16="http://schemas.microsoft.com/office/drawing/2014/main" id="{E0DA9814-CFCF-4D9A-A057-A20CC8B07B82}"/>
                </a:ext>
              </a:extLst>
            </p:cNvPr>
            <p:cNvCxnSpPr>
              <a:cxnSpLocks/>
            </p:cNvCxnSpPr>
            <p:nvPr/>
          </p:nvCxnSpPr>
          <p:spPr>
            <a:xfrm>
              <a:off x="7658671" y="7152685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1" name="Straight Connector 2290">
              <a:extLst>
                <a:ext uri="{FF2B5EF4-FFF2-40B4-BE49-F238E27FC236}">
                  <a16:creationId xmlns:a16="http://schemas.microsoft.com/office/drawing/2014/main" id="{CA41CD17-765F-471D-BB3F-AC6A884CAC6C}"/>
                </a:ext>
              </a:extLst>
            </p:cNvPr>
            <p:cNvCxnSpPr>
              <a:cxnSpLocks/>
            </p:cNvCxnSpPr>
            <p:nvPr/>
          </p:nvCxnSpPr>
          <p:spPr>
            <a:xfrm>
              <a:off x="6847702" y="10420207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2" name="Straight Connector 2291">
              <a:extLst>
                <a:ext uri="{FF2B5EF4-FFF2-40B4-BE49-F238E27FC236}">
                  <a16:creationId xmlns:a16="http://schemas.microsoft.com/office/drawing/2014/main" id="{0EA66DCF-C2E2-48C9-BACE-C8BF1B7A0996}"/>
                </a:ext>
              </a:extLst>
            </p:cNvPr>
            <p:cNvCxnSpPr>
              <a:cxnSpLocks/>
            </p:cNvCxnSpPr>
            <p:nvPr/>
          </p:nvCxnSpPr>
          <p:spPr>
            <a:xfrm>
              <a:off x="6939141" y="88245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4" name="Straight Connector 2293">
              <a:extLst>
                <a:ext uri="{FF2B5EF4-FFF2-40B4-BE49-F238E27FC236}">
                  <a16:creationId xmlns:a16="http://schemas.microsoft.com/office/drawing/2014/main" id="{FA411F07-356B-48E7-AD69-DC90B6D18021}"/>
                </a:ext>
              </a:extLst>
            </p:cNvPr>
            <p:cNvCxnSpPr>
              <a:cxnSpLocks/>
            </p:cNvCxnSpPr>
            <p:nvPr/>
          </p:nvCxnSpPr>
          <p:spPr>
            <a:xfrm>
              <a:off x="4865256" y="265231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5" name="Straight Connector 2294">
              <a:extLst>
                <a:ext uri="{FF2B5EF4-FFF2-40B4-BE49-F238E27FC236}">
                  <a16:creationId xmlns:a16="http://schemas.microsoft.com/office/drawing/2014/main" id="{A9FAC9B3-537B-4890-96D4-B42CCF3CEC86}"/>
                </a:ext>
              </a:extLst>
            </p:cNvPr>
            <p:cNvCxnSpPr>
              <a:cxnSpLocks/>
            </p:cNvCxnSpPr>
            <p:nvPr/>
          </p:nvCxnSpPr>
          <p:spPr>
            <a:xfrm>
              <a:off x="5705044" y="178722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6" name="Straight Connector 2295">
              <a:extLst>
                <a:ext uri="{FF2B5EF4-FFF2-40B4-BE49-F238E27FC236}">
                  <a16:creationId xmlns:a16="http://schemas.microsoft.com/office/drawing/2014/main" id="{F8D43CF9-A4D4-47D7-9B26-0AC38226AC00}"/>
                </a:ext>
              </a:extLst>
            </p:cNvPr>
            <p:cNvCxnSpPr>
              <a:cxnSpLocks/>
            </p:cNvCxnSpPr>
            <p:nvPr/>
          </p:nvCxnSpPr>
          <p:spPr>
            <a:xfrm>
              <a:off x="4880316" y="2628354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7" name="Straight Connector 2296">
              <a:extLst>
                <a:ext uri="{FF2B5EF4-FFF2-40B4-BE49-F238E27FC236}">
                  <a16:creationId xmlns:a16="http://schemas.microsoft.com/office/drawing/2014/main" id="{6A15F12B-8FFB-48CD-9C53-8EBAFBDA066B}"/>
                </a:ext>
              </a:extLst>
            </p:cNvPr>
            <p:cNvCxnSpPr>
              <a:cxnSpLocks/>
            </p:cNvCxnSpPr>
            <p:nvPr/>
          </p:nvCxnSpPr>
          <p:spPr>
            <a:xfrm>
              <a:off x="5699334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0" name="Straight Connector 2299">
              <a:extLst>
                <a:ext uri="{FF2B5EF4-FFF2-40B4-BE49-F238E27FC236}">
                  <a16:creationId xmlns:a16="http://schemas.microsoft.com/office/drawing/2014/main" id="{A9146A18-E653-44FA-BCF4-B30FA61D9C80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04" y="268239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1" name="Straight Connector 2300">
              <a:extLst>
                <a:ext uri="{FF2B5EF4-FFF2-40B4-BE49-F238E27FC236}">
                  <a16:creationId xmlns:a16="http://schemas.microsoft.com/office/drawing/2014/main" id="{3F857AA9-418A-4161-B199-715A49F886BC}"/>
                </a:ext>
              </a:extLst>
            </p:cNvPr>
            <p:cNvCxnSpPr>
              <a:cxnSpLocks/>
            </p:cNvCxnSpPr>
            <p:nvPr/>
          </p:nvCxnSpPr>
          <p:spPr>
            <a:xfrm>
              <a:off x="11193490" y="2628354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2" name="Straight Connector 2301">
              <a:extLst>
                <a:ext uri="{FF2B5EF4-FFF2-40B4-BE49-F238E27FC236}">
                  <a16:creationId xmlns:a16="http://schemas.microsoft.com/office/drawing/2014/main" id="{116BD544-DB85-4113-8290-68BD24DE52A1}"/>
                </a:ext>
              </a:extLst>
            </p:cNvPr>
            <p:cNvCxnSpPr>
              <a:cxnSpLocks/>
            </p:cNvCxnSpPr>
            <p:nvPr/>
          </p:nvCxnSpPr>
          <p:spPr>
            <a:xfrm>
              <a:off x="12027669" y="1817410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3" name="Straight Connector 2302">
              <a:extLst>
                <a:ext uri="{FF2B5EF4-FFF2-40B4-BE49-F238E27FC236}">
                  <a16:creationId xmlns:a16="http://schemas.microsoft.com/office/drawing/2014/main" id="{8ACB4C84-B250-4545-A175-BA5A28B49C4E}"/>
                </a:ext>
              </a:extLst>
            </p:cNvPr>
            <p:cNvCxnSpPr>
              <a:cxnSpLocks/>
            </p:cNvCxnSpPr>
            <p:nvPr/>
          </p:nvCxnSpPr>
          <p:spPr>
            <a:xfrm>
              <a:off x="7812269" y="67348"/>
              <a:ext cx="4253931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4" name="Straight Connector 2303">
              <a:extLst>
                <a:ext uri="{FF2B5EF4-FFF2-40B4-BE49-F238E27FC236}">
                  <a16:creationId xmlns:a16="http://schemas.microsoft.com/office/drawing/2014/main" id="{C6634B38-1681-43CB-B05F-F8DEFF299430}"/>
                </a:ext>
              </a:extLst>
            </p:cNvPr>
            <p:cNvCxnSpPr>
              <a:cxnSpLocks/>
            </p:cNvCxnSpPr>
            <p:nvPr/>
          </p:nvCxnSpPr>
          <p:spPr>
            <a:xfrm>
              <a:off x="12037291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6" name="Straight Connector 2305">
              <a:extLst>
                <a:ext uri="{FF2B5EF4-FFF2-40B4-BE49-F238E27FC236}">
                  <a16:creationId xmlns:a16="http://schemas.microsoft.com/office/drawing/2014/main" id="{7A03460F-E530-4D98-9E26-93558242CA4E}"/>
                </a:ext>
              </a:extLst>
            </p:cNvPr>
            <p:cNvCxnSpPr>
              <a:cxnSpLocks/>
            </p:cNvCxnSpPr>
            <p:nvPr/>
          </p:nvCxnSpPr>
          <p:spPr>
            <a:xfrm>
              <a:off x="11829399" y="-6873229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7" name="Straight Connector 2306">
              <a:extLst>
                <a:ext uri="{FF2B5EF4-FFF2-40B4-BE49-F238E27FC236}">
                  <a16:creationId xmlns:a16="http://schemas.microsoft.com/office/drawing/2014/main" id="{4B5AA3C0-814D-4A34-AF21-194DE8D4F7A4}"/>
                </a:ext>
              </a:extLst>
            </p:cNvPr>
            <p:cNvCxnSpPr>
              <a:cxnSpLocks/>
            </p:cNvCxnSpPr>
            <p:nvPr/>
          </p:nvCxnSpPr>
          <p:spPr>
            <a:xfrm>
              <a:off x="7600388" y="-6875177"/>
              <a:ext cx="4262919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9" name="Straight Connector 2308">
              <a:extLst>
                <a:ext uri="{FF2B5EF4-FFF2-40B4-BE49-F238E27FC236}">
                  <a16:creationId xmlns:a16="http://schemas.microsoft.com/office/drawing/2014/main" id="{47FFBE73-D966-470C-AE08-37F13F35204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5992865" y="470421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1" name="Straight Connector 2310">
              <a:extLst>
                <a:ext uri="{FF2B5EF4-FFF2-40B4-BE49-F238E27FC236}">
                  <a16:creationId xmlns:a16="http://schemas.microsoft.com/office/drawing/2014/main" id="{84DF765D-4595-4665-86D9-B490841432A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178499" y="2623996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2" name="Straight Connector 2311">
              <a:extLst>
                <a:ext uri="{FF2B5EF4-FFF2-40B4-BE49-F238E27FC236}">
                  <a16:creationId xmlns:a16="http://schemas.microsoft.com/office/drawing/2014/main" id="{782AA7A4-F5A4-4B8D-B56B-0D2CC428C66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6344526" y="2623996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3" name="Straight Connector 2312">
              <a:extLst>
                <a:ext uri="{FF2B5EF4-FFF2-40B4-BE49-F238E27FC236}">
                  <a16:creationId xmlns:a16="http://schemas.microsoft.com/office/drawing/2014/main" id="{ABA05172-A9AF-48D8-BDFB-4FA9B6E98E4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5463279" y="94814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4" name="Straight Connector 2313">
              <a:extLst>
                <a:ext uri="{FF2B5EF4-FFF2-40B4-BE49-F238E27FC236}">
                  <a16:creationId xmlns:a16="http://schemas.microsoft.com/office/drawing/2014/main" id="{7058C27C-4D39-4995-BD2F-90F4CD6E95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3028595" y="94814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6" name="Straight Connector 2315">
              <a:extLst>
                <a:ext uri="{FF2B5EF4-FFF2-40B4-BE49-F238E27FC236}">
                  <a16:creationId xmlns:a16="http://schemas.microsoft.com/office/drawing/2014/main" id="{8F26E501-C8C5-45D8-B860-18190946D878}"/>
                </a:ext>
              </a:extLst>
            </p:cNvPr>
            <p:cNvCxnSpPr>
              <a:cxnSpLocks/>
            </p:cNvCxnSpPr>
            <p:nvPr/>
          </p:nvCxnSpPr>
          <p:spPr>
            <a:xfrm>
              <a:off x="-5421607" y="3510641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7" name="Straight Connector 2316">
              <a:extLst>
                <a:ext uri="{FF2B5EF4-FFF2-40B4-BE49-F238E27FC236}">
                  <a16:creationId xmlns:a16="http://schemas.microsoft.com/office/drawing/2014/main" id="{1EA8A0D7-FE19-497A-B938-332491228C44}"/>
                </a:ext>
              </a:extLst>
            </p:cNvPr>
            <p:cNvCxnSpPr>
              <a:cxnSpLocks/>
            </p:cNvCxnSpPr>
            <p:nvPr/>
          </p:nvCxnSpPr>
          <p:spPr>
            <a:xfrm>
              <a:off x="-2186328" y="185666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8" name="Straight Connector 2317">
              <a:extLst>
                <a:ext uri="{FF2B5EF4-FFF2-40B4-BE49-F238E27FC236}">
                  <a16:creationId xmlns:a16="http://schemas.microsoft.com/office/drawing/2014/main" id="{0B455DC8-9215-460A-9708-33F196D73E42}"/>
                </a:ext>
              </a:extLst>
            </p:cNvPr>
            <p:cNvCxnSpPr>
              <a:cxnSpLocks/>
            </p:cNvCxnSpPr>
            <p:nvPr/>
          </p:nvCxnSpPr>
          <p:spPr>
            <a:xfrm>
              <a:off x="-5457003" y="185666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9" name="Straight Connector 2318">
              <a:extLst>
                <a:ext uri="{FF2B5EF4-FFF2-40B4-BE49-F238E27FC236}">
                  <a16:creationId xmlns:a16="http://schemas.microsoft.com/office/drawing/2014/main" id="{907B694F-95D2-4B0B-8D51-6B2C50A53177}"/>
                </a:ext>
              </a:extLst>
            </p:cNvPr>
            <p:cNvCxnSpPr>
              <a:cxnSpLocks/>
            </p:cNvCxnSpPr>
            <p:nvPr/>
          </p:nvCxnSpPr>
          <p:spPr>
            <a:xfrm>
              <a:off x="-4659866" y="85478"/>
              <a:ext cx="2645493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0" name="Straight Connector 2319">
              <a:extLst>
                <a:ext uri="{FF2B5EF4-FFF2-40B4-BE49-F238E27FC236}">
                  <a16:creationId xmlns:a16="http://schemas.microsoft.com/office/drawing/2014/main" id="{34B56EAC-1B51-47F3-A78E-19FE75E1644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879407" y="148322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21" name="Freeform: Shape 2320">
              <a:extLst>
                <a:ext uri="{FF2B5EF4-FFF2-40B4-BE49-F238E27FC236}">
                  <a16:creationId xmlns:a16="http://schemas.microsoft.com/office/drawing/2014/main" id="{1F0A2D81-A60B-4E30-97E2-EC2B2209CEEC}"/>
                </a:ext>
              </a:extLst>
            </p:cNvPr>
            <p:cNvSpPr/>
            <p:nvPr/>
          </p:nvSpPr>
          <p:spPr>
            <a:xfrm rot="2607834" flipH="1">
              <a:off x="5293331" y="77914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22" name="Freeform: Shape 2321">
              <a:extLst>
                <a:ext uri="{FF2B5EF4-FFF2-40B4-BE49-F238E27FC236}">
                  <a16:creationId xmlns:a16="http://schemas.microsoft.com/office/drawing/2014/main" id="{714F7755-6DD6-4083-9E18-FBA17B3A0C85}"/>
                </a:ext>
              </a:extLst>
            </p:cNvPr>
            <p:cNvSpPr/>
            <p:nvPr/>
          </p:nvSpPr>
          <p:spPr>
            <a:xfrm rot="2607834" flipH="1">
              <a:off x="5276779" y="86575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23" name="Freeform: Shape 2322">
              <a:extLst>
                <a:ext uri="{FF2B5EF4-FFF2-40B4-BE49-F238E27FC236}">
                  <a16:creationId xmlns:a16="http://schemas.microsoft.com/office/drawing/2014/main" id="{B17FB79D-71A1-41E0-9390-95BEF2FFB339}"/>
                </a:ext>
              </a:extLst>
            </p:cNvPr>
            <p:cNvSpPr/>
            <p:nvPr/>
          </p:nvSpPr>
          <p:spPr>
            <a:xfrm rot="2700000">
              <a:off x="4369523" y="778594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24" name="Freeform: Shape 2323">
              <a:extLst>
                <a:ext uri="{FF2B5EF4-FFF2-40B4-BE49-F238E27FC236}">
                  <a16:creationId xmlns:a16="http://schemas.microsoft.com/office/drawing/2014/main" id="{CDD48F7A-377A-46E0-A57F-59D95604D483}"/>
                </a:ext>
              </a:extLst>
            </p:cNvPr>
            <p:cNvSpPr/>
            <p:nvPr/>
          </p:nvSpPr>
          <p:spPr>
            <a:xfrm>
              <a:off x="3596605" y="94570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5" name="Freeform: Shape 2324">
              <a:extLst>
                <a:ext uri="{FF2B5EF4-FFF2-40B4-BE49-F238E27FC236}">
                  <a16:creationId xmlns:a16="http://schemas.microsoft.com/office/drawing/2014/main" id="{12E35A41-8600-4B2A-8DC9-7C05909DAEE5}"/>
                </a:ext>
              </a:extLst>
            </p:cNvPr>
            <p:cNvSpPr/>
            <p:nvPr/>
          </p:nvSpPr>
          <p:spPr>
            <a:xfrm rot="2700000">
              <a:off x="262188" y="777579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26" name="Freeform: Shape 2325">
              <a:extLst>
                <a:ext uri="{FF2B5EF4-FFF2-40B4-BE49-F238E27FC236}">
                  <a16:creationId xmlns:a16="http://schemas.microsoft.com/office/drawing/2014/main" id="{836C3B12-FC8B-4459-A428-8ADB316F6B11}"/>
                </a:ext>
              </a:extLst>
            </p:cNvPr>
            <p:cNvSpPr/>
            <p:nvPr/>
          </p:nvSpPr>
          <p:spPr>
            <a:xfrm>
              <a:off x="2820087" y="949743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7" name="Freeform: Shape 2326">
              <a:extLst>
                <a:ext uri="{FF2B5EF4-FFF2-40B4-BE49-F238E27FC236}">
                  <a16:creationId xmlns:a16="http://schemas.microsoft.com/office/drawing/2014/main" id="{904262D1-97C7-4B58-87AA-6A5E899D40C3}"/>
                </a:ext>
              </a:extLst>
            </p:cNvPr>
            <p:cNvSpPr/>
            <p:nvPr/>
          </p:nvSpPr>
          <p:spPr>
            <a:xfrm>
              <a:off x="1078172" y="94570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8" name="Freeform: Shape 2327">
              <a:extLst>
                <a:ext uri="{FF2B5EF4-FFF2-40B4-BE49-F238E27FC236}">
                  <a16:creationId xmlns:a16="http://schemas.microsoft.com/office/drawing/2014/main" id="{14CC726F-E7C0-4F04-B35A-0EDD3D9CFD9E}"/>
                </a:ext>
              </a:extLst>
            </p:cNvPr>
            <p:cNvSpPr/>
            <p:nvPr/>
          </p:nvSpPr>
          <p:spPr>
            <a:xfrm rot="2607834" flipH="1">
              <a:off x="3584147" y="682210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29" name="Freeform: Shape 2328">
              <a:extLst>
                <a:ext uri="{FF2B5EF4-FFF2-40B4-BE49-F238E27FC236}">
                  <a16:creationId xmlns:a16="http://schemas.microsoft.com/office/drawing/2014/main" id="{90B91B87-8C44-419D-8238-25148F7AD796}"/>
                </a:ext>
              </a:extLst>
            </p:cNvPr>
            <p:cNvSpPr/>
            <p:nvPr/>
          </p:nvSpPr>
          <p:spPr>
            <a:xfrm>
              <a:off x="1981379" y="78184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30" name="Freeform: Shape 2329">
              <a:extLst>
                <a:ext uri="{FF2B5EF4-FFF2-40B4-BE49-F238E27FC236}">
                  <a16:creationId xmlns:a16="http://schemas.microsoft.com/office/drawing/2014/main" id="{B321BA1E-9F6E-4A52-B748-0EDDE6D3E09C}"/>
                </a:ext>
              </a:extLst>
            </p:cNvPr>
            <p:cNvSpPr/>
            <p:nvPr/>
          </p:nvSpPr>
          <p:spPr>
            <a:xfrm rot="2607834" flipH="1">
              <a:off x="1167247" y="76390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31" name="Freeform: Shape 2330">
              <a:extLst>
                <a:ext uri="{FF2B5EF4-FFF2-40B4-BE49-F238E27FC236}">
                  <a16:creationId xmlns:a16="http://schemas.microsoft.com/office/drawing/2014/main" id="{80CB7392-0100-4F66-82D9-AD428A9A97C5}"/>
                </a:ext>
              </a:extLst>
            </p:cNvPr>
            <p:cNvSpPr/>
            <p:nvPr/>
          </p:nvSpPr>
          <p:spPr>
            <a:xfrm rot="2607834" flipH="1">
              <a:off x="1970391" y="683063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2332" name="Straight Connector 2331">
              <a:extLst>
                <a:ext uri="{FF2B5EF4-FFF2-40B4-BE49-F238E27FC236}">
                  <a16:creationId xmlns:a16="http://schemas.microsoft.com/office/drawing/2014/main" id="{062ED6C2-D3E3-4EA9-A1FD-7E22B7F9CFCB}"/>
                </a:ext>
              </a:extLst>
            </p:cNvPr>
            <p:cNvCxnSpPr>
              <a:cxnSpLocks/>
            </p:cNvCxnSpPr>
            <p:nvPr/>
          </p:nvCxnSpPr>
          <p:spPr>
            <a:xfrm>
              <a:off x="4623301" y="89261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3" name="Straight Connector 2332">
              <a:extLst>
                <a:ext uri="{FF2B5EF4-FFF2-40B4-BE49-F238E27FC236}">
                  <a16:creationId xmlns:a16="http://schemas.microsoft.com/office/drawing/2014/main" id="{2CD76CD4-553A-4546-BDA5-3456EDD3EBF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617025" y="810766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4" name="Freeform: Shape 2333">
              <a:extLst>
                <a:ext uri="{FF2B5EF4-FFF2-40B4-BE49-F238E27FC236}">
                  <a16:creationId xmlns:a16="http://schemas.microsoft.com/office/drawing/2014/main" id="{0C54CDB8-3DAB-4D35-87C2-B752B41C5B42}"/>
                </a:ext>
              </a:extLst>
            </p:cNvPr>
            <p:cNvSpPr/>
            <p:nvPr/>
          </p:nvSpPr>
          <p:spPr>
            <a:xfrm>
              <a:off x="3520076" y="78184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2335" name="Straight Connector 2334">
              <a:extLst>
                <a:ext uri="{FF2B5EF4-FFF2-40B4-BE49-F238E27FC236}">
                  <a16:creationId xmlns:a16="http://schemas.microsoft.com/office/drawing/2014/main" id="{B7C1EC5F-C8A1-48CF-AD05-D6537678F97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427766" y="9769234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6" name="Straight Connector 2335">
              <a:extLst>
                <a:ext uri="{FF2B5EF4-FFF2-40B4-BE49-F238E27FC236}">
                  <a16:creationId xmlns:a16="http://schemas.microsoft.com/office/drawing/2014/main" id="{8C4B87D9-CD21-42DE-907D-2EF8749CF73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90957" y="9749458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7" name="Straight Connector 2336">
              <a:extLst>
                <a:ext uri="{FF2B5EF4-FFF2-40B4-BE49-F238E27FC236}">
                  <a16:creationId xmlns:a16="http://schemas.microsoft.com/office/drawing/2014/main" id="{74058732-FDA0-4170-983D-82BBA8E885E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9911" y="812569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8" name="Straight Connector 2337">
              <a:extLst>
                <a:ext uri="{FF2B5EF4-FFF2-40B4-BE49-F238E27FC236}">
                  <a16:creationId xmlns:a16="http://schemas.microsoft.com/office/drawing/2014/main" id="{FBB2E2BD-0B72-4B95-8CE3-A0169A2C5B34}"/>
                </a:ext>
              </a:extLst>
            </p:cNvPr>
            <p:cNvCxnSpPr>
              <a:cxnSpLocks/>
            </p:cNvCxnSpPr>
            <p:nvPr/>
          </p:nvCxnSpPr>
          <p:spPr>
            <a:xfrm>
              <a:off x="1252466" y="7227265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9" name="Straight Connector 2338">
              <a:extLst>
                <a:ext uri="{FF2B5EF4-FFF2-40B4-BE49-F238E27FC236}">
                  <a16:creationId xmlns:a16="http://schemas.microsoft.com/office/drawing/2014/main" id="{EFD7FC4F-2D88-4F42-B868-7DBA54D57368}"/>
                </a:ext>
              </a:extLst>
            </p:cNvPr>
            <p:cNvCxnSpPr>
              <a:cxnSpLocks/>
            </p:cNvCxnSpPr>
            <p:nvPr/>
          </p:nvCxnSpPr>
          <p:spPr>
            <a:xfrm>
              <a:off x="441497" y="10572607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0" name="Straight Connector 2339">
              <a:extLst>
                <a:ext uri="{FF2B5EF4-FFF2-40B4-BE49-F238E27FC236}">
                  <a16:creationId xmlns:a16="http://schemas.microsoft.com/office/drawing/2014/main" id="{0252672A-F68D-4641-AD3B-AF8E41879333}"/>
                </a:ext>
              </a:extLst>
            </p:cNvPr>
            <p:cNvCxnSpPr>
              <a:cxnSpLocks/>
            </p:cNvCxnSpPr>
            <p:nvPr/>
          </p:nvCxnSpPr>
          <p:spPr>
            <a:xfrm>
              <a:off x="532936" y="89261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1" name="Straight Connector 2340">
              <a:extLst>
                <a:ext uri="{FF2B5EF4-FFF2-40B4-BE49-F238E27FC236}">
                  <a16:creationId xmlns:a16="http://schemas.microsoft.com/office/drawing/2014/main" id="{1455654C-3B70-46C9-8343-AC1F42CA88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7141" y="10641984"/>
              <a:ext cx="347794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316DED8B-8D65-434B-A848-9A8662215BF8}"/>
                </a:ext>
              </a:extLst>
            </p:cNvPr>
            <p:cNvCxnSpPr>
              <a:cxnSpLocks/>
            </p:cNvCxnSpPr>
            <p:nvPr/>
          </p:nvCxnSpPr>
          <p:spPr>
            <a:xfrm>
              <a:off x="-4664492" y="-6932873"/>
              <a:ext cx="86192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9613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7A7704A-ADD7-4FB1-AA77-BC9FC459993B}"/>
              </a:ext>
            </a:extLst>
          </p:cNvPr>
          <p:cNvSpPr/>
          <p:nvPr/>
        </p:nvSpPr>
        <p:spPr>
          <a:xfrm rot="19185010">
            <a:off x="13160573" y="716542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0BDAFFFA-928E-4EC1-9F3B-E511F294CE3D}"/>
              </a:ext>
            </a:extLst>
          </p:cNvPr>
          <p:cNvSpPr/>
          <p:nvPr/>
        </p:nvSpPr>
        <p:spPr>
          <a:xfrm rot="7313666">
            <a:off x="13980817" y="-69455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0B54444D-7BC5-4F0B-89DF-A395C0A181D3}"/>
              </a:ext>
            </a:extLst>
          </p:cNvPr>
          <p:cNvSpPr/>
          <p:nvPr/>
        </p:nvSpPr>
        <p:spPr>
          <a:xfrm rot="2750059">
            <a:off x="14689932" y="326185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88D87181-9FFC-42C2-8096-856A2B617AD0}"/>
              </a:ext>
            </a:extLst>
          </p:cNvPr>
          <p:cNvGrpSpPr/>
          <p:nvPr/>
        </p:nvGrpSpPr>
        <p:grpSpPr>
          <a:xfrm>
            <a:off x="1335761" y="-1104906"/>
            <a:ext cx="9801243" cy="9723185"/>
            <a:chOff x="1335761" y="-1104906"/>
            <a:chExt cx="9801243" cy="9723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615AE5-76AD-47DD-A7F8-E807713F6745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6C172A4-583A-4A22-9A6D-95AF84D41FFF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1436398-47D7-4949-89C5-8E825A6C9758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D7208E-316A-4D48-86AD-474BEA32FA99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6944DC0-BE1D-4E44-8D00-8156909E0A58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C83D9A-BDCF-4322-B557-1AD102989A61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BB3D6F-BD03-42BD-AA80-9D0B1A7BE153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522FA30-E2A7-4356-A8C1-015D86DDC04D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087C983-E32C-48F9-B576-F5F5F4B5E61C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18448-3476-43DF-87C6-677AB5DFDF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37C4764-3885-4DA7-9321-8012B8C98E21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FF1F063-66A3-439A-A0E0-52C8612FD08C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3BA6675-1C96-4A8E-82AC-CC5BAE6678B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9F3925-5E9D-4F8C-AF34-9E1ADFE85A00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A66EB44-92C9-491A-8ACF-09300D31B7B5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FAD8305-E78F-46F8-AFE5-3D9EA89E6266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C50C5A1-E5A6-44AE-9EF0-33ACE599F0B8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51226DA-33E7-4553-8C3F-593EC9BB4C98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7485A28-70A8-458D-A8B7-39B5715455E3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42D0AB2-68A6-437F-8A22-B22D1B528FAE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4C7CE40-6ACB-4949-AA9C-0053D7AB4DC1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79CD5A-D388-49F6-B2A0-ED63C6991E7D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842E9E-735E-4704-8887-F72D78C5B8D7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C971821-8964-44AD-9347-5B059EC9F0D1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DAF117E-E8CB-465F-BEF4-B9E10354782C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05E7E21-D836-4A0B-92FC-15F627203C31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2BCCC00-CCD6-419E-A422-F9F95C7755D6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B4A53FA-C0A0-4A1D-AC44-8133979C9368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7329213-BD92-4DA8-BB35-2DF8E9462E70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7BDED33-C004-4F9E-9A8F-CDCE6647E23E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1EEA351-2799-4D1A-B82C-8A0FE6DCC7D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735C234-C756-458D-A587-3B2D73B884E5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E2E9D8-7137-48D8-8864-5F0C06EF51E7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990DF6F-4C5F-46E0-8A7B-1FFA707748E3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F9A5D33-1427-428D-B480-662A24C5C9E6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D655F7A-807B-400D-96DD-4A02431CA5A0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FE141EF-7430-4FF9-BC73-788AFE9805C3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88A1B89-5718-477E-8186-82C872A0B96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24FC7E6-0565-4D6F-909A-054763CD280A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03D15B5-CB7D-46B5-B146-B0A7BE6E3A7E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1ED0087-0EA3-4120-8B0F-57860E927298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184A4BB-2A46-47B1-B15D-62CC3EB0EFB5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E658B0E-E80B-40D1-949B-080CAB4A57E8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03CA8A3-459B-4469-9F24-CB3A80EEADEA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BBC37B07-111E-4D1A-9CD3-9A66FA99DAFA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273014E-E18E-486A-A0CB-BF4D66D87D81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F8FC132-187D-482D-A682-06417A81991F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F270D3EF-725C-4DE4-9DCC-4732DC56B5F6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A794E3A-3DAE-4AD4-8482-D51BF5DE78F6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085E03E-6979-4E1B-9F19-CC88A99FACFF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3C20F01-F9B7-48B1-8106-4BD40AB5FC7E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E129CA2-B779-4C4B-BF44-D52B3626F3E6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BF2AC03-17D5-49D3-8BE8-501352527D7B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2EDD651D-D1E6-4057-8A54-A203075CF512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C46BE253-6F10-49E0-BF89-AE28FBEE6B35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DBD52DA-3BC0-4328-9A55-55F4689F9BE3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41D9860-070E-4658-9093-E9D1D5CF78BF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F2B750B-B1A4-4811-B526-EF9F6E7CFB98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0995394-6320-4E0B-A6C0-C569097D368F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41F6CB7-AFC2-4386-9B76-855BFE7854F1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1DB7297-38A0-4FF3-8F1B-5C4D8B3650ED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1A657CD-9EFA-43D9-8C4F-65237E0CF3C4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AB52E0C-089C-439A-B4E5-AF8083FE7F2F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87AE1643-633D-4A8E-B990-ED544C39F6F9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9AC8DD8-C3B6-4D2C-857D-2D6DE83B0E27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176BA71-88AC-4376-B2AA-DA955240EAA1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B26819E-830C-4962-B5D6-BD006BA6DAE4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85AE06A-49CA-4FAB-B2AD-7EB149A11C82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99E6830A-4867-4B40-8997-9B6A21B353D7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41CECBD-8500-4A5F-96DB-9E4A6C551840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5E2234E-01C3-4834-B6FF-E1F953E96D8B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5599E1B-1028-479A-AC4A-F2584A2FE858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E862131B-FBCA-41EB-B22D-585F8494E6B5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EB17C4CE-60BA-4E64-AF4A-ECB27482CDEF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ED7654F-3A60-4A9B-959F-CF24B2E2D891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A5910AE-BBE9-4441-97FC-883D7AEB5604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FC24772-FEEB-4E0C-B458-31E574A24FFE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2670556-0F84-41EE-B5AB-E890029B8E68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9F9D05C-7A09-4A03-AF0D-44BFA2B6DE1B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2C8DA6EB-9E76-4930-ABD5-189C7F4CB8C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D56CF0-7EDF-4F04-B1B7-8BF6144C6BD5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C33A40A2-6E7A-4889-AD37-5C02BC5C87BE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D6630AE6-1DB4-407A-8FA6-91C7F5D49174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59DAEE8-4027-4880-85D4-F724165F0693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1C9DCA54-C15A-47A5-A9A5-603E160D215B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2375FC84-E3DA-4EF3-8D50-008507F5896B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82DE8FD-8BCC-4CFA-8E77-C8E154F9EC41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5501547-E65A-410F-BFA8-BF4E694CA2E6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FAEE7C70-FD19-472B-9FFE-58B06DFB350C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1FAB5ED-A7B0-4C65-8A06-97A9B63FD825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4944C5CE-056B-408D-A3FC-63498E5C6B28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A35C9DC-FF93-4B1A-8230-45E08B769061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AE7579E-B427-4E08-B1E9-0471805AA599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455EB26-6F87-416A-A911-75E1F8B0672F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8C33C34-BF20-468E-ABD5-15907BE50C5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E24CE60-4021-4A4D-BE1F-C00D5D24D9CE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01DB499-A206-4C34-BF0F-9A8ED35006D4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E43AC372-8EE3-4792-AA1E-CDE78228F41D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37F6D93-CDC4-424E-A2D2-020CA069FFC4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C2DBFDD-E4C8-4BC3-97E9-95DD43E388AA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59" name="Freeform: Shape 158">
            <a:extLst>
              <a:ext uri="{FF2B5EF4-FFF2-40B4-BE49-F238E27FC236}">
                <a16:creationId xmlns:a16="http://schemas.microsoft.com/office/drawing/2014/main" id="{81FABF19-216B-4579-81BC-FAF296D123E1}"/>
              </a:ext>
            </a:extLst>
          </p:cNvPr>
          <p:cNvSpPr/>
          <p:nvPr/>
        </p:nvSpPr>
        <p:spPr>
          <a:xfrm rot="2750059">
            <a:off x="5077937" y="-3098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1" name="Freeform: Shape 160">
            <a:extLst>
              <a:ext uri="{FF2B5EF4-FFF2-40B4-BE49-F238E27FC236}">
                <a16:creationId xmlns:a16="http://schemas.microsoft.com/office/drawing/2014/main" id="{7D9B6975-CED9-4C09-BD61-E82D715E67CB}"/>
              </a:ext>
            </a:extLst>
          </p:cNvPr>
          <p:cNvSpPr/>
          <p:nvPr/>
        </p:nvSpPr>
        <p:spPr>
          <a:xfrm rot="2750059">
            <a:off x="2032731" y="257806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0B1FD75C-2222-49E9-A36F-2E9CF576D56C}"/>
              </a:ext>
            </a:extLst>
          </p:cNvPr>
          <p:cNvSpPr/>
          <p:nvPr/>
        </p:nvSpPr>
        <p:spPr>
          <a:xfrm rot="2750059">
            <a:off x="4113141" y="260607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81668DEE-D156-4D37-9D24-FDC1F61B440D}"/>
              </a:ext>
            </a:extLst>
          </p:cNvPr>
          <p:cNvSpPr/>
          <p:nvPr/>
        </p:nvSpPr>
        <p:spPr>
          <a:xfrm rot="2750059">
            <a:off x="2068063" y="-277403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5" name="Freeform: Shape 164">
            <a:extLst>
              <a:ext uri="{FF2B5EF4-FFF2-40B4-BE49-F238E27FC236}">
                <a16:creationId xmlns:a16="http://schemas.microsoft.com/office/drawing/2014/main" id="{A57F7129-D61D-4687-89E9-91D19CEE3F1A}"/>
              </a:ext>
            </a:extLst>
          </p:cNvPr>
          <p:cNvSpPr/>
          <p:nvPr/>
        </p:nvSpPr>
        <p:spPr>
          <a:xfrm rot="7313666">
            <a:off x="1969489" y="4522221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6" name="Freeform: Shape 165">
            <a:extLst>
              <a:ext uri="{FF2B5EF4-FFF2-40B4-BE49-F238E27FC236}">
                <a16:creationId xmlns:a16="http://schemas.microsoft.com/office/drawing/2014/main" id="{640B6CDB-E0C9-4B12-9E2B-71527B239D38}"/>
              </a:ext>
            </a:extLst>
          </p:cNvPr>
          <p:cNvSpPr/>
          <p:nvPr/>
        </p:nvSpPr>
        <p:spPr>
          <a:xfrm rot="7313666">
            <a:off x="5073583" y="542314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7" name="Freeform: Shape 166">
            <a:extLst>
              <a:ext uri="{FF2B5EF4-FFF2-40B4-BE49-F238E27FC236}">
                <a16:creationId xmlns:a16="http://schemas.microsoft.com/office/drawing/2014/main" id="{84ED4101-B0BA-4108-8F77-CF010FF2E82F}"/>
              </a:ext>
            </a:extLst>
          </p:cNvPr>
          <p:cNvSpPr/>
          <p:nvPr/>
        </p:nvSpPr>
        <p:spPr>
          <a:xfrm rot="7313666">
            <a:off x="5034918" y="742230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Freeform: Shape 167">
            <a:extLst>
              <a:ext uri="{FF2B5EF4-FFF2-40B4-BE49-F238E27FC236}">
                <a16:creationId xmlns:a16="http://schemas.microsoft.com/office/drawing/2014/main" id="{7F11ED0B-F09A-44C1-A22F-6401DCF14598}"/>
              </a:ext>
            </a:extLst>
          </p:cNvPr>
          <p:cNvSpPr/>
          <p:nvPr/>
        </p:nvSpPr>
        <p:spPr>
          <a:xfrm rot="7313666">
            <a:off x="2003883" y="7422308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60C44F2-817E-4619-AFF8-493DF744FF39}"/>
              </a:ext>
            </a:extLst>
          </p:cNvPr>
          <p:cNvSpPr/>
          <p:nvPr/>
        </p:nvSpPr>
        <p:spPr>
          <a:xfrm rot="2750059">
            <a:off x="10099978" y="4424280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598418E3-0009-4B53-B155-44EFA1A7ED13}"/>
              </a:ext>
            </a:extLst>
          </p:cNvPr>
          <p:cNvSpPr/>
          <p:nvPr/>
        </p:nvSpPr>
        <p:spPr>
          <a:xfrm rot="2750059">
            <a:off x="7054772" y="731224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2" name="Freeform: Shape 171">
            <a:extLst>
              <a:ext uri="{FF2B5EF4-FFF2-40B4-BE49-F238E27FC236}">
                <a16:creationId xmlns:a16="http://schemas.microsoft.com/office/drawing/2014/main" id="{8A1E40A5-425F-4806-AA90-4C140AAF75A3}"/>
              </a:ext>
            </a:extLst>
          </p:cNvPr>
          <p:cNvSpPr/>
          <p:nvPr/>
        </p:nvSpPr>
        <p:spPr>
          <a:xfrm rot="2750059">
            <a:off x="10162678" y="734025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2B579F06-B312-4EB6-88EC-2564B65E1C3F}"/>
              </a:ext>
            </a:extLst>
          </p:cNvPr>
          <p:cNvSpPr/>
          <p:nvPr/>
        </p:nvSpPr>
        <p:spPr>
          <a:xfrm rot="2750059">
            <a:off x="7957753" y="4456776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5" name="Freeform: Shape 174">
            <a:extLst>
              <a:ext uri="{FF2B5EF4-FFF2-40B4-BE49-F238E27FC236}">
                <a16:creationId xmlns:a16="http://schemas.microsoft.com/office/drawing/2014/main" id="{33BDB9C4-BAE1-4299-8765-C4A3BCC48F99}"/>
              </a:ext>
            </a:extLst>
          </p:cNvPr>
          <p:cNvSpPr/>
          <p:nvPr/>
        </p:nvSpPr>
        <p:spPr>
          <a:xfrm rot="7313666">
            <a:off x="6859893" y="-378352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" name="Freeform: Shape 175">
            <a:extLst>
              <a:ext uri="{FF2B5EF4-FFF2-40B4-BE49-F238E27FC236}">
                <a16:creationId xmlns:a16="http://schemas.microsoft.com/office/drawing/2014/main" id="{503AA9B7-B64E-4B40-B4A0-64CB1CEA5F97}"/>
              </a:ext>
            </a:extLst>
          </p:cNvPr>
          <p:cNvSpPr/>
          <p:nvPr/>
        </p:nvSpPr>
        <p:spPr>
          <a:xfrm rot="7313666">
            <a:off x="9963987" y="-369880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7" name="Freeform: Shape 176">
            <a:extLst>
              <a:ext uri="{FF2B5EF4-FFF2-40B4-BE49-F238E27FC236}">
                <a16:creationId xmlns:a16="http://schemas.microsoft.com/office/drawing/2014/main" id="{49C4C84E-E9D7-4F01-8AB4-A6500BC99933}"/>
              </a:ext>
            </a:extLst>
          </p:cNvPr>
          <p:cNvSpPr/>
          <p:nvPr/>
        </p:nvSpPr>
        <p:spPr>
          <a:xfrm rot="7313666">
            <a:off x="9925322" y="25217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Freeform: Shape 177">
            <a:extLst>
              <a:ext uri="{FF2B5EF4-FFF2-40B4-BE49-F238E27FC236}">
                <a16:creationId xmlns:a16="http://schemas.microsoft.com/office/drawing/2014/main" id="{38E59736-3D67-491E-BEAE-860280A40E45}"/>
              </a:ext>
            </a:extLst>
          </p:cNvPr>
          <p:cNvSpPr/>
          <p:nvPr/>
        </p:nvSpPr>
        <p:spPr>
          <a:xfrm rot="7313666">
            <a:off x="6894287" y="1626433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D0185071-5797-46A9-91DE-C9C5646876FE}"/>
              </a:ext>
            </a:extLst>
          </p:cNvPr>
          <p:cNvSpPr/>
          <p:nvPr/>
        </p:nvSpPr>
        <p:spPr>
          <a:xfrm rot="19185010">
            <a:off x="7964933" y="558534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7FA1B47F-1665-4BE1-A3F1-BD4099F91DF9}"/>
              </a:ext>
            </a:extLst>
          </p:cNvPr>
          <p:cNvSpPr/>
          <p:nvPr/>
        </p:nvSpPr>
        <p:spPr>
          <a:xfrm rot="19185010">
            <a:off x="6932458" y="5541065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0CC574C2-45A7-4F44-9F40-AD2C8B9D43DB}"/>
              </a:ext>
            </a:extLst>
          </p:cNvPr>
          <p:cNvSpPr/>
          <p:nvPr/>
        </p:nvSpPr>
        <p:spPr>
          <a:xfrm rot="19185010">
            <a:off x="4059046" y="5516617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40C543BB-7699-4278-B1D4-F0C493B24E9F}"/>
              </a:ext>
            </a:extLst>
          </p:cNvPr>
          <p:cNvSpPr/>
          <p:nvPr/>
        </p:nvSpPr>
        <p:spPr>
          <a:xfrm rot="19185010">
            <a:off x="4036105" y="1567596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4" name="Freeform: Shape 183">
            <a:extLst>
              <a:ext uri="{FF2B5EF4-FFF2-40B4-BE49-F238E27FC236}">
                <a16:creationId xmlns:a16="http://schemas.microsoft.com/office/drawing/2014/main" id="{F0C6ACA0-B9ED-4137-BF21-FD99B2BDACE5}"/>
              </a:ext>
            </a:extLst>
          </p:cNvPr>
          <p:cNvSpPr/>
          <p:nvPr/>
        </p:nvSpPr>
        <p:spPr>
          <a:xfrm rot="19185010">
            <a:off x="7951740" y="1604841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1BFBDAD9-AEBF-40DA-9743-99988219B212}"/>
              </a:ext>
            </a:extLst>
          </p:cNvPr>
          <p:cNvSpPr/>
          <p:nvPr/>
        </p:nvSpPr>
        <p:spPr>
          <a:xfrm rot="19185010">
            <a:off x="2055584" y="-1329359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6" name="Freeform: Shape 185">
            <a:extLst>
              <a:ext uri="{FF2B5EF4-FFF2-40B4-BE49-F238E27FC236}">
                <a16:creationId xmlns:a16="http://schemas.microsoft.com/office/drawing/2014/main" id="{C24BF852-37E0-441A-8EB2-5B5185CFB5D6}"/>
              </a:ext>
            </a:extLst>
          </p:cNvPr>
          <p:cNvSpPr/>
          <p:nvPr/>
        </p:nvSpPr>
        <p:spPr>
          <a:xfrm rot="19185010">
            <a:off x="4003360" y="-1329358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7" name="Freeform: Shape 186">
            <a:extLst>
              <a:ext uri="{FF2B5EF4-FFF2-40B4-BE49-F238E27FC236}">
                <a16:creationId xmlns:a16="http://schemas.microsoft.com/office/drawing/2014/main" id="{2E7DBD3A-8185-45DE-A417-591FE9FAF56B}"/>
              </a:ext>
            </a:extLst>
          </p:cNvPr>
          <p:cNvSpPr/>
          <p:nvPr/>
        </p:nvSpPr>
        <p:spPr>
          <a:xfrm rot="19185010">
            <a:off x="3027216" y="453732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EEF20B72-28BE-4775-8942-3580DFD6A9BD}"/>
              </a:ext>
            </a:extLst>
          </p:cNvPr>
          <p:cNvSpPr/>
          <p:nvPr/>
        </p:nvSpPr>
        <p:spPr>
          <a:xfrm rot="8358001">
            <a:off x="2916366" y="25230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8" name="Freeform: Shape 157">
            <a:extLst>
              <a:ext uri="{FF2B5EF4-FFF2-40B4-BE49-F238E27FC236}">
                <a16:creationId xmlns:a16="http://schemas.microsoft.com/office/drawing/2014/main" id="{703465A8-10AE-4137-9C89-D0E2CCF82D24}"/>
              </a:ext>
            </a:extLst>
          </p:cNvPr>
          <p:cNvSpPr/>
          <p:nvPr/>
        </p:nvSpPr>
        <p:spPr>
          <a:xfrm rot="8358001">
            <a:off x="8769429" y="25230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8" name="Freeform: Shape 187">
            <a:extLst>
              <a:ext uri="{FF2B5EF4-FFF2-40B4-BE49-F238E27FC236}">
                <a16:creationId xmlns:a16="http://schemas.microsoft.com/office/drawing/2014/main" id="{46827C97-1862-44EF-86B8-86AC6901D788}"/>
              </a:ext>
            </a:extLst>
          </p:cNvPr>
          <p:cNvSpPr/>
          <p:nvPr/>
        </p:nvSpPr>
        <p:spPr>
          <a:xfrm rot="8358001">
            <a:off x="8769429" y="622083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402FAA47-3494-4723-AB48-1CE932D4EEFC}"/>
              </a:ext>
            </a:extLst>
          </p:cNvPr>
          <p:cNvSpPr/>
          <p:nvPr/>
        </p:nvSpPr>
        <p:spPr>
          <a:xfrm rot="8358001">
            <a:off x="2938903" y="622083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0" name="Freeform: Shape 189">
            <a:extLst>
              <a:ext uri="{FF2B5EF4-FFF2-40B4-BE49-F238E27FC236}">
                <a16:creationId xmlns:a16="http://schemas.microsoft.com/office/drawing/2014/main" id="{389E1E0B-30D0-4AAB-92E7-B3F9D3A77C5F}"/>
              </a:ext>
            </a:extLst>
          </p:cNvPr>
          <p:cNvSpPr/>
          <p:nvPr/>
        </p:nvSpPr>
        <p:spPr>
          <a:xfrm rot="8358001">
            <a:off x="5883530" y="3157613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B56B2507-B305-4007-BD7A-A9E217571521}"/>
              </a:ext>
            </a:extLst>
          </p:cNvPr>
          <p:cNvSpPr/>
          <p:nvPr/>
        </p:nvSpPr>
        <p:spPr>
          <a:xfrm rot="8358001">
            <a:off x="13863019" y="1124234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675292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E4EAD64-1090-46CC-8017-B7905456A46B}"/>
              </a:ext>
            </a:extLst>
          </p:cNvPr>
          <p:cNvGrpSpPr/>
          <p:nvPr/>
        </p:nvGrpSpPr>
        <p:grpSpPr>
          <a:xfrm rot="16200000">
            <a:off x="4252027" y="-4083455"/>
            <a:ext cx="4969836" cy="15024910"/>
            <a:chOff x="-2620523" y="-2917017"/>
            <a:chExt cx="13847238" cy="689604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8C4EF3A-6787-433D-BCDA-48C88426C661}"/>
                </a:ext>
              </a:extLst>
            </p:cNvPr>
            <p:cNvSpPr/>
            <p:nvPr/>
          </p:nvSpPr>
          <p:spPr>
            <a:xfrm>
              <a:off x="-2620522" y="-2917017"/>
              <a:ext cx="13847236" cy="1784102"/>
            </a:xfrm>
            <a:prstGeom prst="rect">
              <a:avLst/>
            </a:pr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7DF3E78D-50D9-494A-A1EE-168A7D4DFE39}"/>
                </a:ext>
              </a:extLst>
            </p:cNvPr>
            <p:cNvSpPr/>
            <p:nvPr/>
          </p:nvSpPr>
          <p:spPr>
            <a:xfrm>
              <a:off x="-2620522" y="-1187264"/>
              <a:ext cx="13847236" cy="17841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FD90EDED-CB2A-4AC2-B6AC-D68D8DE3E282}"/>
                </a:ext>
              </a:extLst>
            </p:cNvPr>
            <p:cNvSpPr/>
            <p:nvPr/>
          </p:nvSpPr>
          <p:spPr>
            <a:xfrm>
              <a:off x="-2620522" y="545481"/>
              <a:ext cx="13847236" cy="178410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457F5BA3-A1CF-43F4-A6E1-504C75909577}"/>
                </a:ext>
              </a:extLst>
            </p:cNvPr>
            <p:cNvSpPr/>
            <p:nvPr/>
          </p:nvSpPr>
          <p:spPr>
            <a:xfrm>
              <a:off x="-2620523" y="2296797"/>
              <a:ext cx="13847238" cy="1682226"/>
            </a:xfrm>
            <a:prstGeom prst="rect">
              <a:avLst/>
            </a:pr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224DF6A-190B-4FFD-883C-D56E28634E8A}"/>
              </a:ext>
            </a:extLst>
          </p:cNvPr>
          <p:cNvSpPr/>
          <p:nvPr/>
        </p:nvSpPr>
        <p:spPr>
          <a:xfrm>
            <a:off x="-646350" y="1054375"/>
            <a:ext cx="14768749" cy="47694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038BB6A6-BB37-48AF-B5D6-904EBE0C017D}"/>
              </a:ext>
            </a:extLst>
          </p:cNvPr>
          <p:cNvSpPr/>
          <p:nvPr/>
        </p:nvSpPr>
        <p:spPr>
          <a:xfrm>
            <a:off x="-141975" y="2497672"/>
            <a:ext cx="1387067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single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cross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B3E228-AD1D-439C-957F-BABCA8B3C53F}"/>
              </a:ext>
            </a:extLst>
          </p:cNvPr>
          <p:cNvGrpSpPr/>
          <p:nvPr/>
        </p:nvGrpSpPr>
        <p:grpSpPr>
          <a:xfrm>
            <a:off x="-919119" y="1179317"/>
            <a:ext cx="14567416" cy="4365519"/>
            <a:chOff x="-919119" y="1179317"/>
            <a:chExt cx="14567416" cy="4365519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2DF483E-1169-4EF7-A486-B1B0CFA8FD2E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95AA8FF-20EA-4C74-A2F6-D2D0EAC8E7D1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69CB218-5710-49F2-97AF-CAC78973E853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A6127D10-681B-4627-8A25-D123AA521CF7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4E2E1B4A-F70D-4A2C-8464-276010A8B213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4" name="Subtitle 2">
              <a:extLst>
                <a:ext uri="{FF2B5EF4-FFF2-40B4-BE49-F238E27FC236}">
                  <a16:creationId xmlns:a16="http://schemas.microsoft.com/office/drawing/2014/main" id="{5F281D40-796E-48EE-BC1E-FD6BCEBE9D4F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4A084AE-1997-4A63-A5AD-EB89705D2805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1E2B219-9082-48D6-BAAE-F6FB7DD37189}"/>
                </a:ext>
              </a:extLst>
            </p:cNvPr>
            <p:cNvSpPr/>
            <p:nvPr/>
          </p:nvSpPr>
          <p:spPr>
            <a:xfrm>
              <a:off x="10927680" y="1179317"/>
              <a:ext cx="272061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ruleset</a:t>
              </a:r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2349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375D72-2313-4FFE-8CF4-656B60F131D4}"/>
              </a:ext>
            </a:extLst>
          </p:cNvPr>
          <p:cNvGrpSpPr/>
          <p:nvPr/>
        </p:nvGrpSpPr>
        <p:grpSpPr>
          <a:xfrm>
            <a:off x="-1376418" y="-4013200"/>
            <a:ext cx="17768599" cy="16103604"/>
            <a:chOff x="-1376418" y="-4013200"/>
            <a:chExt cx="17768599" cy="16103604"/>
          </a:xfrm>
        </p:grpSpPr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03B78E89-0CE4-4D6C-9317-C6A492036C1D}"/>
                </a:ext>
              </a:extLst>
            </p:cNvPr>
            <p:cNvGrpSpPr/>
            <p:nvPr/>
          </p:nvGrpSpPr>
          <p:grpSpPr>
            <a:xfrm rot="5400000">
              <a:off x="-543920" y="-4845698"/>
              <a:ext cx="16103604" cy="17768599"/>
              <a:chOff x="-2620522" y="-2917017"/>
              <a:chExt cx="13847236" cy="6997914"/>
            </a:xfrm>
          </p:grpSpPr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B151E9B8-D68A-45AF-A7E7-B069EAC3D833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C832E3C3-8307-41D9-81C4-2CEE135C079D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714FF1CC-159A-4ACC-9C9D-5179C3DEFCBD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1B9A0697-05E1-429C-AE7D-4261895D048D}"/>
                  </a:ext>
                </a:extLst>
              </p:cNvPr>
              <p:cNvSpPr/>
              <p:nvPr/>
            </p:nvSpPr>
            <p:spPr>
              <a:xfrm>
                <a:off x="-2620522" y="2296795"/>
                <a:ext cx="13847236" cy="1784102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F5AC8F00-B30C-4204-9439-26C39CD7E0AE}"/>
                </a:ext>
              </a:extLst>
            </p:cNvPr>
            <p:cNvSpPr/>
            <p:nvPr/>
          </p:nvSpPr>
          <p:spPr>
            <a:xfrm>
              <a:off x="-1258963" y="-3911600"/>
              <a:ext cx="17514963" cy="159258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8" name="Rectangle 407">
              <a:extLst>
                <a:ext uri="{FF2B5EF4-FFF2-40B4-BE49-F238E27FC236}">
                  <a16:creationId xmlns:a16="http://schemas.microsoft.com/office/drawing/2014/main" id="{7938B9A8-FB6D-484C-B087-5BA93D08120F}"/>
                </a:ext>
              </a:extLst>
            </p:cNvPr>
            <p:cNvSpPr/>
            <p:nvPr/>
          </p:nvSpPr>
          <p:spPr>
            <a:xfrm>
              <a:off x="10132109" y="5130299"/>
              <a:ext cx="5615890" cy="6641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936C729D-F85A-4957-B42D-DC8EDB6EE94E}"/>
                </a:ext>
              </a:extLst>
            </p:cNvPr>
            <p:cNvSpPr/>
            <p:nvPr/>
          </p:nvSpPr>
          <p:spPr>
            <a:xfrm>
              <a:off x="0" y="-3233073"/>
              <a:ext cx="1454757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issue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examples</a:t>
              </a:r>
              <a:endPara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A3A3BE7-1FB2-4654-8B4A-C9847E08B606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23B0F8FA-BBDF-4C00-836F-AAC91DEF1ED6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B7D76AA-6749-4A48-BC3C-AE39832725FB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EE6F30-682E-4AC1-B501-22B20ACFFAA3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564A4516-7D9C-497D-B10A-3C7A8937E5E3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207A09A-CA1E-4E6A-A223-C14BC96CFAAE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36FB485B-2BD2-42E3-A818-6B3EF91780F9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BF958281-AB79-4A42-9D4F-84A2ADBC8927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9C23E05E-8A16-4B30-B9F7-5F7D1789C3C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9DCE42C2-2B70-4683-9A88-4E612FF0F6E9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1D3A54A-E47C-4FC5-91A8-B6834EEC8C77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130478D-D2B1-4589-9580-781BBC4799DC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C55EC37-0D67-446C-9118-F4C35F78D3CE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1A8E5C4-AC55-4823-8C53-B941A883D2CF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5C67D4C9-7AE6-4C9B-90D5-749769D1B965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190F77AB-DCAD-4E78-A8A3-4FE4E63AA42F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4091B173-D51E-466C-9567-B8A72055E2F0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E15EB669-1719-4E60-AE75-5AB98E0E2084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359728A2-C925-4AB3-A23C-F99E5EF36A32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C11B636E-D76E-48E3-B03B-49B0FBD8B14F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C6F1A3D6-8141-4DE1-95C0-E6AA43722606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5DCBC419-B908-4E85-B7A7-F6EB1DC627FC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EE1FA136-DF9B-4B6E-898F-48E47095413B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0D53D4A3-9EB7-471B-A5E3-A0A0C9503E03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981C8AEC-3CFB-4686-A5AF-9CCA27BF1283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47CBE527-BBDF-4AA7-A60C-65780E4846C7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77BFB324-82A5-4EEC-869C-06B0A780D38C}"/>
                </a:ext>
              </a:extLst>
            </p:cNvPr>
            <p:cNvSpPr/>
            <p:nvPr/>
          </p:nvSpPr>
          <p:spPr>
            <a:xfrm rot="2750059">
              <a:off x="858212" y="81382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28B5B18B-ED1C-4C5E-A0E0-52EAAFB29D23}"/>
                </a:ext>
              </a:extLst>
            </p:cNvPr>
            <p:cNvSpPr/>
            <p:nvPr/>
          </p:nvSpPr>
          <p:spPr>
            <a:xfrm rot="2750059">
              <a:off x="851386" y="1585991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A2AA4BB3-1085-46EA-98F9-2DD18AD2935D}"/>
                </a:ext>
              </a:extLst>
            </p:cNvPr>
            <p:cNvSpPr/>
            <p:nvPr/>
          </p:nvSpPr>
          <p:spPr>
            <a:xfrm rot="2750059">
              <a:off x="2629754" y="16172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2A4DC65-DDD1-47B4-AC9B-FAF4757BE35B}"/>
                </a:ext>
              </a:extLst>
            </p:cNvPr>
            <p:cNvSpPr/>
            <p:nvPr/>
          </p:nvSpPr>
          <p:spPr>
            <a:xfrm rot="2750059">
              <a:off x="3425043" y="331085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49B27FF0-9FAA-4D5E-A94C-A2A9D093C911}"/>
                </a:ext>
              </a:extLst>
            </p:cNvPr>
            <p:cNvSpPr/>
            <p:nvPr/>
          </p:nvSpPr>
          <p:spPr>
            <a:xfrm rot="7313666">
              <a:off x="745137" y="249043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918A07BA-421A-4BD5-AAED-26A0118207E1}"/>
                </a:ext>
              </a:extLst>
            </p:cNvPr>
            <p:cNvSpPr/>
            <p:nvPr/>
          </p:nvSpPr>
          <p:spPr>
            <a:xfrm rot="7313666">
              <a:off x="3392450" y="246024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42E698E-6E94-43AA-8DC1-3A5D9DB91A6F}"/>
                </a:ext>
              </a:extLst>
            </p:cNvPr>
            <p:cNvSpPr/>
            <p:nvPr/>
          </p:nvSpPr>
          <p:spPr>
            <a:xfrm rot="7313666">
              <a:off x="1661254" y="796081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2439A8DD-A58E-4C19-A3DD-19E330CAE2A7}"/>
                </a:ext>
              </a:extLst>
            </p:cNvPr>
            <p:cNvSpPr/>
            <p:nvPr/>
          </p:nvSpPr>
          <p:spPr>
            <a:xfrm rot="19185010">
              <a:off x="752095" y="3315060"/>
              <a:ext cx="728206" cy="49039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E3DE539-EA65-499D-B202-6012938D444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3C35F97B-069D-4D04-8A9E-381EDE05A648}"/>
                </a:ext>
              </a:extLst>
            </p:cNvPr>
            <p:cNvSpPr/>
            <p:nvPr/>
          </p:nvSpPr>
          <p:spPr>
            <a:xfrm>
              <a:off x="-48660" y="-1107415"/>
              <a:ext cx="514435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2742DFC-1724-4641-8437-CCC80FDEC4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7930DC1-48BB-4B79-8980-4B4E5B8D83B6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E0533F7-C99D-42B3-ADA1-654F181FD7E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23C716E-6CA7-4FEC-9225-B638820A165A}"/>
                </a:ext>
              </a:extLst>
            </p:cNvPr>
            <p:cNvCxnSpPr>
              <a:cxnSpLocks/>
            </p:cNvCxnSpPr>
            <p:nvPr/>
          </p:nvCxnSpPr>
          <p:spPr>
            <a:xfrm>
              <a:off x="363861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69C422C-1C2A-4B4E-B9BF-6B533DF10112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8098335-85BE-4825-A0A0-AC2A0CEB77DE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9429EDE-B6FA-4BFF-8BB1-92136CBE8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2236" y="4404469"/>
              <a:ext cx="1740460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Multiplication Sign 73">
              <a:extLst>
                <a:ext uri="{FF2B5EF4-FFF2-40B4-BE49-F238E27FC236}">
                  <a16:creationId xmlns:a16="http://schemas.microsoft.com/office/drawing/2014/main" id="{5F15D63F-37DF-40BB-969D-E16071E640D3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Multiplication Sign 74">
              <a:extLst>
                <a:ext uri="{FF2B5EF4-FFF2-40B4-BE49-F238E27FC236}">
                  <a16:creationId xmlns:a16="http://schemas.microsoft.com/office/drawing/2014/main" id="{5D11DCF3-2881-4550-B5CE-6FC19F10766A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49AF5D0B-D1BF-47E1-8825-72C305CAA3D8}"/>
                </a:ext>
              </a:extLst>
            </p:cNvPr>
            <p:cNvSpPr/>
            <p:nvPr/>
          </p:nvSpPr>
          <p:spPr>
            <a:xfrm>
              <a:off x="-48660" y="-738528"/>
              <a:ext cx="512832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less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b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BD949769-95D7-4D95-A73F-26483F668CFA}"/>
                </a:ext>
              </a:extLst>
            </p:cNvPr>
            <p:cNvGrpSpPr/>
            <p:nvPr/>
          </p:nvGrpSpPr>
          <p:grpSpPr>
            <a:xfrm>
              <a:off x="5259129" y="185790"/>
              <a:ext cx="4242070" cy="4216805"/>
              <a:chOff x="1831632" y="-207902"/>
              <a:chExt cx="4242070" cy="4216805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B6C41BCD-1F18-474E-8457-989C0F146EE6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01B27FA-6B4C-4E46-92C4-53E356C812D6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ADAE39D0-C882-4779-86BF-F44FBC12A824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A3B79DB9-69F3-475A-AEAA-6F8E287268C3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0A585CAF-404E-41A3-81E4-B278B0ED7800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3B1FDCB9-0B7B-4BC0-8BD4-B2B7DF869ED8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22A1ED06-E3F8-4F45-89C5-F376D9C5BCFD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093B1C30-1556-443C-8DF1-5660AAB7E663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7F420A9B-3A33-49D2-A963-D5948A453FF6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CFB09E8C-6BDC-4390-AD03-928BF047DF3D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2F2DFCA2-F39F-4282-B19C-BEC57CAD2B6F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4C8627B3-661C-4F5B-BABA-61D8F2D609E0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E680C0CF-9546-43C0-81FF-D0FF2DCA9CE2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B3458A2F-D2CD-4CC7-8AA1-A68857626566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4440D093-9F0F-43A5-86F5-F9A3CB39AC69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23E8E6AA-A1B5-43F1-A052-2625B753D273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C79D3E7D-CF53-4746-A5C2-87B6AC4E8626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3FDCE589-C3F5-421D-9946-E315E8638F8B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82A5E265-A488-431A-91D5-792D0CA32A82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6E87B01-AFCA-4523-9BD7-61A855C8FF4E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EA0F7E77-27DA-4A50-ABCD-3AB42BB941ED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AEAFD62-2070-4B22-95BD-5F9EF5AF9D6D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69C1C7C-DA79-4A86-A467-6397E4FF8FEC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CA2B0188-0D17-4EC0-9E95-7547C58E03C6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02F8ABFA-4CD5-465A-A39E-A6F43FC7E2D0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D8005269-CDC5-4380-8477-1B32866D81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62926" y="2318710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C9228E4-54D5-463B-9390-DAEA6B7612E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351529" y="4435621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4706D90-808E-428A-99BE-E5EFCFA093E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76049" y="1433850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7226EA7C-17CB-4494-A36F-E20B164936B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93514" y="1903467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B3D4549-5427-4B3B-BD84-FE9B800D021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72557" y="2734607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E0AF50B9-DE9D-4F6C-97F7-E36058F464F2}"/>
                </a:ext>
              </a:extLst>
            </p:cNvPr>
            <p:cNvCxnSpPr>
              <a:cxnSpLocks/>
            </p:cNvCxnSpPr>
            <p:nvPr/>
          </p:nvCxnSpPr>
          <p:spPr>
            <a:xfrm>
              <a:off x="7804371" y="3528742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4C308C38-BE36-4C94-8D82-09E45CED6F1D}"/>
                </a:ext>
              </a:extLst>
            </p:cNvPr>
            <p:cNvCxnSpPr>
              <a:cxnSpLocks/>
            </p:cNvCxnSpPr>
            <p:nvPr/>
          </p:nvCxnSpPr>
          <p:spPr>
            <a:xfrm>
              <a:off x="6142916" y="2734428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58B5C6C-9D47-4834-B9DA-51B96C900D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804421" y="2731032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2E44685-7BE5-4577-96DF-71059C2088E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284657" y="24630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2BB5AA7C-C434-4FB5-96AB-FDB3C5A0779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70732" y="661559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9E125F2-AC8B-4FDF-A73D-5209D60E99D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693326" y="106361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3E5E2C74-3308-4552-A0A3-8B1EC47C1880}"/>
                </a:ext>
              </a:extLst>
            </p:cNvPr>
            <p:cNvSpPr/>
            <p:nvPr/>
          </p:nvSpPr>
          <p:spPr>
            <a:xfrm>
              <a:off x="5248661" y="-1107415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25" name="Multiplication Sign 124">
              <a:extLst>
                <a:ext uri="{FF2B5EF4-FFF2-40B4-BE49-F238E27FC236}">
                  <a16:creationId xmlns:a16="http://schemas.microsoft.com/office/drawing/2014/main" id="{F4744DCF-EA20-43A9-938F-52306ACABC5B}"/>
                </a:ext>
              </a:extLst>
            </p:cNvPr>
            <p:cNvSpPr/>
            <p:nvPr/>
          </p:nvSpPr>
          <p:spPr>
            <a:xfrm>
              <a:off x="8381304" y="17553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4C709DA4-A285-4AD7-BE2A-89C8C7426618}"/>
                </a:ext>
              </a:extLst>
            </p:cNvPr>
            <p:cNvGrpSpPr/>
            <p:nvPr/>
          </p:nvGrpSpPr>
          <p:grpSpPr>
            <a:xfrm>
              <a:off x="5751690" y="696107"/>
              <a:ext cx="3232364" cy="3107473"/>
              <a:chOff x="752095" y="697981"/>
              <a:chExt cx="3232364" cy="3107473"/>
            </a:xfrm>
          </p:grpSpPr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A6546F8E-9573-419E-9CE3-D9C236ABD5EB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986E2D20-D5A2-49B3-8DC0-11CA38AC612A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1B61A4AB-5D13-46DD-861C-C904A6A6293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5660BB48-6FC4-4E64-8B5E-93F02249225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B3C2C6FC-1201-4A1A-AE41-2F9A3D3065E7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1DAF02E8-7B25-4DCF-B5B6-18C798632C56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7962317E-70A5-48F4-8085-EC515A6D6E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63235931-4563-4189-A85D-77E919EECD1A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0D0B6FC-458A-4053-BAE0-4BDBDAD95DA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526" y="106361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81F0C705-6C69-45AC-AAC2-009274DC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049377" y="66156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B40CE125-A496-419C-B958-D23FA2FD065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2390" y="661561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1E238A7-3497-49F5-AD51-B7DF9A1EE5F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611607" y="2734607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7FEE190C-17C9-455B-BB1B-A53F2CD53DFD}"/>
                </a:ext>
              </a:extLst>
            </p:cNvPr>
            <p:cNvGrpSpPr/>
            <p:nvPr/>
          </p:nvGrpSpPr>
          <p:grpSpPr>
            <a:xfrm>
              <a:off x="-477130" y="5146489"/>
              <a:ext cx="5078699" cy="5564222"/>
              <a:chOff x="-352236" y="-1126727"/>
              <a:chExt cx="5078699" cy="5564222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56E837F0-7DED-4E3D-9F40-F46983C6C284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FD46CEE-2352-4550-B756-37547C1105A3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7A005508-1AE2-4EDF-A934-95AC6F2D85DA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CD204317-49EC-4F77-9581-F6F2C4AACD2C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858A74F9-4409-4540-BA89-13BF6A362741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BA2948AD-3176-4E8E-93EC-493E74C2B2D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B387A3D9-8257-440E-BBA4-17F3B0A3C50C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93925C2F-40CD-440E-8A69-BA712D15F32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50D0949A-D773-48FA-A543-4678158B1611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F09256BE-DDA1-413C-8DC3-FBDB85ECCFD0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7" name="Rectangle 196">
                  <a:extLst>
                    <a:ext uri="{FF2B5EF4-FFF2-40B4-BE49-F238E27FC236}">
                      <a16:creationId xmlns:a16="http://schemas.microsoft.com/office/drawing/2014/main" id="{C5371DAB-AB9E-4E61-96A4-A8F45720FA42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E175FF63-F17E-4730-B195-883F6533FA5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E880A708-1D30-4BAE-B013-21EB8E287D7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60FFE462-42AF-4953-8BA8-9DA1BB455D76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D5222C33-C188-47DC-B45C-82F68BC5F9EB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908D0471-B268-4D2E-8DD1-5C3569FBEEC6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31807DE4-4A2A-45F1-8CAA-F074DC9B0A2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8C8A9A86-5F50-4B2E-A11B-FA013893B0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FD561E9F-F3CE-4982-84CD-BB986B0C0727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14FA2022-E0B2-4D19-B6F8-41A87FC312F3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694C2257-1707-433D-855D-6244BA4A0D93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FBFDDC68-5ACA-4490-952B-04FA0D6647B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A11DAF25-085A-4643-8909-14FB74431706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53D93E8-DB72-4A1C-A114-143381859741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1E2CE447-3FA4-4FC4-B4FC-F56BD28907CC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C22F28E4-E9B4-4C53-BDB0-7ADB18BDB4BE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F204ACAA-611E-4AE1-AA27-445C6A01254F}"/>
                  </a:ext>
                </a:extLst>
              </p:cNvPr>
              <p:cNvSpPr/>
              <p:nvPr/>
            </p:nvSpPr>
            <p:spPr>
              <a:xfrm>
                <a:off x="-352236" y="-1126727"/>
                <a:ext cx="5078699" cy="13542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Cherry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2 </a:t>
                </a:r>
                <a:r>
                  <a:rPr lang="pt-PT" sz="24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form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group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pt-PT" sz="24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6" name="Multiplication Sign 165">
                <a:extLst>
                  <a:ext uri="{FF2B5EF4-FFF2-40B4-BE49-F238E27FC236}">
                    <a16:creationId xmlns:a16="http://schemas.microsoft.com/office/drawing/2014/main" id="{278BF2E2-5143-4499-B668-9518BF623346}"/>
                  </a:ext>
                </a:extLst>
              </p:cNvPr>
              <p:cNvSpPr/>
              <p:nvPr/>
            </p:nvSpPr>
            <p:spPr>
              <a:xfrm>
                <a:off x="1125982" y="115755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4BE7F1-B8E6-40E9-8BC6-5A48B1E00A5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55626FF-B4E8-4B80-A5D4-AB0ADB0CEDC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565B72A8-9C0D-41D2-9612-690CB2DFA6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8C825447-E554-40FB-8C49-767370ACA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DCBB52F-0CE5-439F-81C1-F16CC1CF4F3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D98A7A15-A962-44C4-B828-196D5E0A677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2D8B2A6-90F3-4436-89A1-560A7E81EF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96" y="2732906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C7B2A9D-B456-4588-ABC6-A2948E45C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05DA50C1-60DA-4B1B-852B-797FA066A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2420" y="18811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Multiplication Sign 175">
                <a:extLst>
                  <a:ext uri="{FF2B5EF4-FFF2-40B4-BE49-F238E27FC236}">
                    <a16:creationId xmlns:a16="http://schemas.microsoft.com/office/drawing/2014/main" id="{93E638AD-4FAF-481E-832A-1A9BC65B10A6}"/>
                  </a:ext>
                </a:extLst>
              </p:cNvPr>
              <p:cNvSpPr/>
              <p:nvPr/>
            </p:nvSpPr>
            <p:spPr>
              <a:xfrm>
                <a:off x="2842225" y="324491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8D7E48F-97BD-4895-968E-BF0ED38BAF3D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B44D2E90-E8AA-4F34-A679-B57D653347D0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70D8CF50-F39B-49D2-9124-05A93079D2B2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56B4F5E9-CEBD-41F7-9B03-F5F8FF84261B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4CF52E4F-1BA1-4234-8183-07BBA2EDA528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A076CA6B-B9EE-403C-99DC-A176645773B2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51BEFF9B-6436-4A99-9B6F-AAD82A34C85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FA6CE652-379A-49A4-BEA6-8764C3D44F18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7" name="Freeform: Shape 186">
                  <a:extLst>
                    <a:ext uri="{FF2B5EF4-FFF2-40B4-BE49-F238E27FC236}">
                      <a16:creationId xmlns:a16="http://schemas.microsoft.com/office/drawing/2014/main" id="{DB452B35-E2CE-43E9-8417-33EE6DF92D70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B3A30E5-B874-4BED-97C2-D33C9F40873A}"/>
                </a:ext>
              </a:extLst>
            </p:cNvPr>
            <p:cNvGrpSpPr/>
            <p:nvPr/>
          </p:nvGrpSpPr>
          <p:grpSpPr>
            <a:xfrm>
              <a:off x="1195900" y="-1107415"/>
              <a:ext cx="13720947" cy="5582493"/>
              <a:chOff x="-9135191" y="-1133182"/>
              <a:chExt cx="13720947" cy="5582493"/>
            </a:xfrm>
          </p:grpSpPr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76BBC544-16DB-4919-B713-B21DA52369BB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41" name="Rectangle 240">
                  <a:extLst>
                    <a:ext uri="{FF2B5EF4-FFF2-40B4-BE49-F238E27FC236}">
                      <a16:creationId xmlns:a16="http://schemas.microsoft.com/office/drawing/2014/main" id="{22FBC3AD-ADC6-4392-BCD2-B6DB0910D4A5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8894EF17-8A1B-460D-AF25-0F2DE04F886D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FF147CD9-5E44-4ABE-8169-16EF2372614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4" name="Rectangle 243">
                  <a:extLst>
                    <a:ext uri="{FF2B5EF4-FFF2-40B4-BE49-F238E27FC236}">
                      <a16:creationId xmlns:a16="http://schemas.microsoft.com/office/drawing/2014/main" id="{0955A85B-4539-488D-BCBA-5738DA7D3AD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EC0E0534-EE25-4124-9B5C-08531ACECB5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B2D1BBD5-9E7D-4116-8F28-A52F35BC6E8D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7" name="Rectangle 246">
                  <a:extLst>
                    <a:ext uri="{FF2B5EF4-FFF2-40B4-BE49-F238E27FC236}">
                      <a16:creationId xmlns:a16="http://schemas.microsoft.com/office/drawing/2014/main" id="{0D855D91-ABCF-4F5C-9C74-2BC226FCCCEF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B1D8A813-E1E4-45EE-8BE0-27D3364BA09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9942E273-80C2-4294-9A79-328F176333F4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F114E2DF-6DE9-413E-98EE-03FDA65CE051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56F5460A-66C3-452B-A788-39681631E1EA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2126FF82-4A2C-49F7-8403-CE9A0BF1C63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B2208733-57A0-476B-B521-CF74612E53AB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A60128D1-9BCE-47BD-8674-403DE4F1669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AA9BCD49-C045-4008-977B-70CE52D4FC8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BA0AFE27-ABF1-4A30-80F6-8C634191787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7" name="Rectangle 256">
                  <a:extLst>
                    <a:ext uri="{FF2B5EF4-FFF2-40B4-BE49-F238E27FC236}">
                      <a16:creationId xmlns:a16="http://schemas.microsoft.com/office/drawing/2014/main" id="{D4626E04-8787-48A7-8958-E66761211ADE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01B18779-377A-4A55-9384-2D55DC09E999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6D4E000F-47FB-4681-9EB2-067F4A0D5C48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A6F01E33-A4D2-4504-842B-FCD226908AA7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37DEB927-F8B7-4DD6-869D-A0C0EBEA560A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B4B2C9B1-17CE-4F04-B8A0-2213B6C29831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C4B8395C-C0F8-491D-9655-A6A6E87C9EF0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2B6D3CAC-9FEF-4DB4-BB03-93AD3B8B3102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5AFF4FAD-2546-4745-BB5B-7396D7CE5AC2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638873DF-CB67-4231-8CCC-6BB3149638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EC7D14BF-3C01-45F4-8E2B-580D4B45F5C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BE3D0650-A727-4916-A8A1-66121ED614A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F7D1AA31-E0F4-429A-A34B-DB3408227D3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F8D53929-2FB5-48AC-B822-DBEBF3334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9ECD125E-70C6-435C-9F2F-22A7BFA9DA40}"/>
                  </a:ext>
                </a:extLst>
              </p:cNvPr>
              <p:cNvSpPr/>
              <p:nvPr/>
            </p:nvSpPr>
            <p:spPr>
              <a:xfrm>
                <a:off x="361173" y="-1133182"/>
                <a:ext cx="3882794" cy="9079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F11D8B29-113F-4674-ACC1-A5E00B287314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3F2E9054-8D7B-40E2-9E0C-4645540CC11D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2B85857F-6BB8-4BAA-92B4-BD7CE6A1FC58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EFF33F7E-4368-4D58-8B3B-8263B5DCEDF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5AE9BB1C-15B8-4984-A207-61BB4BEF108F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0198C1BC-6BB8-444A-9EF8-9D3768F0E5DD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46E072D6-8F19-4623-8F2C-CA47191C2F33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384D5B34-2186-4311-931F-243E5EFDE5E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B8A539B1-8075-4FCF-9CA6-3655781406FE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E2DEA01A-7687-4808-8BC0-5026EAED1BE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1A8BF88-AF82-4751-8E5B-166582904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5900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Multiplication Sign 223">
                <a:extLst>
                  <a:ext uri="{FF2B5EF4-FFF2-40B4-BE49-F238E27FC236}">
                    <a16:creationId xmlns:a16="http://schemas.microsoft.com/office/drawing/2014/main" id="{A7F19D71-B0D0-45C5-9F01-6CA1DFFFF2EC}"/>
                  </a:ext>
                </a:extLst>
              </p:cNvPr>
              <p:cNvSpPr/>
              <p:nvPr/>
            </p:nvSpPr>
            <p:spPr>
              <a:xfrm>
                <a:off x="1260975" y="20658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5" name="Multiplication Sign 224">
                <a:extLst>
                  <a:ext uri="{FF2B5EF4-FFF2-40B4-BE49-F238E27FC236}">
                    <a16:creationId xmlns:a16="http://schemas.microsoft.com/office/drawing/2014/main" id="{9FE3259A-AFB0-4F22-8F12-601CE49B8E32}"/>
                  </a:ext>
                </a:extLst>
              </p:cNvPr>
              <p:cNvSpPr/>
              <p:nvPr/>
            </p:nvSpPr>
            <p:spPr>
              <a:xfrm>
                <a:off x="2912937" y="2053445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2A1946DF-7097-4315-AB19-EE46083D8C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9063" y="2726771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A1A5C1D4-B596-4EF7-9569-9B02302D1E6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422577" y="279527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88429956-7D95-45E2-9178-52059E76A4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53190" y="105109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0D09B77-83AF-41C9-82EE-9A21AE3FA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9135191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82DF9CF6-13AA-40F7-B8C5-8EAD58F67598}"/>
                </a:ext>
              </a:extLst>
            </p:cNvPr>
            <p:cNvGrpSpPr/>
            <p:nvPr/>
          </p:nvGrpSpPr>
          <p:grpSpPr>
            <a:xfrm>
              <a:off x="5256044" y="5350357"/>
              <a:ext cx="4345824" cy="5328889"/>
              <a:chOff x="259534" y="-884582"/>
              <a:chExt cx="4345824" cy="5328889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09A56912-75FB-4098-97B4-AADB125429D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AEF0B6C9-7DCC-4340-9939-131D2A11A42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8FA4DE5A-217B-40F9-9FFC-B9FD80889488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542D9964-F71C-471C-B6FD-87843C27C00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FCEAC4CA-E4A1-4A3A-BDBB-63D1A7D80475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8EA2AE8-E35B-4B49-B947-C9E93A30082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DAFBBAC6-C6D3-4625-976B-02FEA80B2255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A0565192-8D88-428D-B266-25286005BB0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3C227476-B384-488D-9A5F-1765E3F864B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877BC67D-9018-49DE-98C4-1E53EED5B09F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154672F5-C773-41E9-A9C9-DC596FC012BA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321F6FE-C8FF-4059-B8AD-22909ACE67B0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BFB61BAB-5A1B-48F9-B5CB-8EA8EB1C683C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8B8B6E02-D022-49CB-83A3-7DBB0B3EF9E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3F524523-A2B0-4FCA-A2F2-1DFDE172F24F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F3852E9-A2B9-43F9-81D6-D2949CFCAAA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AB3C712F-A163-48AE-A9A3-ECD5C98CF50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683A54C8-1D34-4D6C-9864-91049013AB5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5CBBDD29-7FDA-46B5-B07E-F1EB2EFD4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2FA6332F-C926-4B30-A773-4D9AD952585D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5CF099ED-0082-448E-900B-728CE8CCEBC9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5C00EAB6-43B8-4F1A-A4F9-EB861E88547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003E1669-2059-4B51-8FB1-DB56D82BF66A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99D0FCF4-2BBB-404E-8074-731DED5FCEF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D1F570C-77AA-4689-883E-3C815592D990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8" name="Rectangle 317">
                  <a:extLst>
                    <a:ext uri="{FF2B5EF4-FFF2-40B4-BE49-F238E27FC236}">
                      <a16:creationId xmlns:a16="http://schemas.microsoft.com/office/drawing/2014/main" id="{6B47A4B2-8A04-4573-9E22-52BB303FA1A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A9864B8C-451C-4804-8765-D3AB555F29B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31923DB-8143-4307-8CAE-860E1F2BEC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91E1E217-6E83-41E6-B806-A06BA1426BC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57F725F1-DB93-46A0-81E9-9CF96F07877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CC12B31D-332A-4744-986D-A9E10030AC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1BA270A2-32EC-4963-8F3D-5A702DFE5B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AC2932B0-6AA9-4C0E-8D02-21A43EBF14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6260AC0C-482F-472C-BD64-F92523046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A23F7E5D-8940-4EA6-9144-064862500730}"/>
                  </a:ext>
                </a:extLst>
              </p:cNvPr>
              <p:cNvSpPr/>
              <p:nvPr/>
            </p:nvSpPr>
            <p:spPr>
              <a:xfrm>
                <a:off x="371166" y="-884582"/>
                <a:ext cx="40044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path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70645B12-3BB7-4463-9DDC-61107C5F0C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A8254C50-9105-4014-9FA3-7B242939708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70608" y="1926214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8F3D398C-2595-4F96-99A6-691E31E5A89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160277" y="443872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6951F437-6B6F-4EED-8CF0-4728FEBCE6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3" y="401281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773EC927-F35E-449F-BACE-B28CA55119D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08785" y="358132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Multiplication Sign 281">
                <a:extLst>
                  <a:ext uri="{FF2B5EF4-FFF2-40B4-BE49-F238E27FC236}">
                    <a16:creationId xmlns:a16="http://schemas.microsoft.com/office/drawing/2014/main" id="{1241E7E5-75C4-4DB5-9FE9-4F6C35C68B47}"/>
                  </a:ext>
                </a:extLst>
              </p:cNvPr>
              <p:cNvSpPr/>
              <p:nvPr/>
            </p:nvSpPr>
            <p:spPr>
              <a:xfrm>
                <a:off x="1273173" y="319974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283" name="Group 282">
                <a:extLst>
                  <a:ext uri="{FF2B5EF4-FFF2-40B4-BE49-F238E27FC236}">
                    <a16:creationId xmlns:a16="http://schemas.microsoft.com/office/drawing/2014/main" id="{D030A282-D167-416C-B754-49DD15ED5485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284" name="Freeform: Shape 283">
                  <a:extLst>
                    <a:ext uri="{FF2B5EF4-FFF2-40B4-BE49-F238E27FC236}">
                      <a16:creationId xmlns:a16="http://schemas.microsoft.com/office/drawing/2014/main" id="{3EC47FAC-2794-46E2-85C8-C28E6ED6F1E1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E0544038-0003-49BB-8854-095DCC937046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B356D988-EC34-4163-978E-08D7A742C603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44637B19-4007-4B7B-805B-56E2B0A0AC35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DDD513DF-77B5-4298-976D-0776BC12FEF0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32E64176-9A9C-407D-98E9-14F38DDD8C3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3AFCA5C6-8319-4298-8A94-9DFAAF0D0316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D303F6CA-B86C-4A20-9ED3-52EBFAF56D01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6B7DCDF-075B-4E61-8548-4D6C1242F2BC}"/>
                </a:ext>
              </a:extLst>
            </p:cNvPr>
            <p:cNvGrpSpPr/>
            <p:nvPr/>
          </p:nvGrpSpPr>
          <p:grpSpPr>
            <a:xfrm>
              <a:off x="10599075" y="5350357"/>
              <a:ext cx="4417722" cy="5235247"/>
              <a:chOff x="259534" y="-797752"/>
              <a:chExt cx="4417722" cy="5235247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C05D8B8E-B31B-4B15-BC6B-BBD2BAE9E8A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344" name="Rectangle 343">
                  <a:extLst>
                    <a:ext uri="{FF2B5EF4-FFF2-40B4-BE49-F238E27FC236}">
                      <a16:creationId xmlns:a16="http://schemas.microsoft.com/office/drawing/2014/main" id="{BC57E84B-CD22-4F46-9C28-AF838585495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5" name="Rectangle 344">
                  <a:extLst>
                    <a:ext uri="{FF2B5EF4-FFF2-40B4-BE49-F238E27FC236}">
                      <a16:creationId xmlns:a16="http://schemas.microsoft.com/office/drawing/2014/main" id="{46CAC1CA-BBF0-4474-A301-F584A53BDAE7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19567C43-7E58-48EC-8FE3-2D6582F2AE01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7" name="Rectangle 346">
                  <a:extLst>
                    <a:ext uri="{FF2B5EF4-FFF2-40B4-BE49-F238E27FC236}">
                      <a16:creationId xmlns:a16="http://schemas.microsoft.com/office/drawing/2014/main" id="{848638ED-EF94-4A60-8D4C-67CF463BB2FD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8" name="Rectangle 347">
                  <a:extLst>
                    <a:ext uri="{FF2B5EF4-FFF2-40B4-BE49-F238E27FC236}">
                      <a16:creationId xmlns:a16="http://schemas.microsoft.com/office/drawing/2014/main" id="{352C3D11-688D-4EA6-B68F-5C569E683FB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9" name="Rectangle 348">
                  <a:extLst>
                    <a:ext uri="{FF2B5EF4-FFF2-40B4-BE49-F238E27FC236}">
                      <a16:creationId xmlns:a16="http://schemas.microsoft.com/office/drawing/2014/main" id="{8B11E2DC-D477-41C2-8E4A-68FDF7759611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0" name="Rectangle 349">
                  <a:extLst>
                    <a:ext uri="{FF2B5EF4-FFF2-40B4-BE49-F238E27FC236}">
                      <a16:creationId xmlns:a16="http://schemas.microsoft.com/office/drawing/2014/main" id="{437A8F71-15E7-4C74-8DD6-9B646E6E2C99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1" name="Rectangle 350">
                  <a:extLst>
                    <a:ext uri="{FF2B5EF4-FFF2-40B4-BE49-F238E27FC236}">
                      <a16:creationId xmlns:a16="http://schemas.microsoft.com/office/drawing/2014/main" id="{86BA778C-FE7D-40F3-9247-2C76557ECB7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2" name="Rectangle 351">
                  <a:extLst>
                    <a:ext uri="{FF2B5EF4-FFF2-40B4-BE49-F238E27FC236}">
                      <a16:creationId xmlns:a16="http://schemas.microsoft.com/office/drawing/2014/main" id="{5DEEE8CE-05B1-47D1-A742-38E080ADC038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3" name="Rectangle 352">
                  <a:extLst>
                    <a:ext uri="{FF2B5EF4-FFF2-40B4-BE49-F238E27FC236}">
                      <a16:creationId xmlns:a16="http://schemas.microsoft.com/office/drawing/2014/main" id="{DA849226-5E9C-4B43-B6AD-BCF2D015EA09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4" name="Rectangle 353">
                  <a:extLst>
                    <a:ext uri="{FF2B5EF4-FFF2-40B4-BE49-F238E27FC236}">
                      <a16:creationId xmlns:a16="http://schemas.microsoft.com/office/drawing/2014/main" id="{C8D055A0-3FFF-4A74-A44D-D5E864FDED7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2E830725-29E9-4B30-8A46-E9CAE619A8D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6" name="Rectangle 355">
                  <a:extLst>
                    <a:ext uri="{FF2B5EF4-FFF2-40B4-BE49-F238E27FC236}">
                      <a16:creationId xmlns:a16="http://schemas.microsoft.com/office/drawing/2014/main" id="{1AB85F12-D932-440C-A6BD-27FE4B5E56C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7" name="Rectangle 356">
                  <a:extLst>
                    <a:ext uri="{FF2B5EF4-FFF2-40B4-BE49-F238E27FC236}">
                      <a16:creationId xmlns:a16="http://schemas.microsoft.com/office/drawing/2014/main" id="{4DCD42C5-D100-47AC-8E12-EF4C2054BD5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8" name="Rectangle 357">
                  <a:extLst>
                    <a:ext uri="{FF2B5EF4-FFF2-40B4-BE49-F238E27FC236}">
                      <a16:creationId xmlns:a16="http://schemas.microsoft.com/office/drawing/2014/main" id="{C18AB329-1365-43B7-80C2-42555F97F87C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9" name="Rectangle 358">
                  <a:extLst>
                    <a:ext uri="{FF2B5EF4-FFF2-40B4-BE49-F238E27FC236}">
                      <a16:creationId xmlns:a16="http://schemas.microsoft.com/office/drawing/2014/main" id="{067A464D-D872-4E32-854D-7518A322443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0" name="Rectangle 359">
                  <a:extLst>
                    <a:ext uri="{FF2B5EF4-FFF2-40B4-BE49-F238E27FC236}">
                      <a16:creationId xmlns:a16="http://schemas.microsoft.com/office/drawing/2014/main" id="{6892BB1E-1274-4431-BA40-F31A2E1B2B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5013EDE0-3887-4F24-A96B-DE591808E55D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2" name="Rectangle 361">
                  <a:extLst>
                    <a:ext uri="{FF2B5EF4-FFF2-40B4-BE49-F238E27FC236}">
                      <a16:creationId xmlns:a16="http://schemas.microsoft.com/office/drawing/2014/main" id="{1F069750-0111-4D6C-A811-D4189E2004F5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3" name="Rectangle 362">
                  <a:extLst>
                    <a:ext uri="{FF2B5EF4-FFF2-40B4-BE49-F238E27FC236}">
                      <a16:creationId xmlns:a16="http://schemas.microsoft.com/office/drawing/2014/main" id="{58A90B30-4AF2-4560-BE4D-23EF9C06942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7F6A9541-25D0-4D22-936D-591DB9655582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5" name="Rectangle 364">
                  <a:extLst>
                    <a:ext uri="{FF2B5EF4-FFF2-40B4-BE49-F238E27FC236}">
                      <a16:creationId xmlns:a16="http://schemas.microsoft.com/office/drawing/2014/main" id="{909A9CF5-46C2-4CED-90F5-8F7178D43FC2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6" name="Rectangle 365">
                  <a:extLst>
                    <a:ext uri="{FF2B5EF4-FFF2-40B4-BE49-F238E27FC236}">
                      <a16:creationId xmlns:a16="http://schemas.microsoft.com/office/drawing/2014/main" id="{FF2CE635-FA51-4702-808C-76D60B308942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9E5F5704-EA6F-412E-9F8D-990BF3968F7F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8" name="Rectangle 367">
                  <a:extLst>
                    <a:ext uri="{FF2B5EF4-FFF2-40B4-BE49-F238E27FC236}">
                      <a16:creationId xmlns:a16="http://schemas.microsoft.com/office/drawing/2014/main" id="{15998EC5-8FE3-4A27-BA37-2CCBBEBAF9B1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42385D25-5529-4E71-8674-E453ACDDA7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E3688CB6-44BA-4B37-B32F-E2D8F5C9225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A28FE54D-F939-4E58-815B-28F64BAA0D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A7077B9F-E3F3-48B3-93B0-7F8EFFD18B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43058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D5509F5B-EF06-41C7-BC8D-C3A9F05A3F2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5167E149-D0BC-4CEC-95EF-7F7F92BDCF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C028A88F-8774-492F-8AE8-969A1E6A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CCEE775A-AB01-4F30-A50C-93A7FDFFA1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9FFFD448-512A-4E2F-8D7C-1AA9368004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E5F91F06-F05D-4A1C-93A4-E47CCB3E3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0CC915A-0731-4665-A1D0-004E8D7F5BCA}"/>
                  </a:ext>
                </a:extLst>
              </p:cNvPr>
              <p:cNvSpPr/>
              <p:nvPr/>
            </p:nvSpPr>
            <p:spPr>
              <a:xfrm>
                <a:off x="3381709" y="-797752"/>
                <a:ext cx="12955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b="1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Solved</a:t>
                </a:r>
                <a:r>
                  <a: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!</a:t>
                </a:r>
              </a:p>
            </p:txBody>
          </p: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7CB2E53E-C089-4E49-96B3-436C2C42B6B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440E905D-9448-4FD9-BABD-003A58423BFA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334" name="Freeform: Shape 333">
                  <a:extLst>
                    <a:ext uri="{FF2B5EF4-FFF2-40B4-BE49-F238E27FC236}">
                      <a16:creationId xmlns:a16="http://schemas.microsoft.com/office/drawing/2014/main" id="{98E9BA65-67F9-4219-A274-105825106D29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5" name="Freeform: Shape 334">
                  <a:extLst>
                    <a:ext uri="{FF2B5EF4-FFF2-40B4-BE49-F238E27FC236}">
                      <a16:creationId xmlns:a16="http://schemas.microsoft.com/office/drawing/2014/main" id="{16C3630B-F225-4D4C-9BA7-E4360C09C70F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6" name="Freeform: Shape 335">
                  <a:extLst>
                    <a:ext uri="{FF2B5EF4-FFF2-40B4-BE49-F238E27FC236}">
                      <a16:creationId xmlns:a16="http://schemas.microsoft.com/office/drawing/2014/main" id="{C0AAE8E6-AB2E-4CE9-98C7-6F87C3F47685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7" name="Freeform: Shape 336">
                  <a:extLst>
                    <a:ext uri="{FF2B5EF4-FFF2-40B4-BE49-F238E27FC236}">
                      <a16:creationId xmlns:a16="http://schemas.microsoft.com/office/drawing/2014/main" id="{90E1CA21-E9C0-45C2-A4D7-D67082C9E160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8" name="Freeform: Shape 337">
                  <a:extLst>
                    <a:ext uri="{FF2B5EF4-FFF2-40B4-BE49-F238E27FC236}">
                      <a16:creationId xmlns:a16="http://schemas.microsoft.com/office/drawing/2014/main" id="{4E4AE4EE-CEEE-4176-96C8-E41475F581D4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Freeform: Shape 338">
                  <a:extLst>
                    <a:ext uri="{FF2B5EF4-FFF2-40B4-BE49-F238E27FC236}">
                      <a16:creationId xmlns:a16="http://schemas.microsoft.com/office/drawing/2014/main" id="{635C763F-CFE5-45EF-9A5A-9BE84F3273BF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647943A0-608E-4D22-A0F0-2240ACF62AF3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6ABF445B-0457-46F4-AC84-8C369DF29F1C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11" name="Rectangle 410">
              <a:extLst>
                <a:ext uri="{FF2B5EF4-FFF2-40B4-BE49-F238E27FC236}">
                  <a16:creationId xmlns:a16="http://schemas.microsoft.com/office/drawing/2014/main" id="{4CAA9B67-1DE3-4188-93FD-E35D30A5C475}"/>
                </a:ext>
              </a:extLst>
            </p:cNvPr>
            <p:cNvSpPr/>
            <p:nvPr/>
          </p:nvSpPr>
          <p:spPr>
            <a:xfrm>
              <a:off x="10683025" y="10977990"/>
              <a:ext cx="5065066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#22 by Pedro PSI – 16</a:t>
              </a:r>
              <a:r>
                <a:rPr lang="en-US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 of December 2020</a:t>
              </a:r>
            </a:p>
            <a:p>
              <a:pPr algn="r"/>
              <a:r>
                <a:rPr lang="pt-PT" i="1" dirty="0">
                  <a:latin typeface="Arial" panose="020B0604020202020204" pitchFamily="34" charset="0"/>
                  <a:cs typeface="Arial" panose="020B0604020202020204" pitchFamily="34" charset="0"/>
                </a:rPr>
                <a:t>pedropsi.github.io</a:t>
              </a:r>
            </a:p>
          </p:txBody>
        </p: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F4A488E2-93EF-4F8D-9C58-5DEA30D1B178}"/>
                </a:ext>
              </a:extLst>
            </p:cNvPr>
            <p:cNvCxnSpPr>
              <a:cxnSpLocks/>
            </p:cNvCxnSpPr>
            <p:nvPr/>
          </p:nvCxnSpPr>
          <p:spPr>
            <a:xfrm>
              <a:off x="2777987" y="196514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BBF5B94B-B47A-48F9-BCEC-007185BECBA3}"/>
                </a:ext>
              </a:extLst>
            </p:cNvPr>
            <p:cNvSpPr/>
            <p:nvPr/>
          </p:nvSpPr>
          <p:spPr>
            <a:xfrm rot="8358001">
              <a:off x="3330973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06726D54-05C8-4E15-91FB-E39A8795CEA3}"/>
                </a:ext>
              </a:extLst>
            </p:cNvPr>
            <p:cNvSpPr/>
            <p:nvPr/>
          </p:nvSpPr>
          <p:spPr>
            <a:xfrm rot="8358001">
              <a:off x="2491156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46C81A6-9EF6-4130-9961-FBABA7A973EA}"/>
                </a:ext>
              </a:extLst>
            </p:cNvPr>
            <p:cNvSpPr/>
            <p:nvPr/>
          </p:nvSpPr>
          <p:spPr>
            <a:xfrm rot="8358001">
              <a:off x="73929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404A4AA8-CEA5-4AA2-8764-1556DA93FDD8}"/>
                </a:ext>
              </a:extLst>
            </p:cNvPr>
            <p:cNvSpPr/>
            <p:nvPr/>
          </p:nvSpPr>
          <p:spPr>
            <a:xfrm rot="8358001">
              <a:off x="8373363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6D99E180-360C-4880-BFF8-AA4946A82B9C}"/>
                </a:ext>
              </a:extLst>
            </p:cNvPr>
            <p:cNvSpPr/>
            <p:nvPr/>
          </p:nvSpPr>
          <p:spPr>
            <a:xfrm rot="8358001">
              <a:off x="7533546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2BC04733-9BE0-45DB-A62E-B1BCB979A07B}"/>
                </a:ext>
              </a:extLst>
            </p:cNvPr>
            <p:cNvSpPr/>
            <p:nvPr/>
          </p:nvSpPr>
          <p:spPr>
            <a:xfrm rot="8358001">
              <a:off x="578168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10A9B235-6EFA-4C71-8E19-85C6C786D2F6}"/>
                </a:ext>
              </a:extLst>
            </p:cNvPr>
            <p:cNvSpPr/>
            <p:nvPr/>
          </p:nvSpPr>
          <p:spPr>
            <a:xfrm rot="8358001">
              <a:off x="13708461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46508DBC-4B30-441C-AD86-7BD8969EE173}"/>
                </a:ext>
              </a:extLst>
            </p:cNvPr>
            <p:cNvSpPr/>
            <p:nvPr/>
          </p:nvSpPr>
          <p:spPr>
            <a:xfrm rot="8358001">
              <a:off x="1286864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718BF32D-2D6E-43BA-9BC9-117E5BDC13BD}"/>
                </a:ext>
              </a:extLst>
            </p:cNvPr>
            <p:cNvSpPr/>
            <p:nvPr/>
          </p:nvSpPr>
          <p:spPr>
            <a:xfrm rot="8358001">
              <a:off x="11116782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007087CA-2DE0-48F3-AC6E-856D19E3AB42}"/>
                </a:ext>
              </a:extLst>
            </p:cNvPr>
            <p:cNvSpPr/>
            <p:nvPr/>
          </p:nvSpPr>
          <p:spPr>
            <a:xfrm rot="8358001">
              <a:off x="13670879" y="5916912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8BFB222F-9182-4A79-A5EF-7EC04DD4BC95}"/>
                </a:ext>
              </a:extLst>
            </p:cNvPr>
            <p:cNvSpPr/>
            <p:nvPr/>
          </p:nvSpPr>
          <p:spPr>
            <a:xfrm rot="8358001">
              <a:off x="12831062" y="1007564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2E7595DF-0F6E-46D1-B12B-93B85A3269E0}"/>
                </a:ext>
              </a:extLst>
            </p:cNvPr>
            <p:cNvSpPr/>
            <p:nvPr/>
          </p:nvSpPr>
          <p:spPr>
            <a:xfrm rot="8358001">
              <a:off x="11079200" y="1007564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E50FCCF1-A0E6-4205-B1B1-70564282C960}"/>
                </a:ext>
              </a:extLst>
            </p:cNvPr>
            <p:cNvSpPr/>
            <p:nvPr/>
          </p:nvSpPr>
          <p:spPr>
            <a:xfrm rot="8358001">
              <a:off x="8298399" y="5993111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4A971FB-88A1-4F59-829D-1CACC72D4FB5}"/>
                </a:ext>
              </a:extLst>
            </p:cNvPr>
            <p:cNvSpPr/>
            <p:nvPr/>
          </p:nvSpPr>
          <p:spPr>
            <a:xfrm rot="8358001">
              <a:off x="7458582" y="101518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9CD3C4C7-2F4C-460D-8055-1CEFA04C5D62}"/>
                </a:ext>
              </a:extLst>
            </p:cNvPr>
            <p:cNvSpPr/>
            <p:nvPr/>
          </p:nvSpPr>
          <p:spPr>
            <a:xfrm rot="8358001">
              <a:off x="5706720" y="101518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D834AAE-A0F1-4A83-9FD1-0DAAE3CD7C15}"/>
                </a:ext>
              </a:extLst>
            </p:cNvPr>
            <p:cNvSpPr/>
            <p:nvPr/>
          </p:nvSpPr>
          <p:spPr>
            <a:xfrm rot="8358001">
              <a:off x="3180409" y="6031211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DED50610-1970-4E9E-AFF3-B113F55CBA10}"/>
                </a:ext>
              </a:extLst>
            </p:cNvPr>
            <p:cNvSpPr/>
            <p:nvPr/>
          </p:nvSpPr>
          <p:spPr>
            <a:xfrm rot="8358001">
              <a:off x="2340592" y="101899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3CFBFE14-E5B3-4C88-8401-F08378E74C83}"/>
                </a:ext>
              </a:extLst>
            </p:cNvPr>
            <p:cNvSpPr/>
            <p:nvPr/>
          </p:nvSpPr>
          <p:spPr>
            <a:xfrm rot="8358001">
              <a:off x="588730" y="101899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D65A5E65-A9F3-44A4-B0CB-3457819144A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3554498" y="66156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64629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E826C2D-22D0-4D96-8771-E425390B706D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990C7D4-93B1-4615-8DE6-89C4EB7B03ED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4F10E1FC-2998-46AD-A09C-6E97F78C7987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681B5156-ADB9-40E2-8C58-8D0339BA915C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158E9C4B-5262-412B-9C97-B6AC3382059D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48C99633-C009-4F85-9195-257F85D0BE47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CD7255F9-23C1-4759-B56F-EEADDD05861A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B1EF7216-7846-41A9-A218-E586B2D8F3DF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F80E23A1-E875-4220-ACB5-994746CAA3E1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036A7461-D276-485B-ABB0-985D7B2758BF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0E51005-D98D-4B39-B3EF-4ABBDA1D37C9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4357FB17-B7EE-42E4-9429-2E8FA03F4099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EF5F875-8BF9-4C30-8DFE-17A8D2CE8D5B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E560C32-BC05-4907-A5A5-10A327A1EF96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81072337-A279-4771-845D-79EFA7FEA1B6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54E9077-E6DF-4BF0-A8D7-11C74310C9C1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1D4AA126-2598-4296-86E3-1716E7EF7D19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82D7B8F-FCDD-4935-8AA5-25C8EB4F98DE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CF19951-0278-40E4-B076-03DC93DB3813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AA4CB81-1DC9-410C-A634-3032597DA141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A4365F-E896-4FF2-88A7-318B6B5E35D7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FA16492-09DB-4035-9986-0705FF658406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5441F8D-898F-4C1E-8D05-609BEC068E47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42AB30D-64A2-4C2C-90D2-D82EF4F24E94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28BEF086-FAC2-46B5-BC77-6EBA3D29558E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622C0919-E9AB-4AD1-8003-E9F2FC3D7A4B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73C724F3-1171-417B-A4DE-82CCFCB2C934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3FD86805-D266-4391-9057-5D20230E075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3F3D989C-1B4A-4CF1-B464-3B46B9D1DE16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B3A1229-77BD-459A-BD74-DF28AF2863F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E993D33-F111-45EC-A53F-10A328D8D9F1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61F8F6DE-47FA-4B16-8777-CBB02B804133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F874A51-BF60-4686-8ACB-232353150540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7F1ECFF-C193-4C88-974E-4CF238AA53C5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637AE80D-F4E1-4C0C-A1CF-FF869C947BE6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C8E4A666-397C-44EB-9996-13645F7719A8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A3F30337-7CDC-4D0F-9B44-CDC76CD3E643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91150E16-D44B-4414-9AF5-B83C9C5D6BB3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8E9EBB63-F2AE-480D-907B-7BDEFAF71265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AE0BD7AB-60EE-42D7-8739-F7A94034B8DC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391625E2-135F-4F8B-98AE-8E647767D7B2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B1D70680-6EAD-4264-BD29-FB555FD4004D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51508E7-AB5B-4922-AB5F-420B5220EA30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A462D759-ECDD-42F3-B71A-86F784156056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046826FC-DCEF-4A49-8F20-84CDB1FA1C2E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10F9E09-4A1D-49FF-A5F1-133E7BB113BB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F24A2A0-038C-4B00-A0FB-D9B25A53B579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AB69827-9A22-4D20-B77F-1990569E3BA6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311F4BA-A0E9-4AFA-928F-445CB0C9A551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DF269D36-D3CF-492A-A31D-9722C3FE83D8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#20 by Pedro PSI – 15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5D7283B-4320-4CDD-9F70-CCD83870715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9357E8D-A014-4F6F-87B9-4F564E891A60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1BB12A9-B8D1-4AF2-A101-C1D420BAB9E2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DCB4A94-3FDB-426E-BEC6-93E75627EC5C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C0DC62D-7C25-48CD-9C3B-E587925D3425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C980639-9DEE-4E51-A262-A4B70C7AD9D4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BE13E01-6201-4614-A79D-1563836FE154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13" name="Subtitle 2">
              <a:extLst>
                <a:ext uri="{FF2B5EF4-FFF2-40B4-BE49-F238E27FC236}">
                  <a16:creationId xmlns:a16="http://schemas.microsoft.com/office/drawing/2014/main" id="{5A216C6A-9011-457F-9220-A61B9C13EFA3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5B4081F-2F26-436B-B924-895C1BB970B4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7BF667E9-B047-4B04-8712-1D2638AC6DBC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A3B25E-F5EB-41C6-8B42-A81E4F621AFD}"/>
              </a:ext>
            </a:extLst>
          </p:cNvPr>
          <p:cNvGrpSpPr/>
          <p:nvPr/>
        </p:nvGrpSpPr>
        <p:grpSpPr>
          <a:xfrm>
            <a:off x="1944504" y="5834117"/>
            <a:ext cx="9762101" cy="9764198"/>
            <a:chOff x="1944504" y="5834117"/>
            <a:chExt cx="9762101" cy="9764198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157214B-1574-4A27-8FD9-7B2AE022E12A}"/>
                </a:ext>
              </a:extLst>
            </p:cNvPr>
            <p:cNvSpPr/>
            <p:nvPr/>
          </p:nvSpPr>
          <p:spPr>
            <a:xfrm rot="2750059">
              <a:off x="4480079" y="7413275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084EE7A-B243-4B03-AA00-4E4E1309CE89}"/>
                </a:ext>
              </a:extLst>
            </p:cNvPr>
            <p:cNvSpPr/>
            <p:nvPr/>
          </p:nvSpPr>
          <p:spPr>
            <a:xfrm rot="2750059">
              <a:off x="9855912" y="10088424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CC08457-6240-4433-B45E-9D092E0E2EBE}"/>
                </a:ext>
              </a:extLst>
            </p:cNvPr>
            <p:cNvSpPr/>
            <p:nvPr/>
          </p:nvSpPr>
          <p:spPr>
            <a:xfrm rot="2750059">
              <a:off x="7184999" y="14030906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6219F3D-DE31-41C1-B1E7-B29CF81190F6}"/>
                </a:ext>
              </a:extLst>
            </p:cNvPr>
            <p:cNvSpPr/>
            <p:nvPr/>
          </p:nvSpPr>
          <p:spPr>
            <a:xfrm rot="2750059">
              <a:off x="3234832" y="12689689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1A890711-2ECE-4D16-89C7-FE628AD0B6B0}"/>
                </a:ext>
              </a:extLst>
            </p:cNvPr>
            <p:cNvSpPr/>
            <p:nvPr/>
          </p:nvSpPr>
          <p:spPr>
            <a:xfrm rot="7313666">
              <a:off x="4469678" y="13884397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8D29B58-C533-4FB3-8AED-FA20D8B60A4E}"/>
                </a:ext>
              </a:extLst>
            </p:cNvPr>
            <p:cNvSpPr/>
            <p:nvPr/>
          </p:nvSpPr>
          <p:spPr>
            <a:xfrm rot="7313666">
              <a:off x="4388735" y="8621082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8CC036-5819-410E-90DD-1D506E8C6A01}"/>
                </a:ext>
              </a:extLst>
            </p:cNvPr>
            <p:cNvSpPr/>
            <p:nvPr/>
          </p:nvSpPr>
          <p:spPr>
            <a:xfrm rot="7313666">
              <a:off x="7037732" y="11127910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442A4808-0655-48E9-B4AB-C0F14D6B5541}"/>
                </a:ext>
              </a:extLst>
            </p:cNvPr>
            <p:cNvSpPr/>
            <p:nvPr/>
          </p:nvSpPr>
          <p:spPr>
            <a:xfrm rot="7313666">
              <a:off x="9620192" y="8512911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82083C2A-7E77-4445-939F-3571D26E3B29}"/>
                </a:ext>
              </a:extLst>
            </p:cNvPr>
            <p:cNvSpPr/>
            <p:nvPr/>
          </p:nvSpPr>
          <p:spPr>
            <a:xfrm rot="19185010">
              <a:off x="9799717" y="6150592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DD3FD67-9AEE-4C2F-8AA2-C835F2EAC6A1}"/>
                </a:ext>
              </a:extLst>
            </p:cNvPr>
            <p:cNvSpPr/>
            <p:nvPr/>
          </p:nvSpPr>
          <p:spPr>
            <a:xfrm rot="19185010">
              <a:off x="5815731" y="11182628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8D9A7939-E2BA-4F49-9572-61E932296E07}"/>
                </a:ext>
              </a:extLst>
            </p:cNvPr>
            <p:cNvSpPr/>
            <p:nvPr/>
          </p:nvSpPr>
          <p:spPr>
            <a:xfrm rot="19185010">
              <a:off x="1944504" y="14979215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E20B6A9-1E34-45DC-80AD-A481626B1BAF}"/>
                </a:ext>
              </a:extLst>
            </p:cNvPr>
            <p:cNvSpPr/>
            <p:nvPr/>
          </p:nvSpPr>
          <p:spPr>
            <a:xfrm rot="19185010">
              <a:off x="10787280" y="14979215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126CB75-65BD-401E-BE94-12125E19675A}"/>
                </a:ext>
              </a:extLst>
            </p:cNvPr>
            <p:cNvSpPr/>
            <p:nvPr/>
          </p:nvSpPr>
          <p:spPr>
            <a:xfrm rot="8358001">
              <a:off x="8170524" y="5834117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C326416-C267-4325-B928-F2201BE541BF}"/>
                </a:ext>
              </a:extLst>
            </p:cNvPr>
            <p:cNvSpPr/>
            <p:nvPr/>
          </p:nvSpPr>
          <p:spPr>
            <a:xfrm rot="8358001">
              <a:off x="6924653" y="9592796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46019928-6B50-4A43-A578-589FC88D42CF}"/>
                </a:ext>
              </a:extLst>
            </p:cNvPr>
            <p:cNvSpPr/>
            <p:nvPr/>
          </p:nvSpPr>
          <p:spPr>
            <a:xfrm rot="8358001">
              <a:off x="9531976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3142834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E67EE4FD-CF87-46D9-93C3-6F01EFF98FAE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81C168E-CE8B-4F79-B10F-9BBAD33B8A66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8" name="Rectangle 317">
              <a:extLst>
                <a:ext uri="{FF2B5EF4-FFF2-40B4-BE49-F238E27FC236}">
                  <a16:creationId xmlns:a16="http://schemas.microsoft.com/office/drawing/2014/main" id="{87B65E60-E328-464E-BCA3-2EECDC5F73A0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7711AE5F-188A-41E9-A8EC-866168BC86DF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66F9ED91-D862-47E1-9D93-C50A6AE0E5A4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C5504B86-76AF-4727-BC42-BC8F4B5334E2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80D1565D-FA7D-4227-88AE-E1277F834322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3" name="Rectangle 322">
              <a:extLst>
                <a:ext uri="{FF2B5EF4-FFF2-40B4-BE49-F238E27FC236}">
                  <a16:creationId xmlns:a16="http://schemas.microsoft.com/office/drawing/2014/main" id="{6092DC0F-5581-49B8-8661-31A73879A4B9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2B2B1A5D-BE36-4DB3-BA46-D93541F350D4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5B579FFB-2C0B-4334-9A37-C7DFF1BAE974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F99590D4-B683-4FB1-A47D-B447627760BA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E131764E-2EBE-46A5-98B5-D5B2E9464A67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1259CE41-D259-420E-93D1-B4C58EFC20B1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F553106D-A9ED-4EFC-AC78-C3F796CF48D5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0" name="Rectangle 329">
              <a:extLst>
                <a:ext uri="{FF2B5EF4-FFF2-40B4-BE49-F238E27FC236}">
                  <a16:creationId xmlns:a16="http://schemas.microsoft.com/office/drawing/2014/main" id="{E7466C10-D9E9-4390-B66E-75D753B2D80B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788A9437-FDB6-47E5-AA46-EC68672CC7CD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2" name="Rectangle 331">
              <a:extLst>
                <a:ext uri="{FF2B5EF4-FFF2-40B4-BE49-F238E27FC236}">
                  <a16:creationId xmlns:a16="http://schemas.microsoft.com/office/drawing/2014/main" id="{272B030D-56F1-4EB4-8123-ADB9507D50B4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3" name="Rectangle 332">
              <a:extLst>
                <a:ext uri="{FF2B5EF4-FFF2-40B4-BE49-F238E27FC236}">
                  <a16:creationId xmlns:a16="http://schemas.microsoft.com/office/drawing/2014/main" id="{A7C82D7B-BB05-4568-BEC4-F024C322497A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79D6C397-F86D-4A17-BF4A-DCBD760FA4B4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3BDD022A-7FFF-4D8E-B084-5E24CC7E7B10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6" name="Rectangle 335">
              <a:extLst>
                <a:ext uri="{FF2B5EF4-FFF2-40B4-BE49-F238E27FC236}">
                  <a16:creationId xmlns:a16="http://schemas.microsoft.com/office/drawing/2014/main" id="{77D37798-BD57-4A24-BAFE-28D8DBE2203B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A7F8C920-8A13-4A42-A5D2-5E23ACDABB5D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5CD3DE7C-AD9A-4797-A6F1-FCD5F95F6006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D6B36459-8E34-4D54-A9B7-B5E45972C770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7EBAB8AB-111C-4F56-ADF5-775A33D56848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1" name="Rectangle 340">
              <a:extLst>
                <a:ext uri="{FF2B5EF4-FFF2-40B4-BE49-F238E27FC236}">
                  <a16:creationId xmlns:a16="http://schemas.microsoft.com/office/drawing/2014/main" id="{BBE8AD88-F702-48B7-B6B8-A6102AE6E9AA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6D860E93-DC75-42E5-BE3E-2545C59E5B8A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AC02CD5D-57BD-4366-98C0-827B05A3C87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E8D2215D-9BEC-4387-AAF0-6147053B4FB7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5" name="Rectangle 344">
              <a:extLst>
                <a:ext uri="{FF2B5EF4-FFF2-40B4-BE49-F238E27FC236}">
                  <a16:creationId xmlns:a16="http://schemas.microsoft.com/office/drawing/2014/main" id="{6BD1CD7A-71CB-4449-BC03-0E88CDF9597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CFDE3298-79A0-46A8-919E-DD527F813EF6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32926E9A-BFDE-4492-9063-883A798329E6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8" name="Rectangle 347">
              <a:extLst>
                <a:ext uri="{FF2B5EF4-FFF2-40B4-BE49-F238E27FC236}">
                  <a16:creationId xmlns:a16="http://schemas.microsoft.com/office/drawing/2014/main" id="{621D0419-9AC3-46DD-9A0E-04D834C09BEC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21E809A7-C1FF-4639-8CD7-A27CC6D31E6E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F82288ED-E610-43AF-AA31-7C02AB8B8FD4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EA8CA7C0-D0A6-4AE0-9AD8-B9B425173CC6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14DA66F9-325A-41C1-B4DA-BA6299A6ED56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9DC47982-389A-4654-BBD9-712D9F15AC59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5CE4B99C-4DB0-4358-9BB9-DA26CC20DB2A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81D3C279-2940-4EF3-AAB3-DB1F1BD42FDD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4F8657A9-56B9-4C7F-A423-C8DDCB9B1959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19F019A5-E9B1-4900-B309-44D2D6D68644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43A32A7B-A2D3-4A47-B5A4-CE9064A5A8EC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E29ED2DD-7C4D-41F3-9D35-32D389641CCD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DC7A776C-11A1-4147-AF8F-A1B2AD6376A6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B2C86D86-BC86-46CB-894F-4B12671C9548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14CEB460-67AD-4135-AA79-1F22B8FC21AB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1602A3E5-AB44-49BB-BA48-C03535110C23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0CC9976D-6EAE-4716-8815-2C5E227BD052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D929EB49-2334-4CD4-9FD4-D55401761091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#21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DC79BF-B348-4468-AE5A-AE92110EC4BD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787A842-9502-4669-B029-453E44E22B7F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E449F6-7FBA-4610-B0EC-1957527472B0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03CCF57-58E3-4528-8E9A-801E4E0E5605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1941B53-66B6-4A65-8D88-5E73C8E9F0EE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0A95E85-9110-4415-B2E8-79DA3269A4D2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6FB99FCB-62AD-43F3-921F-5AB416CDABA1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98" name="Subtitle 2">
              <a:extLst>
                <a:ext uri="{FF2B5EF4-FFF2-40B4-BE49-F238E27FC236}">
                  <a16:creationId xmlns:a16="http://schemas.microsoft.com/office/drawing/2014/main" id="{3C0956F6-3A07-404C-BB15-3DBB02CFF954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29A1BF05-ED60-4D06-AFBB-5F26F4D50442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2B85443-D295-4D08-8858-7C9E15B17D23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A92D8DC-8E4C-4F97-82EA-B4F6EF9B82F1}"/>
              </a:ext>
            </a:extLst>
          </p:cNvPr>
          <p:cNvGrpSpPr/>
          <p:nvPr/>
        </p:nvGrpSpPr>
        <p:grpSpPr>
          <a:xfrm>
            <a:off x="1767921" y="5775916"/>
            <a:ext cx="9982005" cy="9878999"/>
            <a:chOff x="1767921" y="5775916"/>
            <a:chExt cx="9982005" cy="9878999"/>
          </a:xfrm>
        </p:grpSpPr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7D14469C-E991-4B4C-80BB-6DA5BFEC5266}"/>
                </a:ext>
              </a:extLst>
            </p:cNvPr>
            <p:cNvSpPr/>
            <p:nvPr/>
          </p:nvSpPr>
          <p:spPr>
            <a:xfrm rot="2750059">
              <a:off x="7030856" y="6162902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9E8DEB1-0A74-453F-B4B0-66A53A9A4BC1}"/>
                </a:ext>
              </a:extLst>
            </p:cNvPr>
            <p:cNvSpPr/>
            <p:nvPr/>
          </p:nvSpPr>
          <p:spPr>
            <a:xfrm rot="2750059">
              <a:off x="9649921" y="11214434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4B611E4-6D19-425F-81B1-5F8E822ED02C}"/>
                </a:ext>
              </a:extLst>
            </p:cNvPr>
            <p:cNvSpPr/>
            <p:nvPr/>
          </p:nvSpPr>
          <p:spPr>
            <a:xfrm rot="2750059">
              <a:off x="7073137" y="12493817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1EA548D-E689-4CE4-8CD4-E8A5DB5087E9}"/>
                </a:ext>
              </a:extLst>
            </p:cNvPr>
            <p:cNvSpPr/>
            <p:nvPr/>
          </p:nvSpPr>
          <p:spPr>
            <a:xfrm rot="2750059">
              <a:off x="9682941" y="7361240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445004AA-1AB8-4F8D-BDD2-E07CBE3EF57C}"/>
                </a:ext>
              </a:extLst>
            </p:cNvPr>
            <p:cNvSpPr/>
            <p:nvPr/>
          </p:nvSpPr>
          <p:spPr>
            <a:xfrm rot="7313666">
              <a:off x="4362378" y="11156726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8DB6067-2FA0-45EE-AB9E-26BA8D92DDCC}"/>
                </a:ext>
              </a:extLst>
            </p:cNvPr>
            <p:cNvSpPr/>
            <p:nvPr/>
          </p:nvSpPr>
          <p:spPr>
            <a:xfrm rot="7313666">
              <a:off x="8219035" y="6121903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6689936C-A12A-4513-9D63-D6DDD12D3069}"/>
                </a:ext>
              </a:extLst>
            </p:cNvPr>
            <p:cNvSpPr/>
            <p:nvPr/>
          </p:nvSpPr>
          <p:spPr>
            <a:xfrm rot="2750059">
              <a:off x="3288195" y="13743118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C514D82-CEC3-4AA6-9006-30CBD9E45431}"/>
                </a:ext>
              </a:extLst>
            </p:cNvPr>
            <p:cNvSpPr/>
            <p:nvPr/>
          </p:nvSpPr>
          <p:spPr>
            <a:xfrm rot="2750059">
              <a:off x="7118406" y="13737722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431D53B-56BE-47B8-9E54-E9F07BF21073}"/>
                </a:ext>
              </a:extLst>
            </p:cNvPr>
            <p:cNvSpPr/>
            <p:nvPr/>
          </p:nvSpPr>
          <p:spPr>
            <a:xfrm rot="7313666">
              <a:off x="10779368" y="6140450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78BCAA2-1952-4636-9DAE-47911812AD3A}"/>
                </a:ext>
              </a:extLst>
            </p:cNvPr>
            <p:cNvSpPr/>
            <p:nvPr/>
          </p:nvSpPr>
          <p:spPr>
            <a:xfrm rot="19185010">
              <a:off x="5622480" y="8824094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9A45D4A5-8A48-4559-97F3-36E2D9C417A3}"/>
                </a:ext>
              </a:extLst>
            </p:cNvPr>
            <p:cNvSpPr/>
            <p:nvPr/>
          </p:nvSpPr>
          <p:spPr>
            <a:xfrm rot="19185010">
              <a:off x="3218859" y="7444540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2105389-23F4-4113-942A-FF825DAF9994}"/>
                </a:ext>
              </a:extLst>
            </p:cNvPr>
            <p:cNvSpPr/>
            <p:nvPr/>
          </p:nvSpPr>
          <p:spPr>
            <a:xfrm rot="19185010">
              <a:off x="3235515" y="11148785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CA9EEF2-B71B-47D7-9A94-2179D248DD6A}"/>
                </a:ext>
              </a:extLst>
            </p:cNvPr>
            <p:cNvSpPr/>
            <p:nvPr/>
          </p:nvSpPr>
          <p:spPr>
            <a:xfrm rot="19185010">
              <a:off x="10865838" y="15059545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9C57A0B-2CAC-4BF2-AFCE-EDE443E75E92}"/>
                </a:ext>
              </a:extLst>
            </p:cNvPr>
            <p:cNvSpPr/>
            <p:nvPr/>
          </p:nvSpPr>
          <p:spPr>
            <a:xfrm rot="8358001">
              <a:off x="10719659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80EA1FD-051D-43AB-826A-D2F146BC686D}"/>
                </a:ext>
              </a:extLst>
            </p:cNvPr>
            <p:cNvSpPr/>
            <p:nvPr/>
          </p:nvSpPr>
          <p:spPr>
            <a:xfrm rot="8358001">
              <a:off x="8207525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71EFC6E-B677-43D3-8A85-BFEAF9373183}"/>
                </a:ext>
              </a:extLst>
            </p:cNvPr>
            <p:cNvSpPr/>
            <p:nvPr/>
          </p:nvSpPr>
          <p:spPr>
            <a:xfrm rot="8358001">
              <a:off x="8207524" y="9618780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1270A58-3E8B-4082-A562-AAD0FC970429}"/>
                </a:ext>
              </a:extLst>
            </p:cNvPr>
            <p:cNvSpPr/>
            <p:nvPr/>
          </p:nvSpPr>
          <p:spPr>
            <a:xfrm rot="8358001">
              <a:off x="1767921" y="9618779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97B3A560-391D-4304-99CC-9A5850640C1F}"/>
                </a:ext>
              </a:extLst>
            </p:cNvPr>
            <p:cNvSpPr/>
            <p:nvPr/>
          </p:nvSpPr>
          <p:spPr>
            <a:xfrm rot="8358001">
              <a:off x="5601761" y="5775916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2979620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#23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224EFCF3-023E-4B5A-BDEC-EB99D4F44FD6}"/>
              </a:ext>
            </a:extLst>
          </p:cNvPr>
          <p:cNvGrpSpPr/>
          <p:nvPr/>
        </p:nvGrpSpPr>
        <p:grpSpPr>
          <a:xfrm>
            <a:off x="2148062" y="5880094"/>
            <a:ext cx="8829002" cy="9752314"/>
            <a:chOff x="1521345" y="-800438"/>
            <a:chExt cx="7658022" cy="8458875"/>
          </a:xfrm>
        </p:grpSpPr>
        <p:sp>
          <p:nvSpPr>
            <p:cNvPr id="591" name="Rectangle 590">
              <a:extLst>
                <a:ext uri="{FF2B5EF4-FFF2-40B4-BE49-F238E27FC236}">
                  <a16:creationId xmlns:a16="http://schemas.microsoft.com/office/drawing/2014/main" id="{3BD8FAB1-0C88-45AD-8CAF-79DAB9A7E9AC}"/>
                </a:ext>
              </a:extLst>
            </p:cNvPr>
            <p:cNvSpPr/>
            <p:nvPr/>
          </p:nvSpPr>
          <p:spPr>
            <a:xfrm>
              <a:off x="152134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2" name="Rectangle 591">
              <a:extLst>
                <a:ext uri="{FF2B5EF4-FFF2-40B4-BE49-F238E27FC236}">
                  <a16:creationId xmlns:a16="http://schemas.microsoft.com/office/drawing/2014/main" id="{F03F2287-BB0B-4E9C-98FA-6E25C71DFAA1}"/>
                </a:ext>
              </a:extLst>
            </p:cNvPr>
            <p:cNvSpPr/>
            <p:nvPr/>
          </p:nvSpPr>
          <p:spPr>
            <a:xfrm>
              <a:off x="152134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3" name="Rectangle 592">
              <a:extLst>
                <a:ext uri="{FF2B5EF4-FFF2-40B4-BE49-F238E27FC236}">
                  <a16:creationId xmlns:a16="http://schemas.microsoft.com/office/drawing/2014/main" id="{333B2162-9F45-4DC5-9298-7D4A63DBDF7E}"/>
                </a:ext>
              </a:extLst>
            </p:cNvPr>
            <p:cNvSpPr/>
            <p:nvPr/>
          </p:nvSpPr>
          <p:spPr>
            <a:xfrm>
              <a:off x="2369759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4" name="Rectangle 593">
              <a:extLst>
                <a:ext uri="{FF2B5EF4-FFF2-40B4-BE49-F238E27FC236}">
                  <a16:creationId xmlns:a16="http://schemas.microsoft.com/office/drawing/2014/main" id="{C1E8D84E-4E1B-4B4C-A1B1-31BE4247D975}"/>
                </a:ext>
              </a:extLst>
            </p:cNvPr>
            <p:cNvSpPr/>
            <p:nvPr/>
          </p:nvSpPr>
          <p:spPr>
            <a:xfrm>
              <a:off x="321817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204CCF48-1351-47F5-B80C-0D126F21EF7E}"/>
                </a:ext>
              </a:extLst>
            </p:cNvPr>
            <p:cNvSpPr/>
            <p:nvPr/>
          </p:nvSpPr>
          <p:spPr>
            <a:xfrm>
              <a:off x="2369759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6" name="Rectangle 595">
              <a:extLst>
                <a:ext uri="{FF2B5EF4-FFF2-40B4-BE49-F238E27FC236}">
                  <a16:creationId xmlns:a16="http://schemas.microsoft.com/office/drawing/2014/main" id="{13EA468D-73DC-46E3-8269-A29BE61C6A96}"/>
                </a:ext>
              </a:extLst>
            </p:cNvPr>
            <p:cNvSpPr/>
            <p:nvPr/>
          </p:nvSpPr>
          <p:spPr>
            <a:xfrm>
              <a:off x="321817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09AC48C3-E75E-4A87-9A41-562B4721EA8B}"/>
                </a:ext>
              </a:extLst>
            </p:cNvPr>
            <p:cNvSpPr/>
            <p:nvPr/>
          </p:nvSpPr>
          <p:spPr>
            <a:xfrm>
              <a:off x="152134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8" name="Rectangle 597">
              <a:extLst>
                <a:ext uri="{FF2B5EF4-FFF2-40B4-BE49-F238E27FC236}">
                  <a16:creationId xmlns:a16="http://schemas.microsoft.com/office/drawing/2014/main" id="{E4A7E395-4AA0-4F55-B7F5-9D9294C47279}"/>
                </a:ext>
              </a:extLst>
            </p:cNvPr>
            <p:cNvSpPr/>
            <p:nvPr/>
          </p:nvSpPr>
          <p:spPr>
            <a:xfrm>
              <a:off x="152134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9" name="Rectangle 598">
              <a:extLst>
                <a:ext uri="{FF2B5EF4-FFF2-40B4-BE49-F238E27FC236}">
                  <a16:creationId xmlns:a16="http://schemas.microsoft.com/office/drawing/2014/main" id="{9D8BE673-F93C-4BC1-B064-249127A15DDF}"/>
                </a:ext>
              </a:extLst>
            </p:cNvPr>
            <p:cNvSpPr/>
            <p:nvPr/>
          </p:nvSpPr>
          <p:spPr>
            <a:xfrm>
              <a:off x="2369759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0" name="Rectangle 599">
              <a:extLst>
                <a:ext uri="{FF2B5EF4-FFF2-40B4-BE49-F238E27FC236}">
                  <a16:creationId xmlns:a16="http://schemas.microsoft.com/office/drawing/2014/main" id="{31600C60-E485-4E39-94FA-0FADF9C4F106}"/>
                </a:ext>
              </a:extLst>
            </p:cNvPr>
            <p:cNvSpPr/>
            <p:nvPr/>
          </p:nvSpPr>
          <p:spPr>
            <a:xfrm>
              <a:off x="321817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1" name="Rectangle 600">
              <a:extLst>
                <a:ext uri="{FF2B5EF4-FFF2-40B4-BE49-F238E27FC236}">
                  <a16:creationId xmlns:a16="http://schemas.microsoft.com/office/drawing/2014/main" id="{48CE8ED5-42B9-432E-9A3D-43B4B4F4E3ED}"/>
                </a:ext>
              </a:extLst>
            </p:cNvPr>
            <p:cNvSpPr/>
            <p:nvPr/>
          </p:nvSpPr>
          <p:spPr>
            <a:xfrm>
              <a:off x="2369759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2" name="Rectangle 601">
              <a:extLst>
                <a:ext uri="{FF2B5EF4-FFF2-40B4-BE49-F238E27FC236}">
                  <a16:creationId xmlns:a16="http://schemas.microsoft.com/office/drawing/2014/main" id="{18205FB7-EDE5-4F44-86B0-E9AB3DF2CAAE}"/>
                </a:ext>
              </a:extLst>
            </p:cNvPr>
            <p:cNvSpPr/>
            <p:nvPr/>
          </p:nvSpPr>
          <p:spPr>
            <a:xfrm>
              <a:off x="321817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3" name="Rectangle 602">
              <a:extLst>
                <a:ext uri="{FF2B5EF4-FFF2-40B4-BE49-F238E27FC236}">
                  <a16:creationId xmlns:a16="http://schemas.microsoft.com/office/drawing/2014/main" id="{35C3CD73-18A4-4430-AF7E-647DD33802F7}"/>
                </a:ext>
              </a:extLst>
            </p:cNvPr>
            <p:cNvSpPr/>
            <p:nvPr/>
          </p:nvSpPr>
          <p:spPr>
            <a:xfrm>
              <a:off x="4066587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4" name="Rectangle 603">
              <a:extLst>
                <a:ext uri="{FF2B5EF4-FFF2-40B4-BE49-F238E27FC236}">
                  <a16:creationId xmlns:a16="http://schemas.microsoft.com/office/drawing/2014/main" id="{D5EDE415-D2C7-471A-AE1B-CFE3DED6CB33}"/>
                </a:ext>
              </a:extLst>
            </p:cNvPr>
            <p:cNvSpPr/>
            <p:nvPr/>
          </p:nvSpPr>
          <p:spPr>
            <a:xfrm>
              <a:off x="4915001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5" name="Rectangle 604">
              <a:extLst>
                <a:ext uri="{FF2B5EF4-FFF2-40B4-BE49-F238E27FC236}">
                  <a16:creationId xmlns:a16="http://schemas.microsoft.com/office/drawing/2014/main" id="{66A7B1B8-3D68-4146-A150-D0919F40C4C7}"/>
                </a:ext>
              </a:extLst>
            </p:cNvPr>
            <p:cNvSpPr/>
            <p:nvPr/>
          </p:nvSpPr>
          <p:spPr>
            <a:xfrm>
              <a:off x="4066587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6" name="Rectangle 605">
              <a:extLst>
                <a:ext uri="{FF2B5EF4-FFF2-40B4-BE49-F238E27FC236}">
                  <a16:creationId xmlns:a16="http://schemas.microsoft.com/office/drawing/2014/main" id="{CF897D3D-76FD-4B10-BE07-A24E946F30BE}"/>
                </a:ext>
              </a:extLst>
            </p:cNvPr>
            <p:cNvSpPr/>
            <p:nvPr/>
          </p:nvSpPr>
          <p:spPr>
            <a:xfrm>
              <a:off x="4915001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C921E1A2-1B5C-4337-AAD8-8D17C37EA9FA}"/>
                </a:ext>
              </a:extLst>
            </p:cNvPr>
            <p:cNvSpPr/>
            <p:nvPr/>
          </p:nvSpPr>
          <p:spPr>
            <a:xfrm>
              <a:off x="576341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8" name="Rectangle 607">
              <a:extLst>
                <a:ext uri="{FF2B5EF4-FFF2-40B4-BE49-F238E27FC236}">
                  <a16:creationId xmlns:a16="http://schemas.microsoft.com/office/drawing/2014/main" id="{2986927E-7584-4A76-9209-391969E10FF4}"/>
                </a:ext>
              </a:extLst>
            </p:cNvPr>
            <p:cNvSpPr/>
            <p:nvPr/>
          </p:nvSpPr>
          <p:spPr>
            <a:xfrm>
              <a:off x="576341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9" name="Rectangle 608">
              <a:extLst>
                <a:ext uri="{FF2B5EF4-FFF2-40B4-BE49-F238E27FC236}">
                  <a16:creationId xmlns:a16="http://schemas.microsoft.com/office/drawing/2014/main" id="{4B5431FB-7488-47E1-A8D3-0754B06AFF0E}"/>
                </a:ext>
              </a:extLst>
            </p:cNvPr>
            <p:cNvSpPr/>
            <p:nvPr/>
          </p:nvSpPr>
          <p:spPr>
            <a:xfrm>
              <a:off x="4066587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0" name="Rectangle 609">
              <a:extLst>
                <a:ext uri="{FF2B5EF4-FFF2-40B4-BE49-F238E27FC236}">
                  <a16:creationId xmlns:a16="http://schemas.microsoft.com/office/drawing/2014/main" id="{FC14CE1B-E190-4D91-B078-F177F95AD950}"/>
                </a:ext>
              </a:extLst>
            </p:cNvPr>
            <p:cNvSpPr/>
            <p:nvPr/>
          </p:nvSpPr>
          <p:spPr>
            <a:xfrm>
              <a:off x="4915001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AE10F128-D400-43AE-82A5-277FA6F1BF98}"/>
                </a:ext>
              </a:extLst>
            </p:cNvPr>
            <p:cNvSpPr/>
            <p:nvPr/>
          </p:nvSpPr>
          <p:spPr>
            <a:xfrm>
              <a:off x="4066587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2" name="Rectangle 611">
              <a:extLst>
                <a:ext uri="{FF2B5EF4-FFF2-40B4-BE49-F238E27FC236}">
                  <a16:creationId xmlns:a16="http://schemas.microsoft.com/office/drawing/2014/main" id="{89C1BFEF-8278-4074-98C7-2F6D4E627359}"/>
                </a:ext>
              </a:extLst>
            </p:cNvPr>
            <p:cNvSpPr/>
            <p:nvPr/>
          </p:nvSpPr>
          <p:spPr>
            <a:xfrm>
              <a:off x="4915001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CD0BF8BE-BCA7-448C-AAB5-BCF02521532C}"/>
                </a:ext>
              </a:extLst>
            </p:cNvPr>
            <p:cNvSpPr/>
            <p:nvPr/>
          </p:nvSpPr>
          <p:spPr>
            <a:xfrm>
              <a:off x="576341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4" name="Rectangle 613">
              <a:extLst>
                <a:ext uri="{FF2B5EF4-FFF2-40B4-BE49-F238E27FC236}">
                  <a16:creationId xmlns:a16="http://schemas.microsoft.com/office/drawing/2014/main" id="{FBE87A8B-BE72-4A18-B6E9-8683340F2C85}"/>
                </a:ext>
              </a:extLst>
            </p:cNvPr>
            <p:cNvSpPr/>
            <p:nvPr/>
          </p:nvSpPr>
          <p:spPr>
            <a:xfrm>
              <a:off x="576341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5" name="Rectangle 614">
              <a:extLst>
                <a:ext uri="{FF2B5EF4-FFF2-40B4-BE49-F238E27FC236}">
                  <a16:creationId xmlns:a16="http://schemas.microsoft.com/office/drawing/2014/main" id="{99635C86-8D8C-40C0-AEE5-AD4C02EE2F53}"/>
                </a:ext>
              </a:extLst>
            </p:cNvPr>
            <p:cNvSpPr/>
            <p:nvPr/>
          </p:nvSpPr>
          <p:spPr>
            <a:xfrm>
              <a:off x="152134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6" name="Rectangle 615">
              <a:extLst>
                <a:ext uri="{FF2B5EF4-FFF2-40B4-BE49-F238E27FC236}">
                  <a16:creationId xmlns:a16="http://schemas.microsoft.com/office/drawing/2014/main" id="{463A5E6E-D298-40D0-B6B4-F41ECBA29422}"/>
                </a:ext>
              </a:extLst>
            </p:cNvPr>
            <p:cNvSpPr/>
            <p:nvPr/>
          </p:nvSpPr>
          <p:spPr>
            <a:xfrm>
              <a:off x="152134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7" name="Rectangle 616">
              <a:extLst>
                <a:ext uri="{FF2B5EF4-FFF2-40B4-BE49-F238E27FC236}">
                  <a16:creationId xmlns:a16="http://schemas.microsoft.com/office/drawing/2014/main" id="{84EC4C67-AAF9-4500-B719-25127E63CE98}"/>
                </a:ext>
              </a:extLst>
            </p:cNvPr>
            <p:cNvSpPr/>
            <p:nvPr/>
          </p:nvSpPr>
          <p:spPr>
            <a:xfrm>
              <a:off x="2369759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8" name="Rectangle 617">
              <a:extLst>
                <a:ext uri="{FF2B5EF4-FFF2-40B4-BE49-F238E27FC236}">
                  <a16:creationId xmlns:a16="http://schemas.microsoft.com/office/drawing/2014/main" id="{CDCC918B-EB44-4128-A786-67356C5F582A}"/>
                </a:ext>
              </a:extLst>
            </p:cNvPr>
            <p:cNvSpPr/>
            <p:nvPr/>
          </p:nvSpPr>
          <p:spPr>
            <a:xfrm>
              <a:off x="321817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8BB7AD0B-7EE5-41D1-849E-6EE5B82DF05C}"/>
                </a:ext>
              </a:extLst>
            </p:cNvPr>
            <p:cNvSpPr/>
            <p:nvPr/>
          </p:nvSpPr>
          <p:spPr>
            <a:xfrm>
              <a:off x="2369759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66335F33-EA10-4D41-A033-EB4377D6CBA0}"/>
                </a:ext>
              </a:extLst>
            </p:cNvPr>
            <p:cNvSpPr/>
            <p:nvPr/>
          </p:nvSpPr>
          <p:spPr>
            <a:xfrm>
              <a:off x="321817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DCE25504-0361-4A0F-AA6E-DD7A4DB58C44}"/>
                </a:ext>
              </a:extLst>
            </p:cNvPr>
            <p:cNvSpPr/>
            <p:nvPr/>
          </p:nvSpPr>
          <p:spPr>
            <a:xfrm>
              <a:off x="152134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E08B51E6-5685-4D52-ACF8-03146D99B7D8}"/>
                </a:ext>
              </a:extLst>
            </p:cNvPr>
            <p:cNvSpPr/>
            <p:nvPr/>
          </p:nvSpPr>
          <p:spPr>
            <a:xfrm>
              <a:off x="2369759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F4FEDB7C-178E-4297-AD0D-BD7DD41E9DE4}"/>
                </a:ext>
              </a:extLst>
            </p:cNvPr>
            <p:cNvSpPr/>
            <p:nvPr/>
          </p:nvSpPr>
          <p:spPr>
            <a:xfrm>
              <a:off x="321817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BD22F76D-D594-4F3A-AA46-42C3821B50D7}"/>
                </a:ext>
              </a:extLst>
            </p:cNvPr>
            <p:cNvSpPr/>
            <p:nvPr/>
          </p:nvSpPr>
          <p:spPr>
            <a:xfrm>
              <a:off x="4066587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C4DDBB6F-26B0-40FC-A333-E0C498F623FB}"/>
                </a:ext>
              </a:extLst>
            </p:cNvPr>
            <p:cNvSpPr/>
            <p:nvPr/>
          </p:nvSpPr>
          <p:spPr>
            <a:xfrm>
              <a:off x="4915001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1927884E-0F3A-41B9-9B81-420999D14D1A}"/>
                </a:ext>
              </a:extLst>
            </p:cNvPr>
            <p:cNvSpPr/>
            <p:nvPr/>
          </p:nvSpPr>
          <p:spPr>
            <a:xfrm>
              <a:off x="4066587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7" name="Rectangle 626">
              <a:extLst>
                <a:ext uri="{FF2B5EF4-FFF2-40B4-BE49-F238E27FC236}">
                  <a16:creationId xmlns:a16="http://schemas.microsoft.com/office/drawing/2014/main" id="{0151697A-F3D7-402E-ACC9-44F80132629A}"/>
                </a:ext>
              </a:extLst>
            </p:cNvPr>
            <p:cNvSpPr/>
            <p:nvPr/>
          </p:nvSpPr>
          <p:spPr>
            <a:xfrm>
              <a:off x="4915001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8" name="Rectangle 627">
              <a:extLst>
                <a:ext uri="{FF2B5EF4-FFF2-40B4-BE49-F238E27FC236}">
                  <a16:creationId xmlns:a16="http://schemas.microsoft.com/office/drawing/2014/main" id="{72EC7F75-35D2-4AE7-A75E-2BBEF3620B2E}"/>
                </a:ext>
              </a:extLst>
            </p:cNvPr>
            <p:cNvSpPr/>
            <p:nvPr/>
          </p:nvSpPr>
          <p:spPr>
            <a:xfrm>
              <a:off x="576341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9" name="Rectangle 628">
              <a:extLst>
                <a:ext uri="{FF2B5EF4-FFF2-40B4-BE49-F238E27FC236}">
                  <a16:creationId xmlns:a16="http://schemas.microsoft.com/office/drawing/2014/main" id="{DB821B0A-5132-40EB-B87E-5C4B13004EEA}"/>
                </a:ext>
              </a:extLst>
            </p:cNvPr>
            <p:cNvSpPr/>
            <p:nvPr/>
          </p:nvSpPr>
          <p:spPr>
            <a:xfrm>
              <a:off x="576341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527E7192-D7A3-4871-B38D-60845D8DB0D6}"/>
                </a:ext>
              </a:extLst>
            </p:cNvPr>
            <p:cNvSpPr/>
            <p:nvPr/>
          </p:nvSpPr>
          <p:spPr>
            <a:xfrm>
              <a:off x="4066587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1" name="Rectangle 630">
              <a:extLst>
                <a:ext uri="{FF2B5EF4-FFF2-40B4-BE49-F238E27FC236}">
                  <a16:creationId xmlns:a16="http://schemas.microsoft.com/office/drawing/2014/main" id="{8DFDDAFB-E399-4DFB-B183-075ADF1B5B92}"/>
                </a:ext>
              </a:extLst>
            </p:cNvPr>
            <p:cNvSpPr/>
            <p:nvPr/>
          </p:nvSpPr>
          <p:spPr>
            <a:xfrm>
              <a:off x="4915001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2" name="Rectangle 631">
              <a:extLst>
                <a:ext uri="{FF2B5EF4-FFF2-40B4-BE49-F238E27FC236}">
                  <a16:creationId xmlns:a16="http://schemas.microsoft.com/office/drawing/2014/main" id="{DA689D45-DF25-4065-8446-24BFF3A24495}"/>
                </a:ext>
              </a:extLst>
            </p:cNvPr>
            <p:cNvSpPr/>
            <p:nvPr/>
          </p:nvSpPr>
          <p:spPr>
            <a:xfrm>
              <a:off x="576341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3" name="Rectangle 632">
              <a:extLst>
                <a:ext uri="{FF2B5EF4-FFF2-40B4-BE49-F238E27FC236}">
                  <a16:creationId xmlns:a16="http://schemas.microsoft.com/office/drawing/2014/main" id="{A8900AF3-94AF-4681-925B-2D3FBAF41B71}"/>
                </a:ext>
              </a:extLst>
            </p:cNvPr>
            <p:cNvSpPr/>
            <p:nvPr/>
          </p:nvSpPr>
          <p:spPr>
            <a:xfrm>
              <a:off x="152134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4" name="Rectangle 633">
              <a:extLst>
                <a:ext uri="{FF2B5EF4-FFF2-40B4-BE49-F238E27FC236}">
                  <a16:creationId xmlns:a16="http://schemas.microsoft.com/office/drawing/2014/main" id="{940AC959-336A-4C11-BD95-9AA355255B5C}"/>
                </a:ext>
              </a:extLst>
            </p:cNvPr>
            <p:cNvSpPr/>
            <p:nvPr/>
          </p:nvSpPr>
          <p:spPr>
            <a:xfrm>
              <a:off x="2369759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5" name="Rectangle 634">
              <a:extLst>
                <a:ext uri="{FF2B5EF4-FFF2-40B4-BE49-F238E27FC236}">
                  <a16:creationId xmlns:a16="http://schemas.microsoft.com/office/drawing/2014/main" id="{481047AD-9A81-43E9-8DC5-83506B7B467E}"/>
                </a:ext>
              </a:extLst>
            </p:cNvPr>
            <p:cNvSpPr/>
            <p:nvPr/>
          </p:nvSpPr>
          <p:spPr>
            <a:xfrm>
              <a:off x="321817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6" name="Rectangle 635">
              <a:extLst>
                <a:ext uri="{FF2B5EF4-FFF2-40B4-BE49-F238E27FC236}">
                  <a16:creationId xmlns:a16="http://schemas.microsoft.com/office/drawing/2014/main" id="{4AAAAD2B-C61C-496A-8AA0-89BDC79C8D88}"/>
                </a:ext>
              </a:extLst>
            </p:cNvPr>
            <p:cNvSpPr/>
            <p:nvPr/>
          </p:nvSpPr>
          <p:spPr>
            <a:xfrm>
              <a:off x="4066587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7F5E9A90-E101-4CBC-AF55-092E22EE323F}"/>
                </a:ext>
              </a:extLst>
            </p:cNvPr>
            <p:cNvSpPr/>
            <p:nvPr/>
          </p:nvSpPr>
          <p:spPr>
            <a:xfrm>
              <a:off x="4915001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47B8DF1F-F624-4969-9B2E-13CF5FBC7271}"/>
                </a:ext>
              </a:extLst>
            </p:cNvPr>
            <p:cNvSpPr/>
            <p:nvPr/>
          </p:nvSpPr>
          <p:spPr>
            <a:xfrm>
              <a:off x="576341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9" name="Rectangle 638">
              <a:extLst>
                <a:ext uri="{FF2B5EF4-FFF2-40B4-BE49-F238E27FC236}">
                  <a16:creationId xmlns:a16="http://schemas.microsoft.com/office/drawing/2014/main" id="{C534A6B3-AEA0-4F2B-9218-FD312FB37186}"/>
                </a:ext>
              </a:extLst>
            </p:cNvPr>
            <p:cNvSpPr/>
            <p:nvPr/>
          </p:nvSpPr>
          <p:spPr>
            <a:xfrm>
              <a:off x="661658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0" name="Rectangle 639">
              <a:extLst>
                <a:ext uri="{FF2B5EF4-FFF2-40B4-BE49-F238E27FC236}">
                  <a16:creationId xmlns:a16="http://schemas.microsoft.com/office/drawing/2014/main" id="{C4F6CF96-D7DE-4307-A7B9-42232A594ACE}"/>
                </a:ext>
              </a:extLst>
            </p:cNvPr>
            <p:cNvSpPr/>
            <p:nvPr/>
          </p:nvSpPr>
          <p:spPr>
            <a:xfrm>
              <a:off x="661658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1" name="Rectangle 640">
              <a:extLst>
                <a:ext uri="{FF2B5EF4-FFF2-40B4-BE49-F238E27FC236}">
                  <a16:creationId xmlns:a16="http://schemas.microsoft.com/office/drawing/2014/main" id="{6636C642-D5EB-42B2-A5C3-DA4A8480C222}"/>
                </a:ext>
              </a:extLst>
            </p:cNvPr>
            <p:cNvSpPr/>
            <p:nvPr/>
          </p:nvSpPr>
          <p:spPr>
            <a:xfrm>
              <a:off x="661658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2" name="Rectangle 641">
              <a:extLst>
                <a:ext uri="{FF2B5EF4-FFF2-40B4-BE49-F238E27FC236}">
                  <a16:creationId xmlns:a16="http://schemas.microsoft.com/office/drawing/2014/main" id="{B4043BEB-3B05-4224-B087-9E00CAD27AD0}"/>
                </a:ext>
              </a:extLst>
            </p:cNvPr>
            <p:cNvSpPr/>
            <p:nvPr/>
          </p:nvSpPr>
          <p:spPr>
            <a:xfrm>
              <a:off x="661658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3" name="Rectangle 642">
              <a:extLst>
                <a:ext uri="{FF2B5EF4-FFF2-40B4-BE49-F238E27FC236}">
                  <a16:creationId xmlns:a16="http://schemas.microsoft.com/office/drawing/2014/main" id="{7E30FE24-6B24-481A-86F8-BFF44846EBF5}"/>
                </a:ext>
              </a:extLst>
            </p:cNvPr>
            <p:cNvSpPr/>
            <p:nvPr/>
          </p:nvSpPr>
          <p:spPr>
            <a:xfrm>
              <a:off x="661658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3B99145D-FAFE-47D9-8BBD-4D26954AEB0D}"/>
                </a:ext>
              </a:extLst>
            </p:cNvPr>
            <p:cNvSpPr/>
            <p:nvPr/>
          </p:nvSpPr>
          <p:spPr>
            <a:xfrm>
              <a:off x="661658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5" name="Rectangle 644">
              <a:extLst>
                <a:ext uri="{FF2B5EF4-FFF2-40B4-BE49-F238E27FC236}">
                  <a16:creationId xmlns:a16="http://schemas.microsoft.com/office/drawing/2014/main" id="{EF0E6B45-EC5A-47A0-A4D0-7A286D4F68A8}"/>
                </a:ext>
              </a:extLst>
            </p:cNvPr>
            <p:cNvSpPr/>
            <p:nvPr/>
          </p:nvSpPr>
          <p:spPr>
            <a:xfrm>
              <a:off x="661658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6" name="Rectangle 645">
              <a:extLst>
                <a:ext uri="{FF2B5EF4-FFF2-40B4-BE49-F238E27FC236}">
                  <a16:creationId xmlns:a16="http://schemas.microsoft.com/office/drawing/2014/main" id="{D26978BB-2570-4AA2-8B6C-F5FFEA9E1692}"/>
                </a:ext>
              </a:extLst>
            </p:cNvPr>
            <p:cNvSpPr/>
            <p:nvPr/>
          </p:nvSpPr>
          <p:spPr>
            <a:xfrm>
              <a:off x="661658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7" name="Rectangle 646">
              <a:extLst>
                <a:ext uri="{FF2B5EF4-FFF2-40B4-BE49-F238E27FC236}">
                  <a16:creationId xmlns:a16="http://schemas.microsoft.com/office/drawing/2014/main" id="{052CFA9F-D320-45C5-B2E8-4AF1095DF5E7}"/>
                </a:ext>
              </a:extLst>
            </p:cNvPr>
            <p:cNvSpPr/>
            <p:nvPr/>
          </p:nvSpPr>
          <p:spPr>
            <a:xfrm>
              <a:off x="152134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8" name="Rectangle 647">
              <a:extLst>
                <a:ext uri="{FF2B5EF4-FFF2-40B4-BE49-F238E27FC236}">
                  <a16:creationId xmlns:a16="http://schemas.microsoft.com/office/drawing/2014/main" id="{0581BC3F-717B-4DF9-9F64-EC7C65430C97}"/>
                </a:ext>
              </a:extLst>
            </p:cNvPr>
            <p:cNvSpPr/>
            <p:nvPr/>
          </p:nvSpPr>
          <p:spPr>
            <a:xfrm>
              <a:off x="2369759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9" name="Rectangle 648">
              <a:extLst>
                <a:ext uri="{FF2B5EF4-FFF2-40B4-BE49-F238E27FC236}">
                  <a16:creationId xmlns:a16="http://schemas.microsoft.com/office/drawing/2014/main" id="{A2389CA2-F0AA-4F41-85FD-EB245CD6B6AD}"/>
                </a:ext>
              </a:extLst>
            </p:cNvPr>
            <p:cNvSpPr/>
            <p:nvPr/>
          </p:nvSpPr>
          <p:spPr>
            <a:xfrm>
              <a:off x="321817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0" name="Rectangle 649">
              <a:extLst>
                <a:ext uri="{FF2B5EF4-FFF2-40B4-BE49-F238E27FC236}">
                  <a16:creationId xmlns:a16="http://schemas.microsoft.com/office/drawing/2014/main" id="{12B82A0A-290D-40B4-A1A3-20CAE6624169}"/>
                </a:ext>
              </a:extLst>
            </p:cNvPr>
            <p:cNvSpPr/>
            <p:nvPr/>
          </p:nvSpPr>
          <p:spPr>
            <a:xfrm>
              <a:off x="4066587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1" name="Rectangle 650">
              <a:extLst>
                <a:ext uri="{FF2B5EF4-FFF2-40B4-BE49-F238E27FC236}">
                  <a16:creationId xmlns:a16="http://schemas.microsoft.com/office/drawing/2014/main" id="{42039BB5-AF52-482B-9E63-4ABF6F71C0B3}"/>
                </a:ext>
              </a:extLst>
            </p:cNvPr>
            <p:cNvSpPr/>
            <p:nvPr/>
          </p:nvSpPr>
          <p:spPr>
            <a:xfrm>
              <a:off x="4915001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2" name="Rectangle 651">
              <a:extLst>
                <a:ext uri="{FF2B5EF4-FFF2-40B4-BE49-F238E27FC236}">
                  <a16:creationId xmlns:a16="http://schemas.microsoft.com/office/drawing/2014/main" id="{D1926472-37AD-451A-AAEF-B894F7F17A76}"/>
                </a:ext>
              </a:extLst>
            </p:cNvPr>
            <p:cNvSpPr/>
            <p:nvPr/>
          </p:nvSpPr>
          <p:spPr>
            <a:xfrm>
              <a:off x="576341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504299C-AA2F-4403-B793-5771DA5DB71A}"/>
                </a:ext>
              </a:extLst>
            </p:cNvPr>
            <p:cNvSpPr/>
            <p:nvPr/>
          </p:nvSpPr>
          <p:spPr>
            <a:xfrm>
              <a:off x="152134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387F9E4C-7E52-4BAA-AEAA-20802BE51B78}"/>
                </a:ext>
              </a:extLst>
            </p:cNvPr>
            <p:cNvSpPr/>
            <p:nvPr/>
          </p:nvSpPr>
          <p:spPr>
            <a:xfrm>
              <a:off x="2369759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31A4381-49F8-4F24-A116-00477D959463}"/>
                </a:ext>
              </a:extLst>
            </p:cNvPr>
            <p:cNvSpPr/>
            <p:nvPr/>
          </p:nvSpPr>
          <p:spPr>
            <a:xfrm>
              <a:off x="321817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9C34F887-181C-4643-8430-1428198DF24D}"/>
                </a:ext>
              </a:extLst>
            </p:cNvPr>
            <p:cNvSpPr/>
            <p:nvPr/>
          </p:nvSpPr>
          <p:spPr>
            <a:xfrm>
              <a:off x="4066587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7" name="Rectangle 656">
              <a:extLst>
                <a:ext uri="{FF2B5EF4-FFF2-40B4-BE49-F238E27FC236}">
                  <a16:creationId xmlns:a16="http://schemas.microsoft.com/office/drawing/2014/main" id="{776AEDC6-786A-4C34-B4A3-78137D4D008B}"/>
                </a:ext>
              </a:extLst>
            </p:cNvPr>
            <p:cNvSpPr/>
            <p:nvPr/>
          </p:nvSpPr>
          <p:spPr>
            <a:xfrm>
              <a:off x="4915001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626DB612-2FCA-4DD4-8616-F870811B6445}"/>
                </a:ext>
              </a:extLst>
            </p:cNvPr>
            <p:cNvSpPr/>
            <p:nvPr/>
          </p:nvSpPr>
          <p:spPr>
            <a:xfrm>
              <a:off x="576341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9" name="Rectangle 658">
              <a:extLst>
                <a:ext uri="{FF2B5EF4-FFF2-40B4-BE49-F238E27FC236}">
                  <a16:creationId xmlns:a16="http://schemas.microsoft.com/office/drawing/2014/main" id="{245A595C-E6AC-4292-BC3A-D9BFA2574080}"/>
                </a:ext>
              </a:extLst>
            </p:cNvPr>
            <p:cNvSpPr/>
            <p:nvPr/>
          </p:nvSpPr>
          <p:spPr>
            <a:xfrm>
              <a:off x="661658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313EAFB1-C8DB-4D45-94CB-3CF1AD906BBB}"/>
                </a:ext>
              </a:extLst>
            </p:cNvPr>
            <p:cNvSpPr/>
            <p:nvPr/>
          </p:nvSpPr>
          <p:spPr>
            <a:xfrm>
              <a:off x="661658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1" name="Rectangle 660">
              <a:extLst>
                <a:ext uri="{FF2B5EF4-FFF2-40B4-BE49-F238E27FC236}">
                  <a16:creationId xmlns:a16="http://schemas.microsoft.com/office/drawing/2014/main" id="{2809E40C-181C-4CAE-B7F6-884602545D87}"/>
                </a:ext>
              </a:extLst>
            </p:cNvPr>
            <p:cNvSpPr/>
            <p:nvPr/>
          </p:nvSpPr>
          <p:spPr>
            <a:xfrm>
              <a:off x="747778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2" name="Rectangle 661">
              <a:extLst>
                <a:ext uri="{FF2B5EF4-FFF2-40B4-BE49-F238E27FC236}">
                  <a16:creationId xmlns:a16="http://schemas.microsoft.com/office/drawing/2014/main" id="{76523B79-4FF7-43A1-B1A9-51A9A3E8AC86}"/>
                </a:ext>
              </a:extLst>
            </p:cNvPr>
            <p:cNvSpPr/>
            <p:nvPr/>
          </p:nvSpPr>
          <p:spPr>
            <a:xfrm>
              <a:off x="747778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AC42E892-BB51-4C4B-A385-C815D0F03F52}"/>
                </a:ext>
              </a:extLst>
            </p:cNvPr>
            <p:cNvSpPr/>
            <p:nvPr/>
          </p:nvSpPr>
          <p:spPr>
            <a:xfrm>
              <a:off x="747778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4" name="Rectangle 663">
              <a:extLst>
                <a:ext uri="{FF2B5EF4-FFF2-40B4-BE49-F238E27FC236}">
                  <a16:creationId xmlns:a16="http://schemas.microsoft.com/office/drawing/2014/main" id="{FD871335-95F5-4617-A274-FCF1D4206AD5}"/>
                </a:ext>
              </a:extLst>
            </p:cNvPr>
            <p:cNvSpPr/>
            <p:nvPr/>
          </p:nvSpPr>
          <p:spPr>
            <a:xfrm>
              <a:off x="747778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5" name="Rectangle 664">
              <a:extLst>
                <a:ext uri="{FF2B5EF4-FFF2-40B4-BE49-F238E27FC236}">
                  <a16:creationId xmlns:a16="http://schemas.microsoft.com/office/drawing/2014/main" id="{9B0AB767-A5D5-4718-B3D1-821D6ED688D0}"/>
                </a:ext>
              </a:extLst>
            </p:cNvPr>
            <p:cNvSpPr/>
            <p:nvPr/>
          </p:nvSpPr>
          <p:spPr>
            <a:xfrm>
              <a:off x="747778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22E3E712-F89F-4424-A64B-7BCF70BDEEF5}"/>
                </a:ext>
              </a:extLst>
            </p:cNvPr>
            <p:cNvSpPr/>
            <p:nvPr/>
          </p:nvSpPr>
          <p:spPr>
            <a:xfrm>
              <a:off x="747778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3E9A7394-16FA-4796-8025-AE66695DFDA0}"/>
                </a:ext>
              </a:extLst>
            </p:cNvPr>
            <p:cNvSpPr/>
            <p:nvPr/>
          </p:nvSpPr>
          <p:spPr>
            <a:xfrm>
              <a:off x="747778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8" name="Rectangle 667">
              <a:extLst>
                <a:ext uri="{FF2B5EF4-FFF2-40B4-BE49-F238E27FC236}">
                  <a16:creationId xmlns:a16="http://schemas.microsoft.com/office/drawing/2014/main" id="{F70170C7-1986-40C1-84C5-F3BFD307D66F}"/>
                </a:ext>
              </a:extLst>
            </p:cNvPr>
            <p:cNvSpPr/>
            <p:nvPr/>
          </p:nvSpPr>
          <p:spPr>
            <a:xfrm>
              <a:off x="747778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9" name="Rectangle 668">
              <a:extLst>
                <a:ext uri="{FF2B5EF4-FFF2-40B4-BE49-F238E27FC236}">
                  <a16:creationId xmlns:a16="http://schemas.microsoft.com/office/drawing/2014/main" id="{D4D0255D-12CC-4649-A7AE-6687E5BB9899}"/>
                </a:ext>
              </a:extLst>
            </p:cNvPr>
            <p:cNvSpPr/>
            <p:nvPr/>
          </p:nvSpPr>
          <p:spPr>
            <a:xfrm>
              <a:off x="833095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0" name="Rectangle 669">
              <a:extLst>
                <a:ext uri="{FF2B5EF4-FFF2-40B4-BE49-F238E27FC236}">
                  <a16:creationId xmlns:a16="http://schemas.microsoft.com/office/drawing/2014/main" id="{BF1C1B8A-CF1E-4B0A-AEAB-E032985697AF}"/>
                </a:ext>
              </a:extLst>
            </p:cNvPr>
            <p:cNvSpPr/>
            <p:nvPr/>
          </p:nvSpPr>
          <p:spPr>
            <a:xfrm>
              <a:off x="833095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9A8E3DF6-EB1A-4111-B9EE-6E4D24788027}"/>
                </a:ext>
              </a:extLst>
            </p:cNvPr>
            <p:cNvSpPr/>
            <p:nvPr/>
          </p:nvSpPr>
          <p:spPr>
            <a:xfrm>
              <a:off x="833095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9D1B4773-A3BA-4DBD-A736-FDCCAD877CA1}"/>
                </a:ext>
              </a:extLst>
            </p:cNvPr>
            <p:cNvSpPr/>
            <p:nvPr/>
          </p:nvSpPr>
          <p:spPr>
            <a:xfrm>
              <a:off x="833095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FE050E5-5213-482C-AA27-F0C3CA254DE9}"/>
                </a:ext>
              </a:extLst>
            </p:cNvPr>
            <p:cNvSpPr/>
            <p:nvPr/>
          </p:nvSpPr>
          <p:spPr>
            <a:xfrm>
              <a:off x="833095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67828DF-6B2D-475C-AF01-AD6403C4ADE5}"/>
                </a:ext>
              </a:extLst>
            </p:cNvPr>
            <p:cNvSpPr/>
            <p:nvPr/>
          </p:nvSpPr>
          <p:spPr>
            <a:xfrm>
              <a:off x="833095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B387130A-2547-4F57-8013-4C2B63C26903}"/>
                </a:ext>
              </a:extLst>
            </p:cNvPr>
            <p:cNvSpPr/>
            <p:nvPr/>
          </p:nvSpPr>
          <p:spPr>
            <a:xfrm>
              <a:off x="833095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3C24AFA-5837-47A9-9E8D-566AE4236060}"/>
                </a:ext>
              </a:extLst>
            </p:cNvPr>
            <p:cNvSpPr/>
            <p:nvPr/>
          </p:nvSpPr>
          <p:spPr>
            <a:xfrm>
              <a:off x="833095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695237B3-FCCF-4A24-84A1-B4D4F97048B0}"/>
                </a:ext>
              </a:extLst>
            </p:cNvPr>
            <p:cNvSpPr/>
            <p:nvPr/>
          </p:nvSpPr>
          <p:spPr>
            <a:xfrm>
              <a:off x="747778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193896BB-43D3-43D2-AFB0-9A775C47AE35}"/>
                </a:ext>
              </a:extLst>
            </p:cNvPr>
            <p:cNvSpPr/>
            <p:nvPr/>
          </p:nvSpPr>
          <p:spPr>
            <a:xfrm>
              <a:off x="747778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EE769C13-841D-468C-BBD9-2C02D4E33C87}"/>
                </a:ext>
              </a:extLst>
            </p:cNvPr>
            <p:cNvSpPr/>
            <p:nvPr/>
          </p:nvSpPr>
          <p:spPr>
            <a:xfrm>
              <a:off x="833095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A1DB434D-D952-4C42-AAE7-3E1B887C3DA9}"/>
                </a:ext>
              </a:extLst>
            </p:cNvPr>
            <p:cNvSpPr/>
            <p:nvPr/>
          </p:nvSpPr>
          <p:spPr>
            <a:xfrm>
              <a:off x="833095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681" name="Rectangle 680">
            <a:extLst>
              <a:ext uri="{FF2B5EF4-FFF2-40B4-BE49-F238E27FC236}">
                <a16:creationId xmlns:a16="http://schemas.microsoft.com/office/drawing/2014/main" id="{0B1401E9-4100-424B-8D9D-F99A8555B61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9302407F-B032-47E0-B26C-B3B9F4542DC6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B8C8401-1F51-464E-A8FB-D741850325F3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F65BC1E2-31B6-49F2-A12A-51631DA67338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4FDF8DC-5790-4696-B703-D27C50BF47D8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E183223E-2339-458A-9F69-BCF2D0558C18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6CE9C8B-23A9-4E68-953E-9AC34E67E712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0" name="Subtitle 2">
              <a:extLst>
                <a:ext uri="{FF2B5EF4-FFF2-40B4-BE49-F238E27FC236}">
                  <a16:creationId xmlns:a16="http://schemas.microsoft.com/office/drawing/2014/main" id="{E6F35D2C-ED07-4E02-A24A-5D58E6086D83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08F8B417-2224-401F-A762-179AFBAA149D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E0A12F00-A782-4C5A-B0AB-1B0C022934C8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5E58B70-4801-4AD8-86E6-B0912463C429}"/>
              </a:ext>
            </a:extLst>
          </p:cNvPr>
          <p:cNvGrpSpPr/>
          <p:nvPr/>
        </p:nvGrpSpPr>
        <p:grpSpPr>
          <a:xfrm>
            <a:off x="2763665" y="6489547"/>
            <a:ext cx="8562163" cy="8563418"/>
            <a:chOff x="2763665" y="6489547"/>
            <a:chExt cx="8562163" cy="8563418"/>
          </a:xfrm>
        </p:grpSpPr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7E294CA-E3C3-4A62-AD90-AFB038D4C13A}"/>
                </a:ext>
              </a:extLst>
            </p:cNvPr>
            <p:cNvSpPr/>
            <p:nvPr/>
          </p:nvSpPr>
          <p:spPr>
            <a:xfrm rot="7313666">
              <a:off x="2708424" y="6602650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9C18448-3E99-4B02-A379-6E19F7E9BD46}"/>
                </a:ext>
              </a:extLst>
            </p:cNvPr>
            <p:cNvSpPr/>
            <p:nvPr/>
          </p:nvSpPr>
          <p:spPr>
            <a:xfrm rot="2750059">
              <a:off x="2853623" y="7573054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39FDA258-B5DE-4156-B558-C96146E56B8D}"/>
                </a:ext>
              </a:extLst>
            </p:cNvPr>
            <p:cNvSpPr/>
            <p:nvPr/>
          </p:nvSpPr>
          <p:spPr>
            <a:xfrm rot="7313666">
              <a:off x="2672057" y="8498913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5BC07E7A-DA60-4578-91D6-A4E77CEB53E6}"/>
                </a:ext>
              </a:extLst>
            </p:cNvPr>
            <p:cNvSpPr/>
            <p:nvPr/>
          </p:nvSpPr>
          <p:spPr>
            <a:xfrm rot="2750059">
              <a:off x="2796420" y="9505529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49BF278C-6C56-453D-9D1D-11AA223AE70B}"/>
                </a:ext>
              </a:extLst>
            </p:cNvPr>
            <p:cNvSpPr/>
            <p:nvPr/>
          </p:nvSpPr>
          <p:spPr>
            <a:xfrm rot="7313666">
              <a:off x="2651219" y="10457855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E965E668-3920-4A12-92D2-5078C9B562F6}"/>
                </a:ext>
              </a:extLst>
            </p:cNvPr>
            <p:cNvSpPr/>
            <p:nvPr/>
          </p:nvSpPr>
          <p:spPr>
            <a:xfrm rot="2750059">
              <a:off x="2805249" y="11470517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C8CFD409-8611-4023-A27A-C573729B767D}"/>
                </a:ext>
              </a:extLst>
            </p:cNvPr>
            <p:cNvSpPr/>
            <p:nvPr/>
          </p:nvSpPr>
          <p:spPr>
            <a:xfrm rot="7313666">
              <a:off x="2722425" y="12414145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EDB75DB2-47AB-4811-863E-DB528DBA97B0}"/>
                </a:ext>
              </a:extLst>
            </p:cNvPr>
            <p:cNvSpPr/>
            <p:nvPr/>
          </p:nvSpPr>
          <p:spPr>
            <a:xfrm rot="7313666">
              <a:off x="2722425" y="14370433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1AA3B007-B5BD-4659-B895-C48E4F8869CC}"/>
                </a:ext>
              </a:extLst>
            </p:cNvPr>
            <p:cNvSpPr/>
            <p:nvPr/>
          </p:nvSpPr>
          <p:spPr>
            <a:xfrm rot="2750059">
              <a:off x="2805249" y="13468827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BF6B8F-6432-49F0-B5DB-A64D92535D46}"/>
                </a:ext>
              </a:extLst>
            </p:cNvPr>
            <p:cNvSpPr/>
            <p:nvPr/>
          </p:nvSpPr>
          <p:spPr>
            <a:xfrm rot="7313666">
              <a:off x="8610872" y="6602648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E074194A-AC8A-42FF-AC53-4E856DCE292E}"/>
                </a:ext>
              </a:extLst>
            </p:cNvPr>
            <p:cNvSpPr/>
            <p:nvPr/>
          </p:nvSpPr>
          <p:spPr>
            <a:xfrm rot="2750059">
              <a:off x="8756070" y="7573053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E7AC36E3-A9A4-482B-8A05-EA85C4CC260A}"/>
                </a:ext>
              </a:extLst>
            </p:cNvPr>
            <p:cNvSpPr/>
            <p:nvPr/>
          </p:nvSpPr>
          <p:spPr>
            <a:xfrm rot="7313666">
              <a:off x="8574504" y="8498912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0DC1101B-0CDB-4053-9735-955D3EAB0455}"/>
                </a:ext>
              </a:extLst>
            </p:cNvPr>
            <p:cNvSpPr/>
            <p:nvPr/>
          </p:nvSpPr>
          <p:spPr>
            <a:xfrm rot="2750059">
              <a:off x="8698867" y="9505528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360D5CE-67DC-4854-8E95-372A88D19D54}"/>
                </a:ext>
              </a:extLst>
            </p:cNvPr>
            <p:cNvSpPr/>
            <p:nvPr/>
          </p:nvSpPr>
          <p:spPr>
            <a:xfrm rot="7313666">
              <a:off x="8553667" y="10457854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352AF59-F254-45E2-BE72-C68207810DCA}"/>
                </a:ext>
              </a:extLst>
            </p:cNvPr>
            <p:cNvSpPr/>
            <p:nvPr/>
          </p:nvSpPr>
          <p:spPr>
            <a:xfrm rot="2750059">
              <a:off x="8707696" y="11470515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0A76FBF-12B3-46CC-9419-D62FBCF508A1}"/>
                </a:ext>
              </a:extLst>
            </p:cNvPr>
            <p:cNvSpPr/>
            <p:nvPr/>
          </p:nvSpPr>
          <p:spPr>
            <a:xfrm rot="7313666">
              <a:off x="8624873" y="12414144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B5FAD991-A046-4EDF-A849-08969BBCAFB9}"/>
                </a:ext>
              </a:extLst>
            </p:cNvPr>
            <p:cNvSpPr/>
            <p:nvPr/>
          </p:nvSpPr>
          <p:spPr>
            <a:xfrm rot="7313666">
              <a:off x="8624873" y="14370432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EE3E61B8-7A54-4333-863B-94B7DD751DDC}"/>
                </a:ext>
              </a:extLst>
            </p:cNvPr>
            <p:cNvSpPr/>
            <p:nvPr/>
          </p:nvSpPr>
          <p:spPr>
            <a:xfrm rot="2750059">
              <a:off x="8707696" y="13468826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3B57E737-2859-46FF-B3DD-A5FA53A3AD19}"/>
                </a:ext>
              </a:extLst>
            </p:cNvPr>
            <p:cNvSpPr/>
            <p:nvPr/>
          </p:nvSpPr>
          <p:spPr>
            <a:xfrm rot="19185010">
              <a:off x="5783443" y="9558218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6ABC8579-681F-4B0B-83CC-F4A45381F2B6}"/>
                </a:ext>
              </a:extLst>
            </p:cNvPr>
            <p:cNvSpPr/>
            <p:nvPr/>
          </p:nvSpPr>
          <p:spPr>
            <a:xfrm rot="19185010">
              <a:off x="10651328" y="766542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EEA3A307-F1C0-4E38-ADA3-ECE5A6FC98A6}"/>
                </a:ext>
              </a:extLst>
            </p:cNvPr>
            <p:cNvSpPr/>
            <p:nvPr/>
          </p:nvSpPr>
          <p:spPr>
            <a:xfrm rot="19185010">
              <a:off x="9734131" y="1442715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8FCE36AB-2BE2-41EF-93D8-2012C6F0C932}"/>
                </a:ext>
              </a:extLst>
            </p:cNvPr>
            <p:cNvSpPr/>
            <p:nvPr/>
          </p:nvSpPr>
          <p:spPr>
            <a:xfrm rot="19185010">
              <a:off x="3811653" y="1442715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33E549BD-9D95-46C1-AE6B-42F4756C0B44}"/>
                </a:ext>
              </a:extLst>
            </p:cNvPr>
            <p:cNvSpPr/>
            <p:nvPr/>
          </p:nvSpPr>
          <p:spPr>
            <a:xfrm rot="19185010">
              <a:off x="3811653" y="6644099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F64D1C2B-C4EA-47FF-98AE-657AD27FC823}"/>
                </a:ext>
              </a:extLst>
            </p:cNvPr>
            <p:cNvSpPr/>
            <p:nvPr/>
          </p:nvSpPr>
          <p:spPr>
            <a:xfrm rot="8358001">
              <a:off x="6697897" y="7283966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1E08A95C-2ECD-495F-8FE8-7B8A70C0B380}"/>
                </a:ext>
              </a:extLst>
            </p:cNvPr>
            <p:cNvSpPr/>
            <p:nvPr/>
          </p:nvSpPr>
          <p:spPr>
            <a:xfrm rot="8358001">
              <a:off x="4704629" y="8238605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18593418-23F7-409A-8294-DFD542753CD5}"/>
                </a:ext>
              </a:extLst>
            </p:cNvPr>
            <p:cNvSpPr/>
            <p:nvPr/>
          </p:nvSpPr>
          <p:spPr>
            <a:xfrm rot="8358001">
              <a:off x="5657738" y="10202604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E867EF46-5E62-4623-90DB-1EE58B82FF40}"/>
                </a:ext>
              </a:extLst>
            </p:cNvPr>
            <p:cNvSpPr/>
            <p:nvPr/>
          </p:nvSpPr>
          <p:spPr>
            <a:xfrm rot="8358001">
              <a:off x="5657738" y="11151620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0927D69-392B-4CDE-9C67-E3946B6D3BBA}"/>
                </a:ext>
              </a:extLst>
            </p:cNvPr>
            <p:cNvSpPr/>
            <p:nvPr/>
          </p:nvSpPr>
          <p:spPr>
            <a:xfrm rot="8358001">
              <a:off x="6650293" y="13136772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4215EA0-71AD-4C18-ABD0-F5769C64489E}"/>
                </a:ext>
              </a:extLst>
            </p:cNvPr>
            <p:cNvSpPr/>
            <p:nvPr/>
          </p:nvSpPr>
          <p:spPr>
            <a:xfrm rot="8358001">
              <a:off x="4684851" y="14073359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10061785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#24 by Pedro PSI – 19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0D37F9AE-FF13-4220-9A7C-1D46B866E68C}"/>
              </a:ext>
            </a:extLst>
          </p:cNvPr>
          <p:cNvGrpSpPr/>
          <p:nvPr/>
        </p:nvGrpSpPr>
        <p:grpSpPr>
          <a:xfrm>
            <a:off x="1947306" y="6104547"/>
            <a:ext cx="9801243" cy="9723185"/>
            <a:chOff x="1335761" y="-1104906"/>
            <a:chExt cx="9801243" cy="9723185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79905A6-E912-41FC-9BBB-C32B9A406723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FF1367DC-9DA9-4FD5-A101-D66F15FB3F8A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5649EDF1-4E8F-4288-B4CB-283C9787DCA7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6B3040E-4937-4C4E-B5C3-D74928087C28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2B465EEB-D0E8-471C-8838-856E3C1D2FB0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00AAEB04-0EF6-4648-BEFD-BA9F2D6C85F7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BB5E3A14-7B1D-4D3E-AF05-081C7E1D08E7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7AC10AD0-B321-4848-8F6F-29722D254633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638E203A-56AD-483B-9911-D52A0664BA58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2FBD32BB-BD85-48D8-9E96-46A9EF3D27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44D6E39-E8E0-4302-88AB-868B45405407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7FDEC8B8-F5C5-43C7-93C3-B6836EA08379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32A3177-BBBD-4B25-A3EA-E170B6A84B2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9EF93BBB-41E2-4D28-8B42-E5A77CD41954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846234FB-29BA-4E53-AA9A-BDE63D10AB27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82FF09A6-FA80-48A1-813C-278EBD226814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F868D479-D5F0-41FB-B13F-C578B588762C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C7BAC372-5E7A-4C26-9F18-E00808C90171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E64EB1F1-4954-4C31-A8E4-A4F64FCB769C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1447C074-181C-4183-A904-173D95900127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527BFE96-DC71-41BA-A6F3-AE990BD94D7B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022F1C65-DFF0-4C0E-B2DF-4F98D93D5455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7482E8A9-A654-4FBB-A374-369C40A9ABD3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64D7CD0-A900-49B2-A656-9C954D4816AF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23A5C3D8-5D44-4095-B426-EA6E7B90B092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7201E59C-8F45-468E-91E8-48F649C783B6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FC816A0A-3ABE-446A-A51A-15694E713941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4B2B6608-5B02-4D11-9CA3-DCF2817231C0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864BD627-48B4-456F-B21A-DE8E25B161DF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AC966D38-D07C-4AB7-A089-12F7474865EB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CCDBD15C-570E-4F55-9979-F41E54A1337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B2A433F7-0321-45BA-A711-4E2D9D18EB9B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C6A1090A-C81A-42A9-B140-28AB6E981724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FC5E467-B2EA-4D05-86D4-1D404C5470E5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BE16FA0B-822D-4670-9CCC-38CECBED11EA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BE746785-781E-473A-B809-B20F2384197B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CE45F51B-9F82-48B8-BADC-9AABDCD675D6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16AAC61C-74AB-4588-BBB1-DD951F5D15C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ED7715F-5120-4415-B2B0-8C288CA8B630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83D3872-873C-498D-BD96-C064F80C1B0A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044DD792-A922-44D6-A141-AE291E0835A9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21CAD2B-7DFD-4D96-905F-807EDC36354E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FAE16F8-E17B-4A8E-A67D-6BFB5DBD9C23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ABAACAAF-CEA8-4607-89AE-60ABA17AB070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00A7738F-C5A9-4042-B866-7A8175379AF4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F54F9E88-C26D-49DA-A515-65E3BDA20E36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5901FD23-36B2-4FAB-8EC9-3289B764278B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DCC598AF-BC26-42F3-8A4E-92F2285FE8C1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84E46687-8DCC-4EBB-841B-728B6F8F48CB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82EF1CC-41CC-42A3-AC38-65B1C8D12870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BA48BCCE-7AD4-497F-84F9-C7340D6BF519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A89B00B3-D225-4584-B231-3325EFF01C1B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5C75BBD-3431-4CA2-8028-03855F004D6D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6FDE83EA-BBFF-45ED-87AF-F9BA706E025E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FCB4BDE9-CE89-42D4-9F81-944CC333DF97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5AC9E90D-C257-4C5E-8DF0-5130EB50A324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F6CED3D2-2DE3-4CA6-BE2F-32F2814F4EE4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FB5C66F4-66A2-4AE8-9ACE-C0023128235D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5BC5F44A-7095-458A-95D6-09670108A693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E50B2424-96CD-441F-B7A4-EEB56A248799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D8A2C472-BBE0-40D5-B98D-CB3956D77DB9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F562528F-A8D8-415D-9A8D-55AF33D05AD5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19B91A42-0608-438D-9911-A096EB326700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6200ECD8-3E8F-47B0-A6C8-91B6A5FE828D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F91E7D46-11A2-4BD4-8DF9-84E46752B1B3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77463FB-6F0B-4008-9384-992FF8305F95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87006BD-D0DF-484E-9622-06312D30B383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E6DF7212-30F9-41DF-B248-DF60A848A366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1AD6E189-621F-4C40-ABC6-EC691E4F983C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5054FB01-31B2-48BC-A343-0E2FF93767E2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C7A0E8C5-F0CF-4EAB-BA35-63806C3C0574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87A6FA62-A20D-4ED1-A985-783FCA2B5687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0E0CDEC0-3D4D-456B-8D5F-9B996D0C5DDB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B319EE08-648D-4ABB-A654-C441E14783AC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D13B6498-C309-4DE4-80E1-A945BB40287F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E24BDFD7-2F82-4EB0-947D-A63444782060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FF23BDC3-7537-4921-A0F9-1AC8CCE69F57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A1B80D00-B3F9-4DC6-9228-6DA3C6C95BC2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B42B9E68-101A-472A-BB39-D03B704A82A6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5F315535-F592-4062-A147-0B4C06EBA5A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E471938A-9B11-46D0-9E4D-C0BA960159B6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1E5D89BD-9C8D-470B-AB9F-55C55BD34C4B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5A23AC53-D705-4196-AFD8-6F387D619A1E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CED591DD-74C0-491D-B79A-8CF247C5F32E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FA2BBC3E-4B44-47B9-B4DC-FD9F7A725B6E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A6D1D3B1-D886-4E51-A75D-5BBF65533612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7BFF96E-9B1E-4439-BFEE-60F8958B4846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D114CB4A-DB5D-4F3C-A4F3-81CF7322B99E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3AD93ED9-A81B-4E93-B45C-6C353B564827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24FE9F5B-C301-4A34-AEAF-3D48362E9EFF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C770FA9-FC68-44AA-AF3A-890E1323FBB9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D0EDFC33-E3AC-4BE7-9329-D5A681C94B5A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5EB83B35-BF28-4656-A973-E17B22BF14DD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88C4DCE1-7415-431C-B8CD-3AAE670F0323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9032C5BC-1088-428A-8B71-65B87F76C6C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ED913B66-AADB-4FD6-BC60-85D59C495A2B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90600CFB-5D23-479E-8C22-DC29072B1696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626C6C5F-8E37-4A6B-97A1-F20FE9B9E178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069FA0-BD31-416A-BE35-E51F64395685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18BA0DCF-B55E-4BB1-A39B-F2B07CE4C53F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A198224-DC30-4DA2-91E9-014046F15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12962" y="5074673"/>
            <a:ext cx="3638737" cy="3384724"/>
          </a:xfrm>
          <a:prstGeom prst="rect">
            <a:avLst/>
          </a:prstGeom>
        </p:spPr>
      </p:pic>
      <p:grpSp>
        <p:nvGrpSpPr>
          <p:cNvPr id="287" name="Group 286">
            <a:extLst>
              <a:ext uri="{FF2B5EF4-FFF2-40B4-BE49-F238E27FC236}">
                <a16:creationId xmlns:a16="http://schemas.microsoft.com/office/drawing/2014/main" id="{C0A4D6CE-4471-41B5-B8BA-D96CAEC32E20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5D961307-E0E8-4F6C-B32D-077C2A1DDB0D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97594B2-632E-427D-AD9F-C5C808A16283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79380CE0-92BD-4034-90F5-79E4C262A3F5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B8F9F06C-C538-4104-BA2B-04E71EBB4579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F8003D0-A2A1-4270-8E86-1F28DE076A72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293" name="Subtitle 2">
              <a:extLst>
                <a:ext uri="{FF2B5EF4-FFF2-40B4-BE49-F238E27FC236}">
                  <a16:creationId xmlns:a16="http://schemas.microsoft.com/office/drawing/2014/main" id="{067ED7A5-5993-4774-9DD2-D84D3CF4EFA0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924E6515-23AC-497A-8D9E-9D5EE5863CD5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6E53298A-1057-47BD-A5CA-6EE3CC420765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301" name="Rectangle 300">
            <a:extLst>
              <a:ext uri="{FF2B5EF4-FFF2-40B4-BE49-F238E27FC236}">
                <a16:creationId xmlns:a16="http://schemas.microsoft.com/office/drawing/2014/main" id="{353194D7-5AA8-448C-8AC0-6CD4E1D9B4B9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1A69D21-9A06-4EA2-84B5-984E8B630BCA}"/>
              </a:ext>
            </a:extLst>
          </p:cNvPr>
          <p:cNvGrpSpPr/>
          <p:nvPr/>
        </p:nvGrpSpPr>
        <p:grpSpPr>
          <a:xfrm>
            <a:off x="2518206" y="5802371"/>
            <a:ext cx="8746770" cy="9557540"/>
            <a:chOff x="2518206" y="5802371"/>
            <a:chExt cx="8746770" cy="9557540"/>
          </a:xfrm>
        </p:grpSpPr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54AFF1A3-56C5-4ED3-BED5-CCA0633B41B7}"/>
                </a:ext>
              </a:extLst>
            </p:cNvPr>
            <p:cNvSpPr/>
            <p:nvPr/>
          </p:nvSpPr>
          <p:spPr>
            <a:xfrm rot="2750059">
              <a:off x="5603031" y="6801894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5CE15BEC-E0D2-415B-9929-D2C90820C2C2}"/>
                </a:ext>
              </a:extLst>
            </p:cNvPr>
            <p:cNvSpPr/>
            <p:nvPr/>
          </p:nvSpPr>
          <p:spPr>
            <a:xfrm rot="2750059">
              <a:off x="2557825" y="9689861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67C72AC8-AEAD-4F97-8800-14C20A8E1AA8}"/>
                </a:ext>
              </a:extLst>
            </p:cNvPr>
            <p:cNvSpPr/>
            <p:nvPr/>
          </p:nvSpPr>
          <p:spPr>
            <a:xfrm rot="2750059">
              <a:off x="4638235" y="9717871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354C5226-32A1-4F88-83AB-A5B338AC196E}"/>
                </a:ext>
              </a:extLst>
            </p:cNvPr>
            <p:cNvSpPr/>
            <p:nvPr/>
          </p:nvSpPr>
          <p:spPr>
            <a:xfrm rot="2750059">
              <a:off x="2593157" y="683439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55AAB7F-B11B-4576-9ABE-83C93D237035}"/>
                </a:ext>
              </a:extLst>
            </p:cNvPr>
            <p:cNvSpPr/>
            <p:nvPr/>
          </p:nvSpPr>
          <p:spPr>
            <a:xfrm rot="7313666">
              <a:off x="2444893" y="11634239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69ECA5A6-1652-4626-ACF2-46D783664377}"/>
                </a:ext>
              </a:extLst>
            </p:cNvPr>
            <p:cNvSpPr/>
            <p:nvPr/>
          </p:nvSpPr>
          <p:spPr>
            <a:xfrm rot="7313666">
              <a:off x="5548987" y="12535162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8D30565-12C3-4231-8196-FB8DCF087039}"/>
                </a:ext>
              </a:extLst>
            </p:cNvPr>
            <p:cNvSpPr/>
            <p:nvPr/>
          </p:nvSpPr>
          <p:spPr>
            <a:xfrm rot="7313666">
              <a:off x="5510322" y="14534325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4244D0D-7D23-4743-B3A4-2D8C0149E376}"/>
                </a:ext>
              </a:extLst>
            </p:cNvPr>
            <p:cNvSpPr/>
            <p:nvPr/>
          </p:nvSpPr>
          <p:spPr>
            <a:xfrm rot="7313666">
              <a:off x="2479287" y="14534326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67CA9650-04C9-40C1-8383-8B9F047CABB4}"/>
                </a:ext>
              </a:extLst>
            </p:cNvPr>
            <p:cNvSpPr/>
            <p:nvPr/>
          </p:nvSpPr>
          <p:spPr>
            <a:xfrm rot="2750059">
              <a:off x="10498847" y="11536073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E2D6D297-FBD8-4B9C-8D9B-08DC4BFB5DA9}"/>
                </a:ext>
              </a:extLst>
            </p:cNvPr>
            <p:cNvSpPr/>
            <p:nvPr/>
          </p:nvSpPr>
          <p:spPr>
            <a:xfrm rot="2750059">
              <a:off x="7579866" y="1442404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6410B76-1BE2-434B-9A66-C482515F3BE6}"/>
                </a:ext>
              </a:extLst>
            </p:cNvPr>
            <p:cNvSpPr/>
            <p:nvPr/>
          </p:nvSpPr>
          <p:spPr>
            <a:xfrm rot="2750059">
              <a:off x="10536147" y="1445205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A05D0A87-A4BA-475B-A875-19A3D647E3C4}"/>
                </a:ext>
              </a:extLst>
            </p:cNvPr>
            <p:cNvSpPr/>
            <p:nvPr/>
          </p:nvSpPr>
          <p:spPr>
            <a:xfrm rot="2750059">
              <a:off x="8482847" y="11568569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E2FD423-87AC-4BA3-A721-B02B1D9EA5A8}"/>
                </a:ext>
              </a:extLst>
            </p:cNvPr>
            <p:cNvSpPr/>
            <p:nvPr/>
          </p:nvSpPr>
          <p:spPr>
            <a:xfrm rot="7313666">
              <a:off x="7335297" y="6733666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A2C7BEAC-E4A9-46E5-8FAD-A7613CB44E7A}"/>
                </a:ext>
              </a:extLst>
            </p:cNvPr>
            <p:cNvSpPr/>
            <p:nvPr/>
          </p:nvSpPr>
          <p:spPr>
            <a:xfrm rot="7313666">
              <a:off x="10439391" y="6742138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192773DA-AE9A-4477-A139-CA6390A8E545}"/>
                </a:ext>
              </a:extLst>
            </p:cNvPr>
            <p:cNvSpPr/>
            <p:nvPr/>
          </p:nvSpPr>
          <p:spPr>
            <a:xfrm rot="7313666">
              <a:off x="10400726" y="9633752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513BBC78-2246-4464-A942-A9D317FA65D0}"/>
                </a:ext>
              </a:extLst>
            </p:cNvPr>
            <p:cNvSpPr/>
            <p:nvPr/>
          </p:nvSpPr>
          <p:spPr>
            <a:xfrm rot="7313666">
              <a:off x="7369691" y="8738451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E2DCD65A-6C5C-4087-BFD4-D203FCE8D77A}"/>
                </a:ext>
              </a:extLst>
            </p:cNvPr>
            <p:cNvSpPr/>
            <p:nvPr/>
          </p:nvSpPr>
          <p:spPr>
            <a:xfrm rot="19185010">
              <a:off x="8461064" y="13611946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DA46C4AD-DF00-4C10-B97D-BDE6C4CDA1DD}"/>
                </a:ext>
              </a:extLst>
            </p:cNvPr>
            <p:cNvSpPr/>
            <p:nvPr/>
          </p:nvSpPr>
          <p:spPr>
            <a:xfrm rot="19185010">
              <a:off x="7428589" y="12672795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5C124011-978D-4076-A17C-796008AC8700}"/>
                </a:ext>
              </a:extLst>
            </p:cNvPr>
            <p:cNvSpPr/>
            <p:nvPr/>
          </p:nvSpPr>
          <p:spPr>
            <a:xfrm rot="19185010">
              <a:off x="4555177" y="12648347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6E2D27D8-F314-4756-A974-F229AEED7202}"/>
                </a:ext>
              </a:extLst>
            </p:cNvPr>
            <p:cNvSpPr/>
            <p:nvPr/>
          </p:nvSpPr>
          <p:spPr>
            <a:xfrm rot="19185010">
              <a:off x="4532236" y="8699326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8FAE664E-29B8-4C85-8352-EB75DA63D226}"/>
                </a:ext>
              </a:extLst>
            </p:cNvPr>
            <p:cNvSpPr/>
            <p:nvPr/>
          </p:nvSpPr>
          <p:spPr>
            <a:xfrm rot="19185010">
              <a:off x="8447871" y="8736571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9F5201-CAA5-4CAD-B5C4-862CB0661BDA}"/>
                </a:ext>
              </a:extLst>
            </p:cNvPr>
            <p:cNvSpPr/>
            <p:nvPr/>
          </p:nvSpPr>
          <p:spPr>
            <a:xfrm rot="19185010">
              <a:off x="2551715" y="5802371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5CB47A11-4004-4EFE-99B0-1B47709B939C}"/>
                </a:ext>
              </a:extLst>
            </p:cNvPr>
            <p:cNvSpPr/>
            <p:nvPr/>
          </p:nvSpPr>
          <p:spPr>
            <a:xfrm rot="19185010">
              <a:off x="4499491" y="5802372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5788E1CC-886B-4935-81AB-4DA41F26DC31}"/>
                </a:ext>
              </a:extLst>
            </p:cNvPr>
            <p:cNvSpPr/>
            <p:nvPr/>
          </p:nvSpPr>
          <p:spPr>
            <a:xfrm rot="19185010">
              <a:off x="3523347" y="11669054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2EDD4413-61E5-447B-A123-6939B69BB588}"/>
                </a:ext>
              </a:extLst>
            </p:cNvPr>
            <p:cNvSpPr/>
            <p:nvPr/>
          </p:nvSpPr>
          <p:spPr>
            <a:xfrm rot="8358001">
              <a:off x="3491105" y="7415132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B4EF084-1315-407A-9198-DA92D8C58A63}"/>
                </a:ext>
              </a:extLst>
            </p:cNvPr>
            <p:cNvSpPr/>
            <p:nvPr/>
          </p:nvSpPr>
          <p:spPr>
            <a:xfrm rot="8358001">
              <a:off x="9367791" y="7415133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20D9A605-5DE3-40C0-A3AF-D1941027CA9F}"/>
                </a:ext>
              </a:extLst>
            </p:cNvPr>
            <p:cNvSpPr/>
            <p:nvPr/>
          </p:nvSpPr>
          <p:spPr>
            <a:xfrm rot="8358001">
              <a:off x="3491105" y="13258738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804C9FBE-E735-41C8-B93B-A32D2F55A9E8}"/>
                </a:ext>
              </a:extLst>
            </p:cNvPr>
            <p:cNvSpPr/>
            <p:nvPr/>
          </p:nvSpPr>
          <p:spPr>
            <a:xfrm rot="8358001">
              <a:off x="9367791" y="13258739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0D01A8A5-8E2D-4C4F-8889-2700EC83D555}"/>
                </a:ext>
              </a:extLst>
            </p:cNvPr>
            <p:cNvSpPr/>
            <p:nvPr/>
          </p:nvSpPr>
          <p:spPr>
            <a:xfrm rot="8358001">
              <a:off x="6346275" y="10303843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16F75A51-220D-49C4-AA41-F80DF0FD7E36}"/>
                </a:ext>
              </a:extLst>
            </p:cNvPr>
            <p:cNvSpPr/>
            <p:nvPr/>
          </p:nvSpPr>
          <p:spPr>
            <a:xfrm rot="19185010">
              <a:off x="2547419" y="8699327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032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D26936-2AAA-41AB-8334-1ED711EA1971}"/>
              </a:ext>
            </a:extLst>
          </p:cNvPr>
          <p:cNvGrpSpPr/>
          <p:nvPr/>
        </p:nvGrpSpPr>
        <p:grpSpPr>
          <a:xfrm>
            <a:off x="-48660" y="-604173"/>
            <a:ext cx="4870244" cy="5223601"/>
            <a:chOff x="-48660" y="-604173"/>
            <a:chExt cx="4870244" cy="5223601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411DE218-01FA-4569-9E4B-C0F21EF067B9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2851420-4ABD-44A8-A1DA-0623E6F99C04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9613FAA4-7ECD-4CCB-AF51-2E6BFB37686D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9CC8CE3-9723-4836-BCBE-5C4BE63EBAED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13C746BD-7E2F-4551-BE1D-4594D440E850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D8287F49-8831-4B0A-925B-CA6817807E93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CAE48A4-4D6D-44C0-B60B-E586624FC9EE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FBCD8BD-4C57-444F-9B05-CAB942BFD1CC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7000E30-8B22-4D83-BF64-040DAADF738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F505AEA-C510-4346-90B4-A1870D443630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FE6E4FA-7C31-4DD7-96B0-688051B2408B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8AE35B83-0714-4ADB-AEAF-B09E6EDC7C5E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32EE83-9E45-49DD-BF24-BE93C6CA9731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DA51DBE3-3F56-4293-A82C-3FB367EE6964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9344260-B300-4BE0-AF38-2308DEEEB15B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BE506F-4F00-46CF-B86C-5E6E43CB080D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5FF6A54-0914-41B1-8C4F-6697B93EB624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82A8231-C55D-443D-AB79-2125FD7312FC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BBD48960-6B1D-4F1A-83F7-3F572D80186D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D4C87A5-2D8A-452C-AE94-A88557AA89AC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148B9044-B977-437B-9A15-F99EB196F9CB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A07CC14-F78C-4244-AF2F-54A5126BD9C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5D39EB82-77E6-4FDE-AD8B-9018361534B9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56E22F-CF0E-47A1-A098-C53092C5D6CA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CE0973B8-7B8B-43A5-B5B8-5658C2355732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322AD8D5-DC8C-401E-BD6A-7A2E1EBAD099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5BAA0463-31D2-4561-838D-5B9742A6EAB5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4A76305D-D95E-49F5-89B4-083FD42682A4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5DE23513-666F-4D94-9D8A-A577130E64C4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BC23CD8F-E913-4263-8592-04B181EB08C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268DC572-F09A-45B0-8D48-BC0591316D97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B8249B2-C36F-4DEF-9736-38B44141572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9888861-0EB5-4943-907A-092D006FD9DC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0A27D9D-2B7E-46ED-AD15-2A6C5DA0968C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A30B4C2B-4C8B-4C31-921B-57584934690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3E4B0078-F18D-4B86-9AD7-83A9ABA2A35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47236176-903D-44DC-A7B0-FB0BD36F6A4D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5DE1649-BB97-413D-9D9B-BE872BAA8DB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0C8A331-4AB8-4240-A2C5-E2C00E2E4C25}"/>
                </a:ext>
              </a:extLst>
            </p:cNvPr>
            <p:cNvSpPr/>
            <p:nvPr/>
          </p:nvSpPr>
          <p:spPr>
            <a:xfrm>
              <a:off x="-48660" y="-604173"/>
              <a:ext cx="4870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7626B548-443A-41FE-9444-F8D96997C34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84A353C-9992-4EA4-B7B9-42491FB410D0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20ED301-EF69-4ABC-9421-25AD30DF00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8867ADB3-3776-4384-A92A-1E2B54238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1587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6C9CB58B-53D2-43E6-B974-9084853EDB6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BA8443E4-5150-42B3-9177-1D7B966257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008868" y="266301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BEB347E-FB36-4700-9AF0-9F6A4749873B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3F2D066-9A0E-4ADA-85E9-43B555D9F5D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82235" y="4404469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6F86B27C-96CE-4B69-B90F-851D332B69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10405" y="230457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C713C75-CD67-4716-BB6B-E66144756030}"/>
                </a:ext>
              </a:extLst>
            </p:cNvPr>
            <p:cNvCxnSpPr>
              <a:cxnSpLocks/>
            </p:cNvCxnSpPr>
            <p:nvPr/>
          </p:nvCxnSpPr>
          <p:spPr>
            <a:xfrm>
              <a:off x="2001406" y="106666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EC57175-F808-48DC-A45E-241D898E4C9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9601" y="2017786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Multiplication Sign 293">
              <a:extLst>
                <a:ext uri="{FF2B5EF4-FFF2-40B4-BE49-F238E27FC236}">
                  <a16:creationId xmlns:a16="http://schemas.microsoft.com/office/drawing/2014/main" id="{B72A3704-75C4-4C0C-957A-592D13A001AF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5" name="Multiplication Sign 294">
              <a:extLst>
                <a:ext uri="{FF2B5EF4-FFF2-40B4-BE49-F238E27FC236}">
                  <a16:creationId xmlns:a16="http://schemas.microsoft.com/office/drawing/2014/main" id="{33458EAA-A96A-4E90-8C50-E74E436841A9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275518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CBAFA85-7C24-4990-87E2-F061C45661C8}"/>
              </a:ext>
            </a:extLst>
          </p:cNvPr>
          <p:cNvGrpSpPr/>
          <p:nvPr/>
        </p:nvGrpSpPr>
        <p:grpSpPr>
          <a:xfrm>
            <a:off x="121954" y="-769820"/>
            <a:ext cx="4892939" cy="5389248"/>
            <a:chOff x="121954" y="-769820"/>
            <a:chExt cx="4892939" cy="5389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5554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A143E-DB19-451C-A137-E8D7339410F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4826" y="273290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9BB8920-9A63-4D1B-B929-394A7E61E6B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5062" y="248178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6EF252D4-1DB0-4B17-8F4E-9F3CB244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71137" y="66343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15C6302-F149-4978-BE05-EBBD590B968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93731" y="1065487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4F13094-D886-463E-AF0C-AFA9508AF4E0}"/>
                </a:ext>
              </a:extLst>
            </p:cNvPr>
            <p:cNvSpPr/>
            <p:nvPr/>
          </p:nvSpPr>
          <p:spPr>
            <a:xfrm>
              <a:off x="121954" y="-769820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08" name="Multiplication Sign 107">
              <a:extLst>
                <a:ext uri="{FF2B5EF4-FFF2-40B4-BE49-F238E27FC236}">
                  <a16:creationId xmlns:a16="http://schemas.microsoft.com/office/drawing/2014/main" id="{002D499F-A792-44A6-8082-55EDF5046104}"/>
                </a:ext>
              </a:extLst>
            </p:cNvPr>
            <p:cNvSpPr/>
            <p:nvPr/>
          </p:nvSpPr>
          <p:spPr>
            <a:xfrm>
              <a:off x="3381709" y="17572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C8173E7-192A-4932-B260-78EAA94221BE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26E88CE4-2E37-4289-94B4-4FB8FEEDB9C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88287E94-7A7A-446A-8429-1538C6793D2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4C3A579-CFFA-425E-BF22-95CE08D69A33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880A9AA1-67E7-4985-AE65-017DE69CC6C3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8A4C9697-C637-4750-887B-DE3D3260B8E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E412E7-8FF5-43FB-A3D0-E368200D5FE0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6C1CB5D-561E-4A8C-88AF-04D6AFBF235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728C38-9DC5-44B3-9CDF-F4992143F520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346313-525D-43A4-AAD3-D3947B6C537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1AE339F-F329-4381-B097-D705AB5C2934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E3CFD5-E699-415E-8FBD-A7FFAC0E18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8890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6280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90C457B-D86A-44F5-B26D-E77C40A1BCD0}"/>
              </a:ext>
            </a:extLst>
          </p:cNvPr>
          <p:cNvGrpSpPr/>
          <p:nvPr/>
        </p:nvGrpSpPr>
        <p:grpSpPr>
          <a:xfrm>
            <a:off x="-905080" y="-1100659"/>
            <a:ext cx="5631543" cy="5720087"/>
            <a:chOff x="-905080" y="-1100659"/>
            <a:chExt cx="5631543" cy="572008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81E43AD-477E-4519-9555-6498380BC09A}"/>
                </a:ext>
              </a:extLst>
            </p:cNvPr>
            <p:cNvSpPr/>
            <p:nvPr/>
          </p:nvSpPr>
          <p:spPr>
            <a:xfrm>
              <a:off x="-905080" y="-1100659"/>
              <a:ext cx="5631543" cy="135421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Cherry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disconnected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more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endParaRPr lang="pt-PT" sz="24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" name="Multiplication Sign 166">
              <a:extLst>
                <a:ext uri="{FF2B5EF4-FFF2-40B4-BE49-F238E27FC236}">
                  <a16:creationId xmlns:a16="http://schemas.microsoft.com/office/drawing/2014/main" id="{8AD8979D-055B-4D61-ABEB-429CA5B83128}"/>
                </a:ext>
              </a:extLst>
            </p:cNvPr>
            <p:cNvSpPr/>
            <p:nvPr/>
          </p:nvSpPr>
          <p:spPr>
            <a:xfrm>
              <a:off x="1125982" y="115755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777D581-A2F4-45F8-94D2-B1834C1DE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96" y="2732906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14C98312-2E2F-4C51-ADD8-CBF71CD68B64}"/>
                </a:ext>
              </a:extLst>
            </p:cNvPr>
            <p:cNvCxnSpPr>
              <a:cxnSpLocks/>
            </p:cNvCxnSpPr>
            <p:nvPr/>
          </p:nvCxnSpPr>
          <p:spPr>
            <a:xfrm>
              <a:off x="1142420" y="18811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Multiplication Sign 209">
              <a:extLst>
                <a:ext uri="{FF2B5EF4-FFF2-40B4-BE49-F238E27FC236}">
                  <a16:creationId xmlns:a16="http://schemas.microsoft.com/office/drawing/2014/main" id="{033DAD01-8DEB-4533-94E6-FBF7066DC9B4}"/>
                </a:ext>
              </a:extLst>
            </p:cNvPr>
            <p:cNvSpPr/>
            <p:nvPr/>
          </p:nvSpPr>
          <p:spPr>
            <a:xfrm>
              <a:off x="2842225" y="324491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4A3F9AE-A04D-4A81-A172-D1B671D61BD7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22F9DA5-C865-47C6-A6E1-BD502CD0E81E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567992FE-28F0-484F-8006-C401E8BA9D59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41C54DC-F813-472B-9BB9-76A4695558E2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640C64F-47E8-4396-A0FF-B03A1D3212C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2976E79-C046-4E80-AFDF-8A69D6E90A0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FD993A8A-A975-43BF-BA04-CC5488F7CC1D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B3C50A-E807-492E-858D-04F9BF977FA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22E88E00-8490-48F0-AD2E-E1F6DAC375C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EB72FC6F-8A66-4441-8E5A-CE2B2FC6D312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C70AF78-9501-4938-96A7-0761489D7E67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3BAA642-FC05-4E31-8F67-0DE3A26A84D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5207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F638F1-070D-499C-9DC0-CABA78FAD769}"/>
              </a:ext>
            </a:extLst>
          </p:cNvPr>
          <p:cNvGrpSpPr/>
          <p:nvPr/>
        </p:nvGrpSpPr>
        <p:grpSpPr>
          <a:xfrm>
            <a:off x="259534" y="-1133182"/>
            <a:ext cx="4755359" cy="5752610"/>
            <a:chOff x="259534" y="-1133182"/>
            <a:chExt cx="4755359" cy="575261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873928" y="-1133182"/>
              <a:ext cx="3882794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crossing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EA272BD-CC0B-4218-AC7D-EDAC33F03F9F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84B34764-C5E9-4F61-85CB-4E8AE2B2139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818070C0-3D2F-4FA8-AB4A-AD1ED18CCA2D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B7D52A0-0F75-46FE-AAB4-35A7FBC0089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ED4B7274-A04C-4896-B342-1CC678D90721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CE913ED-8FEE-47FD-B3BB-CFD6EBA44FD5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4D9F8CF2-D4C3-445A-9897-5A6E31F04EF5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C30F539B-D45E-47BF-B0E9-E4857C6AA055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42B1E72C-200C-4A20-A087-E0D7A928788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B2F19FD4-999B-4ACF-A711-676A6D2C93A9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9D1C0999-A67C-4CFC-AE10-BA8642B7F3C2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290602F-127E-4C17-9F63-E6323C273E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5900" y="2774604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Multiplication Sign 92">
              <a:extLst>
                <a:ext uri="{FF2B5EF4-FFF2-40B4-BE49-F238E27FC236}">
                  <a16:creationId xmlns:a16="http://schemas.microsoft.com/office/drawing/2014/main" id="{F6E4449F-4A3D-44AE-89D2-E7FB0690F4DA}"/>
                </a:ext>
              </a:extLst>
            </p:cNvPr>
            <p:cNvSpPr/>
            <p:nvPr/>
          </p:nvSpPr>
          <p:spPr>
            <a:xfrm>
              <a:off x="1260975" y="20658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5" name="Multiplication Sign 134">
              <a:extLst>
                <a:ext uri="{FF2B5EF4-FFF2-40B4-BE49-F238E27FC236}">
                  <a16:creationId xmlns:a16="http://schemas.microsoft.com/office/drawing/2014/main" id="{14161CFC-FE85-4A55-9431-8CC77EF38AE1}"/>
                </a:ext>
              </a:extLst>
            </p:cNvPr>
            <p:cNvSpPr/>
            <p:nvPr/>
          </p:nvSpPr>
          <p:spPr>
            <a:xfrm>
              <a:off x="2912937" y="205344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DA4933A-75A1-434F-9275-A67C639B07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9017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E3DE380-3BAD-4DBA-B3C2-BA4ECF9987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9063" y="2726771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590B8B3E-42AA-481D-84BC-C3D9F4FB155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2577" y="279527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F9F3AB-7E5C-48DB-9C4A-193E6EDD636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6269" y="619596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94207-1603-4A38-BB95-2A4B92DF49F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190" y="105109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0961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C08A7EF3-5617-45F8-A8DC-A5FF71A84479}"/>
              </a:ext>
            </a:extLst>
          </p:cNvPr>
          <p:cNvGrpSpPr/>
          <p:nvPr/>
        </p:nvGrpSpPr>
        <p:grpSpPr>
          <a:xfrm>
            <a:off x="-400541" y="-701658"/>
            <a:ext cx="5083251" cy="5321086"/>
            <a:chOff x="-400541" y="-701658"/>
            <a:chExt cx="5083251" cy="532108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-400541" y="-701658"/>
              <a:ext cx="508325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E052DAB-0D5D-4D70-9BBC-50A8C5EC81C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370608" y="192621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A12345-4686-444B-BD84-9D036BE8CC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60277" y="443872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D48A63-821F-42C9-95A0-CBB3876B9A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3" y="4012814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84B027B-A855-44B5-8D57-F5372F7ADC5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08785" y="358132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Multiplication Sign 102">
              <a:extLst>
                <a:ext uri="{FF2B5EF4-FFF2-40B4-BE49-F238E27FC236}">
                  <a16:creationId xmlns:a16="http://schemas.microsoft.com/office/drawing/2014/main" id="{8E5A58B0-525C-4380-AA20-869AF003FF09}"/>
                </a:ext>
              </a:extLst>
            </p:cNvPr>
            <p:cNvSpPr/>
            <p:nvPr/>
          </p:nvSpPr>
          <p:spPr>
            <a:xfrm>
              <a:off x="1273173" y="31997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B9AD8D0-A418-45DE-9E7E-827A1790237A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C259B4BA-3BE7-40B4-9F02-33D849CAAD4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7DC0665-D27F-4443-A405-1B1DD78F99B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BCD485C-5F5A-4991-ABBF-832DCBA33FEA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4B202F-37AA-4D1A-AF26-FF644B3BB41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F9391A73-F306-4B86-BB5B-D6BA5397F446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7D422F06-BCF5-4749-AB4C-E03D5A56C087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2ACD6A7F-67E7-4E42-A3E5-15A0ABDA3F08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B1608635-C93A-4440-95C4-344BD9836B5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28935A4-1E1D-4018-B528-808BF2489B55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26EB1413-E019-4BA2-BE5F-1731DEE0B77C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41718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381408-692F-4673-84A5-138E0DD83D1F}"/>
              </a:ext>
            </a:extLst>
          </p:cNvPr>
          <p:cNvGrpSpPr/>
          <p:nvPr/>
        </p:nvGrpSpPr>
        <p:grpSpPr>
          <a:xfrm>
            <a:off x="259534" y="-716309"/>
            <a:ext cx="4417722" cy="5335737"/>
            <a:chOff x="259534" y="-716309"/>
            <a:chExt cx="4417722" cy="533573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3381709" y="-716309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2519F4-627F-408B-A1A1-AE4CD8B5BF29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D7AE2CF-D5C6-42A4-9D94-4D5B84CD652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6D4B92A-7923-471A-BDF4-60E77C043BEF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0D146BB-FF32-4434-88F9-0EE97AF7A3A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2E47DA63-B83C-46B9-8B20-A3DD749B43A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78E3B8EB-66CE-433A-B996-8CBE03EA05C9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CB5CF48B-6760-4494-8057-EE6708CF0F73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37FB96A-E689-4F5C-AD71-41A17B55FDA6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02A91842-260D-4324-AE74-C0B2F9ECB1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7899BC0-4079-406A-8965-447A404263D7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6728561A-679D-45D0-AD80-7E99D3C5A646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4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4179</TotalTime>
  <Words>1879</Words>
  <Application>Microsoft Office PowerPoint</Application>
  <PresentationFormat>Widescreen</PresentationFormat>
  <Paragraphs>248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Office Theme</vt:lpstr>
      <vt:lpstr>Kudamono An experimental  paper puzzle  on fruits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Fruit salad</dc:title>
  <dc:creator>Pedro</dc:creator>
  <cp:lastModifiedBy>Pedro</cp:lastModifiedBy>
  <cp:revision>475</cp:revision>
  <dcterms:created xsi:type="dcterms:W3CDTF">2020-12-15T22:45:57Z</dcterms:created>
  <dcterms:modified xsi:type="dcterms:W3CDTF">2021-01-11T13:26:55Z</dcterms:modified>
</cp:coreProperties>
</file>